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heme/theme2.xml" ContentType="application/vnd.openxmlformats-officedocument.theme+xml"/>
  <Override PartName="/ppt/tags/tag7.xml" ContentType="application/vnd.openxmlformats-officedocument.presentationml.tags+xml"/>
  <Override PartName="/ppt/notesSlides/notesSlide1.xml" ContentType="application/vnd.openxmlformats-officedocument.presentationml.notesSlide+xml"/>
  <Override PartName="/ppt/tags/tag8.xml" ContentType="application/vnd.openxmlformats-officedocument.presentationml.tags+xml"/>
  <Override PartName="/ppt/notesSlides/notesSlide2.xml" ContentType="application/vnd.openxmlformats-officedocument.presentationml.notesSlide+xml"/>
  <Override PartName="/ppt/tags/tag9.xml" ContentType="application/vnd.openxmlformats-officedocument.presentationml.tags+xml"/>
  <Override PartName="/ppt/notesSlides/notesSlide3.xml" ContentType="application/vnd.openxmlformats-officedocument.presentationml.notesSlide+xml"/>
  <Override PartName="/ppt/tags/tag10.xml" ContentType="application/vnd.openxmlformats-officedocument.presentationml.tags+xml"/>
  <Override PartName="/ppt/notesSlides/notesSlide4.xml" ContentType="application/vnd.openxmlformats-officedocument.presentationml.notesSlide+xml"/>
  <Override PartName="/ppt/tags/tag11.xml" ContentType="application/vnd.openxmlformats-officedocument.presentationml.tags+xml"/>
  <Override PartName="/ppt/notesSlides/notesSlide5.xml" ContentType="application/vnd.openxmlformats-officedocument.presentationml.notesSlide+xml"/>
  <Override PartName="/ppt/tags/tag12.xml" ContentType="application/vnd.openxmlformats-officedocument.presentationml.tags+xml"/>
  <Override PartName="/ppt/notesSlides/notesSlide6.xml" ContentType="application/vnd.openxmlformats-officedocument.presentationml.notesSlide+xml"/>
  <Override PartName="/ppt/tags/tag13.xml" ContentType="application/vnd.openxmlformats-officedocument.presentationml.tags+xml"/>
  <Override PartName="/ppt/notesSlides/notesSlide7.xml" ContentType="application/vnd.openxmlformats-officedocument.presentationml.notesSlide+xml"/>
  <Override PartName="/ppt/tags/tag14.xml" ContentType="application/vnd.openxmlformats-officedocument.presentationml.tags+xml"/>
  <Override PartName="/ppt/notesSlides/notesSlide8.xml" ContentType="application/vnd.openxmlformats-officedocument.presentationml.notesSlide+xml"/>
  <Override PartName="/ppt/tags/tag15.xml" ContentType="application/vnd.openxmlformats-officedocument.presentationml.tags+xml"/>
  <Override PartName="/ppt/notesSlides/notesSlide9.xml" ContentType="application/vnd.openxmlformats-officedocument.presentationml.notesSlide+xml"/>
  <Override PartName="/ppt/tags/tag16.xml" ContentType="application/vnd.openxmlformats-officedocument.presentationml.tags+xml"/>
  <Override PartName="/ppt/notesSlides/notesSlide10.xml" ContentType="application/vnd.openxmlformats-officedocument.presentationml.notesSlide+xml"/>
  <Override PartName="/ppt/tags/tag17.xml" ContentType="application/vnd.openxmlformats-officedocument.presentationml.tags+xml"/>
  <Override PartName="/ppt/notesSlides/notesSlide11.xml" ContentType="application/vnd.openxmlformats-officedocument.presentationml.notesSlide+xml"/>
  <Override PartName="/ppt/tags/tag18.xml" ContentType="application/vnd.openxmlformats-officedocument.presentationml.tags+xml"/>
  <Override PartName="/ppt/notesSlides/notesSlide12.xml" ContentType="application/vnd.openxmlformats-officedocument.presentationml.notesSlide+xml"/>
  <Override PartName="/ppt/tags/tag19.xml" ContentType="application/vnd.openxmlformats-officedocument.presentationml.tags+xml"/>
  <Override PartName="/ppt/notesSlides/notesSlide13.xml" ContentType="application/vnd.openxmlformats-officedocument.presentationml.notesSlide+xml"/>
  <Override PartName="/ppt/tags/tag20.xml" ContentType="application/vnd.openxmlformats-officedocument.presentationml.tags+xml"/>
  <Override PartName="/ppt/notesSlides/notesSlide14.xml" ContentType="application/vnd.openxmlformats-officedocument.presentationml.notesSlide+xml"/>
  <Override PartName="/ppt/tags/tag21.xml" ContentType="application/vnd.openxmlformats-officedocument.presentationml.tags+xml"/>
  <Override PartName="/ppt/notesSlides/notesSlide15.xml" ContentType="application/vnd.openxmlformats-officedocument.presentationml.notesSlide+xml"/>
  <Override PartName="/ppt/tags/tag22.xml" ContentType="application/vnd.openxmlformats-officedocument.presentationml.tags+xml"/>
  <Override PartName="/ppt/notesSlides/notesSlide16.xml" ContentType="application/vnd.openxmlformats-officedocument.presentationml.notesSlide+xml"/>
  <Override PartName="/ppt/tags/tag23.xml" ContentType="application/vnd.openxmlformats-officedocument.presentationml.tags+xml"/>
  <Override PartName="/ppt/notesSlides/notesSlide17.xml" ContentType="application/vnd.openxmlformats-officedocument.presentationml.notesSlide+xml"/>
  <Override PartName="/ppt/tags/tag24.xml" ContentType="application/vnd.openxmlformats-officedocument.presentationml.tags+xml"/>
  <Override PartName="/ppt/notesSlides/notesSlide18.xml" ContentType="application/vnd.openxmlformats-officedocument.presentationml.notesSlide+xml"/>
  <Override PartName="/ppt/tags/tag25.xml" ContentType="application/vnd.openxmlformats-officedocument.presentationml.tags+xml"/>
  <Override PartName="/ppt/notesSlides/notesSlide19.xml" ContentType="application/vnd.openxmlformats-officedocument.presentationml.notesSlide+xml"/>
  <Override PartName="/ppt/tags/tag26.xml" ContentType="application/vnd.openxmlformats-officedocument.presentationml.tags+xml"/>
  <Override PartName="/ppt/notesSlides/notesSlide20.xml" ContentType="application/vnd.openxmlformats-officedocument.presentationml.notesSlide+xml"/>
  <Override PartName="/ppt/tags/tag27.xml" ContentType="application/vnd.openxmlformats-officedocument.presentationml.tags+xml"/>
  <Override PartName="/ppt/notesSlides/notesSlide21.xml" ContentType="application/vnd.openxmlformats-officedocument.presentationml.notesSlide+xml"/>
  <Override PartName="/ppt/tags/tag28.xml" ContentType="application/vnd.openxmlformats-officedocument.presentationml.tags+xml"/>
  <Override PartName="/ppt/notesSlides/notesSlide22.xml" ContentType="application/vnd.openxmlformats-officedocument.presentationml.notesSlide+xml"/>
  <Override PartName="/ppt/tags/tag29.xml" ContentType="application/vnd.openxmlformats-officedocument.presentationml.tags+xml"/>
  <Override PartName="/ppt/notesSlides/notesSlide23.xml" ContentType="application/vnd.openxmlformats-officedocument.presentationml.notesSlide+xml"/>
  <Override PartName="/ppt/tags/tag30.xml" ContentType="application/vnd.openxmlformats-officedocument.presentationml.tags+xml"/>
  <Override PartName="/ppt/notesSlides/notesSlide24.xml" ContentType="application/vnd.openxmlformats-officedocument.presentationml.notesSlide+xml"/>
  <Override PartName="/ppt/tags/tag31.xml" ContentType="application/vnd.openxmlformats-officedocument.presentationml.tags+xml"/>
  <Override PartName="/ppt/notesSlides/notesSlide25.xml" ContentType="application/vnd.openxmlformats-officedocument.presentationml.notesSlide+xml"/>
  <Override PartName="/ppt/tags/tag32.xml" ContentType="application/vnd.openxmlformats-officedocument.presentationml.tags+xml"/>
  <Override PartName="/ppt/notesSlides/notesSlide26.xml" ContentType="application/vnd.openxmlformats-officedocument.presentationml.notesSlide+xml"/>
  <Override PartName="/ppt/tags/tag33.xml" ContentType="application/vnd.openxmlformats-officedocument.presentationml.tags+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9"/>
  </p:notesMasterIdLst>
  <p:sldIdLst>
    <p:sldId id="257" r:id="rId2"/>
    <p:sldId id="541" r:id="rId3"/>
    <p:sldId id="341" r:id="rId4"/>
    <p:sldId id="542" r:id="rId5"/>
    <p:sldId id="543" r:id="rId6"/>
    <p:sldId id="544" r:id="rId7"/>
    <p:sldId id="545" r:id="rId8"/>
    <p:sldId id="546" r:id="rId9"/>
    <p:sldId id="547" r:id="rId10"/>
    <p:sldId id="507" r:id="rId11"/>
    <p:sldId id="535" r:id="rId12"/>
    <p:sldId id="548" r:id="rId13"/>
    <p:sldId id="549" r:id="rId14"/>
    <p:sldId id="552" r:id="rId15"/>
    <p:sldId id="550" r:id="rId16"/>
    <p:sldId id="551" r:id="rId17"/>
    <p:sldId id="553" r:id="rId18"/>
    <p:sldId id="554" r:id="rId19"/>
    <p:sldId id="555" r:id="rId20"/>
    <p:sldId id="556" r:id="rId21"/>
    <p:sldId id="557" r:id="rId22"/>
    <p:sldId id="559" r:id="rId23"/>
    <p:sldId id="558" r:id="rId24"/>
    <p:sldId id="560" r:id="rId25"/>
    <p:sldId id="564" r:id="rId26"/>
    <p:sldId id="563" r:id="rId27"/>
    <p:sldId id="562" r:id="rId28"/>
    <p:sldId id="561" r:id="rId29"/>
    <p:sldId id="566" r:id="rId30"/>
    <p:sldId id="567" r:id="rId31"/>
    <p:sldId id="675" r:id="rId32"/>
    <p:sldId id="676" r:id="rId33"/>
    <p:sldId id="677" r:id="rId34"/>
    <p:sldId id="678" r:id="rId35"/>
    <p:sldId id="679" r:id="rId36"/>
    <p:sldId id="680" r:id="rId37"/>
    <p:sldId id="281" r:id="rId3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8963E"/>
    <a:srgbClr val="008658"/>
    <a:srgbClr val="86868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471" autoAdjust="0"/>
    <p:restoredTop sz="94660"/>
  </p:normalViewPr>
  <p:slideViewPr>
    <p:cSldViewPr snapToGrid="0">
      <p:cViewPr varScale="1">
        <p:scale>
          <a:sx n="74" d="100"/>
          <a:sy n="74" d="100"/>
        </p:scale>
        <p:origin x="396"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BA8A74C-0A37-4B1F-8F2B-99D73879D379}" type="datetimeFigureOut">
              <a:rPr lang="en-US" smtClean="0"/>
              <a:t>4/13/2026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A51757D-BB84-46C5-BDD6-CEA8F7C9F158}" type="slidenum">
              <a:rPr lang="en-US" smtClean="0"/>
              <a:t>‹#›</a:t>
            </a:fld>
            <a:endParaRPr lang="en-US"/>
          </a:p>
        </p:txBody>
      </p:sp>
    </p:spTree>
    <p:extLst>
      <p:ext uri="{BB962C8B-B14F-4D97-AF65-F5344CB8AC3E}">
        <p14:creationId xmlns:p14="http://schemas.microsoft.com/office/powerpoint/2010/main" val="15833867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Date Placeholder 3"/>
          <p:cNvSpPr>
            <a:spLocks noGrp="1"/>
          </p:cNvSpPr>
          <p:nvPr>
            <p:ph type="dt" idx="1"/>
          </p:nvPr>
        </p:nvSpPr>
        <p:spPr/>
        <p:txBody>
          <a:bodyPr/>
          <a:lstStyle/>
          <a:p>
            <a:fld id="{1DF34805-1F01-4BDA-A8CA-FCEA2B4BC8D0}" type="datetime3">
              <a:rPr lang="en-US" smtClean="0"/>
              <a:pPr/>
              <a:t>13 April 2026</a:t>
            </a:fld>
            <a:endParaRPr lang="en-US" dirty="0"/>
          </a:p>
        </p:txBody>
      </p:sp>
      <p:sp>
        <p:nvSpPr>
          <p:cNvPr id="5" name="Slide Number Placeholder 4"/>
          <p:cNvSpPr>
            <a:spLocks noGrp="1"/>
          </p:cNvSpPr>
          <p:nvPr>
            <p:ph type="sldNum" sz="quarter" idx="5"/>
          </p:nvPr>
        </p:nvSpPr>
        <p:spPr/>
        <p:txBody>
          <a:bodyPr/>
          <a:lstStyle/>
          <a:p>
            <a:fld id="{CF5EBCF4-26FC-4F76-8DA1-52FDDC328D44}" type="slidenum">
              <a:rPr lang="en-US" smtClean="0"/>
              <a:pPr/>
              <a:t>1</a:t>
            </a:fld>
            <a:endParaRPr lang="en-US" dirty="0"/>
          </a:p>
        </p:txBody>
      </p:sp>
    </p:spTree>
    <p:extLst>
      <p:ext uri="{BB962C8B-B14F-4D97-AF65-F5344CB8AC3E}">
        <p14:creationId xmlns:p14="http://schemas.microsoft.com/office/powerpoint/2010/main" val="216589042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548451-5A4E-6259-2CCE-32777D26543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D86E102-AD5B-3F3B-5F9B-1C1B9A01BC6F}"/>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883E5C98-BE85-6408-A117-90EDC5A1D35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4297F96-C269-E8D2-66E5-BBD4D83CDE05}"/>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5B5CC5D-2A3E-E346-B73B-DFA9DC85AFAB}" type="slidenum">
              <a:rPr kumimoji="0" lang="en-US" sz="1400" b="0" i="0" u="none" strike="noStrike" kern="1200" cap="none" spc="0" normalizeH="0" baseline="0" noProof="0" smtClean="0">
                <a:ln>
                  <a:noFill/>
                </a:ln>
                <a:solidFill>
                  <a:prstClr val="black"/>
                </a:solidFill>
                <a:effectLst/>
                <a:uLnTx/>
                <a:uFillTx/>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400" b="0" i="0" u="none" strike="noStrike" kern="1200" cap="none" spc="0" normalizeH="0" baseline="0" noProof="0" dirty="0">
              <a:ln>
                <a:noFill/>
              </a:ln>
              <a:solidFill>
                <a:prstClr val="black"/>
              </a:solidFill>
              <a:effectLst/>
              <a:uLnTx/>
              <a:uFillTx/>
              <a:ea typeface="+mn-ea"/>
              <a:cs typeface="+mn-cs"/>
            </a:endParaRPr>
          </a:p>
        </p:txBody>
      </p:sp>
    </p:spTree>
    <p:extLst>
      <p:ext uri="{BB962C8B-B14F-4D97-AF65-F5344CB8AC3E}">
        <p14:creationId xmlns:p14="http://schemas.microsoft.com/office/powerpoint/2010/main" val="206696389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81B83E-8EED-7F2B-F972-892ED772B77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307F6AC-1140-6C2D-AA67-FE15702105C2}"/>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BD1B7460-9A57-9200-48BC-3A440E9B1C1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75CF69B-ADD3-F676-2D3F-2B70B1EE2089}"/>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5B5CC5D-2A3E-E346-B73B-DFA9DC85AFAB}" type="slidenum">
              <a:rPr kumimoji="0" lang="en-US" sz="1400" b="0" i="0" u="none" strike="noStrike" kern="1200" cap="none" spc="0" normalizeH="0" baseline="0" noProof="0" smtClean="0">
                <a:ln>
                  <a:noFill/>
                </a:ln>
                <a:solidFill>
                  <a:prstClr val="black"/>
                </a:solidFill>
                <a:effectLst/>
                <a:uLnTx/>
                <a:uFillTx/>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400" b="0" i="0" u="none" strike="noStrike" kern="1200" cap="none" spc="0" normalizeH="0" baseline="0" noProof="0" dirty="0">
              <a:ln>
                <a:noFill/>
              </a:ln>
              <a:solidFill>
                <a:prstClr val="black"/>
              </a:solidFill>
              <a:effectLst/>
              <a:uLnTx/>
              <a:uFillTx/>
              <a:ea typeface="+mn-ea"/>
              <a:cs typeface="+mn-cs"/>
            </a:endParaRPr>
          </a:p>
        </p:txBody>
      </p:sp>
    </p:spTree>
    <p:extLst>
      <p:ext uri="{BB962C8B-B14F-4D97-AF65-F5344CB8AC3E}">
        <p14:creationId xmlns:p14="http://schemas.microsoft.com/office/powerpoint/2010/main" val="355921457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5A978C-5D94-2AFF-4D89-560EE8CF80C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9B71DB0-9E2D-325E-C869-4924E930F3EC}"/>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58AA466C-CA2B-42FA-2F5B-E437FF7D8BC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15875D9-7FA7-CB73-A833-7DA8AE8307F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5B5CC5D-2A3E-E346-B73B-DFA9DC85AFAB}" type="slidenum">
              <a:rPr kumimoji="0" lang="en-US" sz="1400" b="0" i="0" u="none" strike="noStrike" kern="1200" cap="none" spc="0" normalizeH="0" baseline="0" noProof="0" smtClean="0">
                <a:ln>
                  <a:noFill/>
                </a:ln>
                <a:solidFill>
                  <a:prstClr val="black"/>
                </a:solidFill>
                <a:effectLst/>
                <a:uLnTx/>
                <a:uFillTx/>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400" b="0" i="0" u="none" strike="noStrike" kern="1200" cap="none" spc="0" normalizeH="0" baseline="0" noProof="0" dirty="0">
              <a:ln>
                <a:noFill/>
              </a:ln>
              <a:solidFill>
                <a:prstClr val="black"/>
              </a:solidFill>
              <a:effectLst/>
              <a:uLnTx/>
              <a:uFillTx/>
              <a:ea typeface="+mn-ea"/>
              <a:cs typeface="+mn-cs"/>
            </a:endParaRPr>
          </a:p>
        </p:txBody>
      </p:sp>
    </p:spTree>
    <p:extLst>
      <p:ext uri="{BB962C8B-B14F-4D97-AF65-F5344CB8AC3E}">
        <p14:creationId xmlns:p14="http://schemas.microsoft.com/office/powerpoint/2010/main" val="367750698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588373-58BD-B643-4320-C9A564938B5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D90AF76-52E6-6A85-98FA-95A1B86470ED}"/>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5EC0EEC7-D9F5-AFFE-EC01-F74C0C70800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22A79D9-8BA1-30FA-E141-E958999A6275}"/>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5B5CC5D-2A3E-E346-B73B-DFA9DC85AFAB}" type="slidenum">
              <a:rPr kumimoji="0" lang="en-US" sz="1400" b="0" i="0" u="none" strike="noStrike" kern="1200" cap="none" spc="0" normalizeH="0" baseline="0" noProof="0" smtClean="0">
                <a:ln>
                  <a:noFill/>
                </a:ln>
                <a:solidFill>
                  <a:prstClr val="black"/>
                </a:solidFill>
                <a:effectLst/>
                <a:uLnTx/>
                <a:uFillTx/>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400" b="0" i="0" u="none" strike="noStrike" kern="1200" cap="none" spc="0" normalizeH="0" baseline="0" noProof="0" dirty="0">
              <a:ln>
                <a:noFill/>
              </a:ln>
              <a:solidFill>
                <a:prstClr val="black"/>
              </a:solidFill>
              <a:effectLst/>
              <a:uLnTx/>
              <a:uFillTx/>
              <a:ea typeface="+mn-ea"/>
              <a:cs typeface="+mn-cs"/>
            </a:endParaRPr>
          </a:p>
        </p:txBody>
      </p:sp>
    </p:spTree>
    <p:extLst>
      <p:ext uri="{BB962C8B-B14F-4D97-AF65-F5344CB8AC3E}">
        <p14:creationId xmlns:p14="http://schemas.microsoft.com/office/powerpoint/2010/main" val="254269869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1201E3-0D64-4A5D-8EB8-CC43A51DB65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0394662-9C52-1313-4712-FFF149AA143E}"/>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1886ECBF-C71B-7529-5460-B7772AD5279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6011BEC-1223-4F7C-12A2-F78913A5E768}"/>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5B5CC5D-2A3E-E346-B73B-DFA9DC85AFAB}" type="slidenum">
              <a:rPr kumimoji="0" lang="en-US" sz="1400" b="0" i="0" u="none" strike="noStrike" kern="1200" cap="none" spc="0" normalizeH="0" baseline="0" noProof="0" smtClean="0">
                <a:ln>
                  <a:noFill/>
                </a:ln>
                <a:solidFill>
                  <a:prstClr val="black"/>
                </a:solidFill>
                <a:effectLst/>
                <a:uLnTx/>
                <a:uFillTx/>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1400" b="0" i="0" u="none" strike="noStrike" kern="1200" cap="none" spc="0" normalizeH="0" baseline="0" noProof="0" dirty="0">
              <a:ln>
                <a:noFill/>
              </a:ln>
              <a:solidFill>
                <a:prstClr val="black"/>
              </a:solidFill>
              <a:effectLst/>
              <a:uLnTx/>
              <a:uFillTx/>
              <a:ea typeface="+mn-ea"/>
              <a:cs typeface="+mn-cs"/>
            </a:endParaRPr>
          </a:p>
        </p:txBody>
      </p:sp>
    </p:spTree>
    <p:extLst>
      <p:ext uri="{BB962C8B-B14F-4D97-AF65-F5344CB8AC3E}">
        <p14:creationId xmlns:p14="http://schemas.microsoft.com/office/powerpoint/2010/main" val="67987244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00C0D0-A204-A6F6-583F-9D66556766F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CC00EA9-E86C-1E82-61DE-07C7900A56AC}"/>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3E49C2D4-B2E5-014A-970C-8413007E9CB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833DBA7-A70D-7C6A-C623-9F7A928460DC}"/>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5B5CC5D-2A3E-E346-B73B-DFA9DC85AFAB}" type="slidenum">
              <a:rPr kumimoji="0" lang="en-US" sz="1400" b="0" i="0" u="none" strike="noStrike" kern="1200" cap="none" spc="0" normalizeH="0" baseline="0" noProof="0" smtClean="0">
                <a:ln>
                  <a:noFill/>
                </a:ln>
                <a:solidFill>
                  <a:prstClr val="black"/>
                </a:solidFill>
                <a:effectLst/>
                <a:uLnTx/>
                <a:uFillTx/>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1400" b="0" i="0" u="none" strike="noStrike" kern="1200" cap="none" spc="0" normalizeH="0" baseline="0" noProof="0" dirty="0">
              <a:ln>
                <a:noFill/>
              </a:ln>
              <a:solidFill>
                <a:prstClr val="black"/>
              </a:solidFill>
              <a:effectLst/>
              <a:uLnTx/>
              <a:uFillTx/>
              <a:ea typeface="+mn-ea"/>
              <a:cs typeface="+mn-cs"/>
            </a:endParaRPr>
          </a:p>
        </p:txBody>
      </p:sp>
    </p:spTree>
    <p:extLst>
      <p:ext uri="{BB962C8B-B14F-4D97-AF65-F5344CB8AC3E}">
        <p14:creationId xmlns:p14="http://schemas.microsoft.com/office/powerpoint/2010/main" val="146489182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3A21FE-C674-E184-7AAD-B1265FE4552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70D678E-9DC9-68F3-920B-53EB0EFCAC99}"/>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B1DE7A30-A847-7D2F-D1C7-95D76552534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25AD501-37AC-7C75-2232-16F89B9012AA}"/>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5B5CC5D-2A3E-E346-B73B-DFA9DC85AFAB}" type="slidenum">
              <a:rPr kumimoji="0" lang="en-US" sz="1400" b="0" i="0" u="none" strike="noStrike" kern="1200" cap="none" spc="0" normalizeH="0" baseline="0" noProof="0" smtClean="0">
                <a:ln>
                  <a:noFill/>
                </a:ln>
                <a:solidFill>
                  <a:prstClr val="black"/>
                </a:solidFill>
                <a:effectLst/>
                <a:uLnTx/>
                <a:uFillTx/>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1400" b="0" i="0" u="none" strike="noStrike" kern="1200" cap="none" spc="0" normalizeH="0" baseline="0" noProof="0" dirty="0">
              <a:ln>
                <a:noFill/>
              </a:ln>
              <a:solidFill>
                <a:prstClr val="black"/>
              </a:solidFill>
              <a:effectLst/>
              <a:uLnTx/>
              <a:uFillTx/>
              <a:ea typeface="+mn-ea"/>
              <a:cs typeface="+mn-cs"/>
            </a:endParaRPr>
          </a:p>
        </p:txBody>
      </p:sp>
    </p:spTree>
    <p:extLst>
      <p:ext uri="{BB962C8B-B14F-4D97-AF65-F5344CB8AC3E}">
        <p14:creationId xmlns:p14="http://schemas.microsoft.com/office/powerpoint/2010/main" val="123679548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F7DB7E-6173-860A-DBE5-D67FD288309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F5AE1C6-DD57-2D3F-6062-CC8F54E5FF35}"/>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CADDE8A3-E9CC-C44E-7E39-0E0A072035A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5FCDA56-A134-16B9-0FE9-7DA4D5186BC4}"/>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5B5CC5D-2A3E-E346-B73B-DFA9DC85AFAB}" type="slidenum">
              <a:rPr kumimoji="0" lang="en-US" sz="14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7431784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CAC391-2EF0-75FE-61DB-76C16E2061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66C3289-CB26-2556-4AE7-DF988109BC2C}"/>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13B454E0-CCA1-7E76-BD0D-7D09A173E52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1CA9D62-BAA9-363B-28A6-DAAD5E11DC87}"/>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5B5CC5D-2A3E-E346-B73B-DFA9DC85AFAB}" type="slidenum">
              <a:rPr kumimoji="0" lang="en-US" sz="14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72212747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93EA0D-F8A9-535D-425E-36C5BAEEB7C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EBFE0AB-FB04-9358-DB47-E81C1B315BAD}"/>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87D2B993-DA7C-206D-2D3A-CAC93611857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2D4005E-DCA6-B30A-C467-AF79CDBE892F}"/>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5B5CC5D-2A3E-E346-B73B-DFA9DC85AFAB}" type="slidenum">
              <a:rPr kumimoji="0" lang="en-US" sz="1400" b="0" i="0" u="none" strike="noStrike" kern="1200" cap="none" spc="0" normalizeH="0" baseline="0" noProof="0" smtClean="0">
                <a:ln>
                  <a:noFill/>
                </a:ln>
                <a:solidFill>
                  <a:prstClr val="black"/>
                </a:solidFill>
                <a:effectLst/>
                <a:uLnTx/>
                <a:uFillTx/>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US" sz="1400" b="0" i="0" u="none" strike="noStrike" kern="1200" cap="none" spc="0" normalizeH="0" baseline="0" noProof="0" dirty="0">
              <a:ln>
                <a:noFill/>
              </a:ln>
              <a:solidFill>
                <a:prstClr val="black"/>
              </a:solidFill>
              <a:effectLst/>
              <a:uLnTx/>
              <a:uFillTx/>
              <a:ea typeface="+mn-ea"/>
              <a:cs typeface="+mn-cs"/>
            </a:endParaRPr>
          </a:p>
        </p:txBody>
      </p:sp>
    </p:spTree>
    <p:extLst>
      <p:ext uri="{BB962C8B-B14F-4D97-AF65-F5344CB8AC3E}">
        <p14:creationId xmlns:p14="http://schemas.microsoft.com/office/powerpoint/2010/main" val="103041457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B1D47C-D9FB-FDB2-F06B-6F6F74EEFE0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83B3CB9-9A4F-413A-FD83-5F91D3C5B701}"/>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A603C56B-97ED-D5A4-1F6A-F3C4A915A50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46E400C-3487-E24D-104C-415D4CA88077}"/>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5B5CC5D-2A3E-E346-B73B-DFA9DC85AFAB}" type="slidenum">
              <a:rPr kumimoji="0" lang="en-US" sz="1400" b="0" i="0" u="none" strike="noStrike" kern="1200" cap="none" spc="0" normalizeH="0" baseline="0" noProof="0" smtClean="0">
                <a:ln>
                  <a:noFill/>
                </a:ln>
                <a:solidFill>
                  <a:prstClr val="black"/>
                </a:solidFill>
                <a:effectLst/>
                <a:uLnTx/>
                <a:uFillTx/>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US" sz="1400" b="0" i="0" u="none" strike="noStrike" kern="1200" cap="none" spc="0" normalizeH="0" baseline="0" noProof="0" dirty="0">
              <a:ln>
                <a:noFill/>
              </a:ln>
              <a:solidFill>
                <a:prstClr val="black"/>
              </a:solidFill>
              <a:effectLst/>
              <a:uLnTx/>
              <a:uFillTx/>
              <a:ea typeface="+mn-ea"/>
              <a:cs typeface="+mn-cs"/>
            </a:endParaRPr>
          </a:p>
        </p:txBody>
      </p:sp>
    </p:spTree>
    <p:extLst>
      <p:ext uri="{BB962C8B-B14F-4D97-AF65-F5344CB8AC3E}">
        <p14:creationId xmlns:p14="http://schemas.microsoft.com/office/powerpoint/2010/main" val="87657161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F2DDE-0751-FF9C-6BC9-AABD7987A34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C7EAD63-C2A7-E047-74A6-1134BEF98AB7}"/>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283F7B37-9D29-E7B6-E137-FB9E9F188BE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7D474A0-7F0B-3E84-520E-B976774F4BFD}"/>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5B5CC5D-2A3E-E346-B73B-DFA9DC85AFAB}" type="slidenum">
              <a:rPr kumimoji="0" lang="en-US" sz="1400" b="0" i="0" u="none" strike="noStrike" kern="1200" cap="none" spc="0" normalizeH="0" baseline="0" noProof="0" smtClean="0">
                <a:ln>
                  <a:noFill/>
                </a:ln>
                <a:solidFill>
                  <a:prstClr val="black"/>
                </a:solidFill>
                <a:effectLst/>
                <a:uLnTx/>
                <a:uFillTx/>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US" sz="1400" b="0" i="0" u="none" strike="noStrike" kern="1200" cap="none" spc="0" normalizeH="0" baseline="0" noProof="0" dirty="0">
              <a:ln>
                <a:noFill/>
              </a:ln>
              <a:solidFill>
                <a:prstClr val="black"/>
              </a:solidFill>
              <a:effectLst/>
              <a:uLnTx/>
              <a:uFillTx/>
              <a:ea typeface="+mn-ea"/>
              <a:cs typeface="+mn-cs"/>
            </a:endParaRPr>
          </a:p>
        </p:txBody>
      </p:sp>
    </p:spTree>
    <p:extLst>
      <p:ext uri="{BB962C8B-B14F-4D97-AF65-F5344CB8AC3E}">
        <p14:creationId xmlns:p14="http://schemas.microsoft.com/office/powerpoint/2010/main" val="146246931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BEDD13-9B40-A928-66BF-15960006FF7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0C93350-5363-39D5-547F-3AA8817FAB6C}"/>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C5E1753F-84E7-4F25-DC40-F1B76DCA1E9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A018031-238C-A910-4251-DE073C6A14C1}"/>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5B5CC5D-2A3E-E346-B73B-DFA9DC85AFAB}" type="slidenum">
              <a:rPr kumimoji="0" lang="en-US" sz="1400" b="0" i="0" u="none" strike="noStrike" kern="1200" cap="none" spc="0" normalizeH="0" baseline="0" noProof="0" smtClean="0">
                <a:ln>
                  <a:noFill/>
                </a:ln>
                <a:solidFill>
                  <a:prstClr val="black"/>
                </a:solidFill>
                <a:effectLst/>
                <a:uLnTx/>
                <a:uFillTx/>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US" sz="1400" b="0" i="0" u="none" strike="noStrike" kern="1200" cap="none" spc="0" normalizeH="0" baseline="0" noProof="0" dirty="0">
              <a:ln>
                <a:noFill/>
              </a:ln>
              <a:solidFill>
                <a:prstClr val="black"/>
              </a:solidFill>
              <a:effectLst/>
              <a:uLnTx/>
              <a:uFillTx/>
              <a:ea typeface="+mn-ea"/>
              <a:cs typeface="+mn-cs"/>
            </a:endParaRPr>
          </a:p>
        </p:txBody>
      </p:sp>
    </p:spTree>
    <p:extLst>
      <p:ext uri="{BB962C8B-B14F-4D97-AF65-F5344CB8AC3E}">
        <p14:creationId xmlns:p14="http://schemas.microsoft.com/office/powerpoint/2010/main" val="365253580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32CE86-B917-82B2-3A9F-24C7B75A77A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1B5D672-3C2C-842C-CB31-3046AB8C57D0}"/>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F3C7DB03-4217-4603-890D-52ABDBF68AE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2AB6661-C38F-E275-950A-0E6D4339E5B9}"/>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5B5CC5D-2A3E-E346-B73B-DFA9DC85AFAB}" type="slidenum">
              <a:rPr kumimoji="0" lang="en-US" sz="1400" b="0" i="0" u="none" strike="noStrike" kern="1200" cap="none" spc="0" normalizeH="0" baseline="0" noProof="0" smtClean="0">
                <a:ln>
                  <a:noFill/>
                </a:ln>
                <a:solidFill>
                  <a:prstClr val="black"/>
                </a:solidFill>
                <a:effectLst/>
                <a:uLnTx/>
                <a:uFillTx/>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n-US" sz="1400" b="0" i="0" u="none" strike="noStrike" kern="1200" cap="none" spc="0" normalizeH="0" baseline="0" noProof="0" dirty="0">
              <a:ln>
                <a:noFill/>
              </a:ln>
              <a:solidFill>
                <a:prstClr val="black"/>
              </a:solidFill>
              <a:effectLst/>
              <a:uLnTx/>
              <a:uFillTx/>
              <a:ea typeface="+mn-ea"/>
              <a:cs typeface="+mn-cs"/>
            </a:endParaRPr>
          </a:p>
        </p:txBody>
      </p:sp>
    </p:spTree>
    <p:extLst>
      <p:ext uri="{BB962C8B-B14F-4D97-AF65-F5344CB8AC3E}">
        <p14:creationId xmlns:p14="http://schemas.microsoft.com/office/powerpoint/2010/main" val="125362371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03F1EB-8A58-F0A4-2AA8-C3230D95727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D39DDF2-F187-85AC-A60E-2F6AC0129237}"/>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7C7C605A-6531-3F6B-CDCB-4894CA9E967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706B198-94BF-EA64-7064-6D49AAA0EB6F}"/>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5B5CC5D-2A3E-E346-B73B-DFA9DC85AFAB}" type="slidenum">
              <a:rPr kumimoji="0" lang="en-US" sz="1400" b="0" i="0" u="none" strike="noStrike" kern="1200" cap="none" spc="0" normalizeH="0" baseline="0" noProof="0" smtClean="0">
                <a:ln>
                  <a:noFill/>
                </a:ln>
                <a:solidFill>
                  <a:prstClr val="black"/>
                </a:solidFill>
                <a:effectLst/>
                <a:uLnTx/>
                <a:uFillTx/>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n-US" sz="1400" b="0" i="0" u="none" strike="noStrike" kern="1200" cap="none" spc="0" normalizeH="0" baseline="0" noProof="0" dirty="0">
              <a:ln>
                <a:noFill/>
              </a:ln>
              <a:solidFill>
                <a:prstClr val="black"/>
              </a:solidFill>
              <a:effectLst/>
              <a:uLnTx/>
              <a:uFillTx/>
              <a:ea typeface="+mn-ea"/>
              <a:cs typeface="+mn-cs"/>
            </a:endParaRPr>
          </a:p>
        </p:txBody>
      </p:sp>
    </p:spTree>
    <p:extLst>
      <p:ext uri="{BB962C8B-B14F-4D97-AF65-F5344CB8AC3E}">
        <p14:creationId xmlns:p14="http://schemas.microsoft.com/office/powerpoint/2010/main" val="266129378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E4C90D-F626-BDF5-27AA-643E00E5AE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2EEDEAC-8963-7AFC-AFCA-2FD7303BA703}"/>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C1A330DC-A5D8-DCB2-DD62-22D7077B436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E4F13FA-EDB0-7EA3-B0DD-C2DA995F7BF0}"/>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5B5CC5D-2A3E-E346-B73B-DFA9DC85AFAB}" type="slidenum">
              <a:rPr kumimoji="0" lang="en-US" sz="1400" b="0" i="0" u="none" strike="noStrike" kern="1200" cap="none" spc="0" normalizeH="0" baseline="0" noProof="0" smtClean="0">
                <a:ln>
                  <a:noFill/>
                </a:ln>
                <a:solidFill>
                  <a:prstClr val="black"/>
                </a:solidFill>
                <a:effectLst/>
                <a:uLnTx/>
                <a:uFillTx/>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n-US" sz="1400" b="0" i="0" u="none" strike="noStrike" kern="1200" cap="none" spc="0" normalizeH="0" baseline="0" noProof="0" dirty="0">
              <a:ln>
                <a:noFill/>
              </a:ln>
              <a:solidFill>
                <a:prstClr val="black"/>
              </a:solidFill>
              <a:effectLst/>
              <a:uLnTx/>
              <a:uFillTx/>
              <a:ea typeface="+mn-ea"/>
              <a:cs typeface="+mn-cs"/>
            </a:endParaRPr>
          </a:p>
        </p:txBody>
      </p:sp>
    </p:spTree>
    <p:extLst>
      <p:ext uri="{BB962C8B-B14F-4D97-AF65-F5344CB8AC3E}">
        <p14:creationId xmlns:p14="http://schemas.microsoft.com/office/powerpoint/2010/main" val="354529736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3A1484-05AB-F6A5-8B02-C6A5B939F88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84CCAA1-2A5E-85B5-05E0-BE4CDF1533A6}"/>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A5435326-DCD8-12D3-3229-69C028DC4FD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9B873DF-0163-6B6A-5F69-E2E031467A7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5B5CC5D-2A3E-E346-B73B-DFA9DC85AFAB}" type="slidenum">
              <a:rPr kumimoji="0" lang="en-US" sz="1400" b="0" i="0" u="none" strike="noStrike" kern="1200" cap="none" spc="0" normalizeH="0" baseline="0" noProof="0" smtClean="0">
                <a:ln>
                  <a:noFill/>
                </a:ln>
                <a:solidFill>
                  <a:prstClr val="black"/>
                </a:solidFill>
                <a:effectLst/>
                <a:uLnTx/>
                <a:uFillTx/>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en-US" sz="1400" b="0" i="0" u="none" strike="noStrike" kern="1200" cap="none" spc="0" normalizeH="0" baseline="0" noProof="0" dirty="0">
              <a:ln>
                <a:noFill/>
              </a:ln>
              <a:solidFill>
                <a:prstClr val="black"/>
              </a:solidFill>
              <a:effectLst/>
              <a:uLnTx/>
              <a:uFillTx/>
              <a:ea typeface="+mn-ea"/>
              <a:cs typeface="+mn-cs"/>
            </a:endParaRPr>
          </a:p>
        </p:txBody>
      </p:sp>
    </p:spTree>
    <p:extLst>
      <p:ext uri="{BB962C8B-B14F-4D97-AF65-F5344CB8AC3E}">
        <p14:creationId xmlns:p14="http://schemas.microsoft.com/office/powerpoint/2010/main" val="126539439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A70014-2392-EA03-EE8A-A64849968B1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66952B4-A61E-0613-4045-7166F9E623DA}"/>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2BAAE7F5-ADB6-7B5A-C6C6-362F48E0A3D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ED8DD0E-5E9E-B9C1-84A1-569D899E7A2C}"/>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5B5CC5D-2A3E-E346-B73B-DFA9DC85AFAB}" type="slidenum">
              <a:rPr kumimoji="0" lang="en-US" sz="1400" b="0" i="0" u="none" strike="noStrike" kern="1200" cap="none" spc="0" normalizeH="0" baseline="0" noProof="0" smtClean="0">
                <a:ln>
                  <a:noFill/>
                </a:ln>
                <a:solidFill>
                  <a:prstClr val="black"/>
                </a:solidFill>
                <a:effectLst/>
                <a:uLnTx/>
                <a:uFillTx/>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en-US" sz="1400" b="0" i="0" u="none" strike="noStrike" kern="1200" cap="none" spc="0" normalizeH="0" baseline="0" noProof="0" dirty="0">
              <a:ln>
                <a:noFill/>
              </a:ln>
              <a:solidFill>
                <a:prstClr val="black"/>
              </a:solidFill>
              <a:effectLst/>
              <a:uLnTx/>
              <a:uFillTx/>
              <a:ea typeface="+mn-ea"/>
              <a:cs typeface="+mn-cs"/>
            </a:endParaRPr>
          </a:p>
        </p:txBody>
      </p:sp>
    </p:spTree>
    <p:extLst>
      <p:ext uri="{BB962C8B-B14F-4D97-AF65-F5344CB8AC3E}">
        <p14:creationId xmlns:p14="http://schemas.microsoft.com/office/powerpoint/2010/main" val="55204743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E85213-64A9-BCC9-6F21-5B5578818E3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648C322-5742-A7E7-DA1D-B2FBE3478FCD}"/>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04E6CB94-808F-FB90-78A4-4F6064FC46B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F365413-B5E3-D378-85EB-64E40F4743CF}"/>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5B5CC5D-2A3E-E346-B73B-DFA9DC85AFAB}" type="slidenum">
              <a:rPr kumimoji="0" lang="en-US" sz="1400" b="0" i="0" u="none" strike="noStrike" kern="1200" cap="none" spc="0" normalizeH="0" baseline="0" noProof="0" smtClean="0">
                <a:ln>
                  <a:noFill/>
                </a:ln>
                <a:solidFill>
                  <a:prstClr val="black"/>
                </a:solidFill>
                <a:effectLst/>
                <a:uLnTx/>
                <a:uFillTx/>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en-US" sz="1400" b="0" i="0" u="none" strike="noStrike" kern="1200" cap="none" spc="0" normalizeH="0" baseline="0" noProof="0" dirty="0">
              <a:ln>
                <a:noFill/>
              </a:ln>
              <a:solidFill>
                <a:prstClr val="black"/>
              </a:solidFill>
              <a:effectLst/>
              <a:uLnTx/>
              <a:uFillTx/>
              <a:ea typeface="+mn-ea"/>
              <a:cs typeface="+mn-cs"/>
            </a:endParaRPr>
          </a:p>
        </p:txBody>
      </p:sp>
    </p:spTree>
    <p:extLst>
      <p:ext uri="{BB962C8B-B14F-4D97-AF65-F5344CB8AC3E}">
        <p14:creationId xmlns:p14="http://schemas.microsoft.com/office/powerpoint/2010/main" val="136859215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542A2A-5922-E1C7-268E-E58589576B4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730699D-C722-B21F-1C27-1E8DAED8AFCA}"/>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48CB6EBD-FA0E-EC92-949D-F1357689537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EBF6763-7CDA-8028-9476-5DBC17DAE04F}"/>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5B5CC5D-2A3E-E346-B73B-DFA9DC85AFAB}" type="slidenum">
              <a:rPr kumimoji="0" lang="en-US" sz="1400" b="0" i="0" u="none" strike="noStrike" kern="1200" cap="none" spc="0" normalizeH="0" baseline="0" noProof="0" smtClean="0">
                <a:ln>
                  <a:noFill/>
                </a:ln>
                <a:solidFill>
                  <a:prstClr val="black"/>
                </a:solidFill>
                <a:effectLst/>
                <a:uLnTx/>
                <a:uFillTx/>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en-US" sz="1400" b="0" i="0" u="none" strike="noStrike" kern="1200" cap="none" spc="0" normalizeH="0" baseline="0" noProof="0" dirty="0">
              <a:ln>
                <a:noFill/>
              </a:ln>
              <a:solidFill>
                <a:prstClr val="black"/>
              </a:solidFill>
              <a:effectLst/>
              <a:uLnTx/>
              <a:uFillTx/>
              <a:ea typeface="+mn-ea"/>
              <a:cs typeface="+mn-cs"/>
            </a:endParaRPr>
          </a:p>
        </p:txBody>
      </p:sp>
    </p:spTree>
    <p:extLst>
      <p:ext uri="{BB962C8B-B14F-4D97-AF65-F5344CB8AC3E}">
        <p14:creationId xmlns:p14="http://schemas.microsoft.com/office/powerpoint/2010/main" val="56622316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BA988B-1060-618D-6DB2-3FAA2ACE5C0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1324825-FE2C-56C3-33CF-02A8BE632BC6}"/>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45045C29-78A1-2A5C-3790-08DFA6AA260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8A7ABDE-7411-E794-DA9F-C8A78418FCE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5B5CC5D-2A3E-E346-B73B-DFA9DC85AFAB}" type="slidenum">
              <a:rPr kumimoji="0" lang="en-US" sz="1400" b="0" i="0" u="none" strike="noStrike" kern="1200" cap="none" spc="0" normalizeH="0" baseline="0" noProof="0" smtClean="0">
                <a:ln>
                  <a:noFill/>
                </a:ln>
                <a:solidFill>
                  <a:prstClr val="black"/>
                </a:solidFill>
                <a:effectLst/>
                <a:uLnTx/>
                <a:uFillTx/>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en-US" sz="1400" b="0" i="0" u="none" strike="noStrike" kern="1200" cap="none" spc="0" normalizeH="0" baseline="0" noProof="0" dirty="0">
              <a:ln>
                <a:noFill/>
              </a:ln>
              <a:solidFill>
                <a:prstClr val="black"/>
              </a:solidFill>
              <a:effectLst/>
              <a:uLnTx/>
              <a:uFillTx/>
              <a:ea typeface="+mn-ea"/>
              <a:cs typeface="+mn-cs"/>
            </a:endParaRPr>
          </a:p>
        </p:txBody>
      </p:sp>
    </p:spTree>
    <p:extLst>
      <p:ext uri="{BB962C8B-B14F-4D97-AF65-F5344CB8AC3E}">
        <p14:creationId xmlns:p14="http://schemas.microsoft.com/office/powerpoint/2010/main" val="297692139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17C05C-58EA-CE56-4D50-9B6E341109A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111801B-13B0-0F5A-469D-B921A100C53D}"/>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67882619-7964-055F-06AE-6E74FCC7674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1F29D4E-8196-6D4D-8EC8-8914CBEC2AD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5B5CC5D-2A3E-E346-B73B-DFA9DC85AFAB}" type="slidenum">
              <a:rPr kumimoji="0" lang="en-US" sz="1400" b="0" i="0" u="none" strike="noStrike" kern="1200" cap="none" spc="0" normalizeH="0" baseline="0" noProof="0" smtClean="0">
                <a:ln>
                  <a:noFill/>
                </a:ln>
                <a:solidFill>
                  <a:prstClr val="black"/>
                </a:solidFill>
                <a:effectLst/>
                <a:uLnTx/>
                <a:uFillTx/>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0" lang="en-US" sz="1400" b="0" i="0" u="none" strike="noStrike" kern="1200" cap="none" spc="0" normalizeH="0" baseline="0" noProof="0" dirty="0">
              <a:ln>
                <a:noFill/>
              </a:ln>
              <a:solidFill>
                <a:prstClr val="black"/>
              </a:solidFill>
              <a:effectLst/>
              <a:uLnTx/>
              <a:uFillTx/>
              <a:ea typeface="+mn-ea"/>
              <a:cs typeface="+mn-cs"/>
            </a:endParaRPr>
          </a:p>
        </p:txBody>
      </p:sp>
    </p:spTree>
    <p:extLst>
      <p:ext uri="{BB962C8B-B14F-4D97-AF65-F5344CB8AC3E}">
        <p14:creationId xmlns:p14="http://schemas.microsoft.com/office/powerpoint/2010/main" val="23617445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0FEF66-7017-56AF-EA70-AE639446DC0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5044E80-5511-ABB4-CBA9-D7114438D74A}"/>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83BBA6AF-DD13-3D01-6CDA-DE906057E6C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7B1FAF0-B3C0-DDE1-4B1D-75BA41E9ADE2}"/>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5B5CC5D-2A3E-E346-B73B-DFA9DC85AFAB}" type="slidenum">
              <a:rPr kumimoji="0" lang="en-US" sz="1400" b="0" i="0" u="none" strike="noStrike" kern="1200" cap="none" spc="0" normalizeH="0" baseline="0" noProof="0" smtClean="0">
                <a:ln>
                  <a:noFill/>
                </a:ln>
                <a:solidFill>
                  <a:prstClr val="black"/>
                </a:solidFill>
                <a:effectLst/>
                <a:uLnTx/>
                <a:uFillTx/>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27</a:t>
            </a:fld>
            <a:endParaRPr kumimoji="0" lang="en-US" sz="1400" b="0" i="0" u="none" strike="noStrike" kern="1200" cap="none" spc="0" normalizeH="0" baseline="0" noProof="0" dirty="0">
              <a:ln>
                <a:noFill/>
              </a:ln>
              <a:solidFill>
                <a:prstClr val="black"/>
              </a:solidFill>
              <a:effectLst/>
              <a:uLnTx/>
              <a:uFillTx/>
              <a:ea typeface="+mn-ea"/>
              <a:cs typeface="+mn-cs"/>
            </a:endParaRPr>
          </a:p>
        </p:txBody>
      </p:sp>
    </p:spTree>
    <p:extLst>
      <p:ext uri="{BB962C8B-B14F-4D97-AF65-F5344CB8AC3E}">
        <p14:creationId xmlns:p14="http://schemas.microsoft.com/office/powerpoint/2010/main" val="168180428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50FA60-5B58-8A3B-BE1B-A9E181A47C8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8C11184-48BC-8DE8-C489-356D8D3F4202}"/>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FC86131C-529E-4ABF-7DD5-B19F4C8D76A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BED9090-2042-10A4-CB79-3255359D26CD}"/>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5B5CC5D-2A3E-E346-B73B-DFA9DC85AFAB}" type="slidenum">
              <a:rPr kumimoji="0" lang="en-US" sz="1400" b="0" i="0" u="none" strike="noStrike" kern="1200" cap="none" spc="0" normalizeH="0" baseline="0" noProof="0" smtClean="0">
                <a:ln>
                  <a:noFill/>
                </a:ln>
                <a:solidFill>
                  <a:prstClr val="black"/>
                </a:solidFill>
                <a:effectLst/>
                <a:uLnTx/>
                <a:uFillTx/>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28</a:t>
            </a:fld>
            <a:endParaRPr kumimoji="0" lang="en-US" sz="1400" b="0" i="0" u="none" strike="noStrike" kern="1200" cap="none" spc="0" normalizeH="0" baseline="0" noProof="0" dirty="0">
              <a:ln>
                <a:noFill/>
              </a:ln>
              <a:solidFill>
                <a:prstClr val="black"/>
              </a:solidFill>
              <a:effectLst/>
              <a:uLnTx/>
              <a:uFillTx/>
              <a:ea typeface="+mn-ea"/>
              <a:cs typeface="+mn-cs"/>
            </a:endParaRPr>
          </a:p>
        </p:txBody>
      </p:sp>
    </p:spTree>
    <p:extLst>
      <p:ext uri="{BB962C8B-B14F-4D97-AF65-F5344CB8AC3E}">
        <p14:creationId xmlns:p14="http://schemas.microsoft.com/office/powerpoint/2010/main" val="314442419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A87C56-4DBF-45D7-6B35-5ED5EB15074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A8E55C6-62A0-5210-8626-67F8812A0021}"/>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FA335990-4114-A284-920D-BFD4ED21F46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149088E-5E2F-A11E-5912-3372E5991FC2}"/>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5B5CC5D-2A3E-E346-B73B-DFA9DC85AFAB}" type="slidenum">
              <a:rPr kumimoji="0" lang="en-US" sz="1400" b="0" i="0" u="none" strike="noStrike" kern="1200" cap="none" spc="0" normalizeH="0" baseline="0" noProof="0" smtClean="0">
                <a:ln>
                  <a:noFill/>
                </a:ln>
                <a:solidFill>
                  <a:prstClr val="black"/>
                </a:solidFill>
                <a:effectLst/>
                <a:uLnTx/>
                <a:uFillTx/>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29</a:t>
            </a:fld>
            <a:endParaRPr kumimoji="0" lang="en-US" sz="1400" b="0" i="0" u="none" strike="noStrike" kern="1200" cap="none" spc="0" normalizeH="0" baseline="0" noProof="0" dirty="0">
              <a:ln>
                <a:noFill/>
              </a:ln>
              <a:solidFill>
                <a:prstClr val="black"/>
              </a:solidFill>
              <a:effectLst/>
              <a:uLnTx/>
              <a:uFillTx/>
              <a:ea typeface="+mn-ea"/>
              <a:cs typeface="+mn-cs"/>
            </a:endParaRPr>
          </a:p>
        </p:txBody>
      </p:sp>
    </p:spTree>
    <p:extLst>
      <p:ext uri="{BB962C8B-B14F-4D97-AF65-F5344CB8AC3E}">
        <p14:creationId xmlns:p14="http://schemas.microsoft.com/office/powerpoint/2010/main" val="273864857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817F6B-244D-B04C-2FC0-83AC47F7DE6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1692CC3-B6A8-BCD2-7DD2-FCFAF91BA624}"/>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B7318C13-933F-CF39-F065-3F7F0378F7F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3116049-68B1-7C03-442D-90C7D3D132E5}"/>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5B5CC5D-2A3E-E346-B73B-DFA9DC85AFAB}" type="slidenum">
              <a:rPr kumimoji="0" lang="en-US" sz="1400" b="0" i="0" u="none" strike="noStrike" kern="1200" cap="none" spc="0" normalizeH="0" baseline="0" noProof="0" smtClean="0">
                <a:ln>
                  <a:noFill/>
                </a:ln>
                <a:solidFill>
                  <a:prstClr val="black"/>
                </a:solidFill>
                <a:effectLst/>
                <a:uLnTx/>
                <a:uFillTx/>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30</a:t>
            </a:fld>
            <a:endParaRPr kumimoji="0" lang="en-US" sz="1400" b="0" i="0" u="none" strike="noStrike" kern="1200" cap="none" spc="0" normalizeH="0" baseline="0" noProof="0" dirty="0">
              <a:ln>
                <a:noFill/>
              </a:ln>
              <a:solidFill>
                <a:prstClr val="black"/>
              </a:solidFill>
              <a:effectLst/>
              <a:uLnTx/>
              <a:uFillTx/>
              <a:ea typeface="+mn-ea"/>
              <a:cs typeface="+mn-cs"/>
            </a:endParaRPr>
          </a:p>
        </p:txBody>
      </p:sp>
    </p:spTree>
    <p:extLst>
      <p:ext uri="{BB962C8B-B14F-4D97-AF65-F5344CB8AC3E}">
        <p14:creationId xmlns:p14="http://schemas.microsoft.com/office/powerpoint/2010/main" val="249156505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32"/>
        <p:cNvGrpSpPr/>
        <p:nvPr/>
      </p:nvGrpSpPr>
      <p:grpSpPr>
        <a:xfrm>
          <a:off x="0" y="0"/>
          <a:ext cx="0" cy="0"/>
          <a:chOff x="0" y="0"/>
          <a:chExt cx="0" cy="0"/>
        </a:xfrm>
      </p:grpSpPr>
      <p:sp>
        <p:nvSpPr>
          <p:cNvPr id="16533" name="Google Shape;16533;p42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534" name="Google Shape;16534;p42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38"/>
        <p:cNvGrpSpPr/>
        <p:nvPr/>
      </p:nvGrpSpPr>
      <p:grpSpPr>
        <a:xfrm>
          <a:off x="0" y="0"/>
          <a:ext cx="0" cy="0"/>
          <a:chOff x="0" y="0"/>
          <a:chExt cx="0" cy="0"/>
        </a:xfrm>
      </p:grpSpPr>
      <p:sp>
        <p:nvSpPr>
          <p:cNvPr id="16539" name="Google Shape;16539;p42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540" name="Google Shape;16540;p42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541" name="Google Shape;16541;p42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400"/>
              <a:buFont typeface="Sakkal Majalla"/>
              <a:buNone/>
            </a:pPr>
            <a:fld id="{00000000-1234-1234-1234-123412341234}" type="slidenum">
              <a:rPr lang="ar-SA" sz="1400" b="0" i="0" u="none" strike="noStrike" cap="none">
                <a:solidFill>
                  <a:srgbClr val="000000"/>
                </a:solidFill>
              </a:rPr>
              <a:t>32</a:t>
            </a:fld>
            <a:endParaRPr sz="1400" b="0" i="0" u="none" strike="noStrike" cap="none">
              <a:solidFill>
                <a:srgbClr val="000000"/>
              </a:solidFill>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49"/>
        <p:cNvGrpSpPr/>
        <p:nvPr/>
      </p:nvGrpSpPr>
      <p:grpSpPr>
        <a:xfrm>
          <a:off x="0" y="0"/>
          <a:ext cx="0" cy="0"/>
          <a:chOff x="0" y="0"/>
          <a:chExt cx="0" cy="0"/>
        </a:xfrm>
      </p:grpSpPr>
      <p:sp>
        <p:nvSpPr>
          <p:cNvPr id="16550" name="Google Shape;16550;p4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551" name="Google Shape;16551;p42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552" name="Google Shape;16552;p42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400"/>
              <a:buFont typeface="Sakkal Majalla"/>
              <a:buNone/>
            </a:pPr>
            <a:fld id="{00000000-1234-1234-1234-123412341234}" type="slidenum">
              <a:rPr lang="ar-SA" sz="1400" b="0" i="0" u="none" strike="noStrike" cap="none">
                <a:solidFill>
                  <a:srgbClr val="000000"/>
                </a:solidFill>
              </a:rPr>
              <a:t>33</a:t>
            </a:fld>
            <a:endParaRPr sz="1400" b="0" i="0" u="none" strike="noStrike" cap="none">
              <a:solidFill>
                <a:srgbClr val="000000"/>
              </a:solidFill>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60"/>
        <p:cNvGrpSpPr/>
        <p:nvPr/>
      </p:nvGrpSpPr>
      <p:grpSpPr>
        <a:xfrm>
          <a:off x="0" y="0"/>
          <a:ext cx="0" cy="0"/>
          <a:chOff x="0" y="0"/>
          <a:chExt cx="0" cy="0"/>
        </a:xfrm>
      </p:grpSpPr>
      <p:sp>
        <p:nvSpPr>
          <p:cNvPr id="16561" name="Google Shape;16561;p42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562" name="Google Shape;16562;p42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563" name="Google Shape;16563;p42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400"/>
              <a:buFont typeface="Sakkal Majalla"/>
              <a:buNone/>
            </a:pPr>
            <a:fld id="{00000000-1234-1234-1234-123412341234}" type="slidenum">
              <a:rPr lang="ar-SA" sz="1400" b="0" i="0" u="none" strike="noStrike" cap="none">
                <a:solidFill>
                  <a:srgbClr val="000000"/>
                </a:solidFill>
              </a:rPr>
              <a:t>34</a:t>
            </a:fld>
            <a:endParaRPr sz="1400" b="0" i="0" u="none" strike="noStrike" cap="none">
              <a:solidFill>
                <a:srgbClr val="000000"/>
              </a:solidFill>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72"/>
        <p:cNvGrpSpPr/>
        <p:nvPr/>
      </p:nvGrpSpPr>
      <p:grpSpPr>
        <a:xfrm>
          <a:off x="0" y="0"/>
          <a:ext cx="0" cy="0"/>
          <a:chOff x="0" y="0"/>
          <a:chExt cx="0" cy="0"/>
        </a:xfrm>
      </p:grpSpPr>
      <p:sp>
        <p:nvSpPr>
          <p:cNvPr id="16573" name="Google Shape;16573;p42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574" name="Google Shape;16574;p42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575" name="Google Shape;16575;p42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400"/>
              <a:buFont typeface="Sakkal Majalla"/>
              <a:buNone/>
            </a:pPr>
            <a:fld id="{00000000-1234-1234-1234-123412341234}" type="slidenum">
              <a:rPr lang="ar-SA" sz="1400" b="0" i="0" u="none" strike="noStrike" cap="none">
                <a:solidFill>
                  <a:srgbClr val="000000"/>
                </a:solidFill>
              </a:rPr>
              <a:t>35</a:t>
            </a:fld>
            <a:endParaRPr sz="1400" b="0" i="0" u="none" strike="noStrike" cap="none">
              <a:solidFill>
                <a:srgbClr val="000000"/>
              </a:solidFill>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83"/>
        <p:cNvGrpSpPr/>
        <p:nvPr/>
      </p:nvGrpSpPr>
      <p:grpSpPr>
        <a:xfrm>
          <a:off x="0" y="0"/>
          <a:ext cx="0" cy="0"/>
          <a:chOff x="0" y="0"/>
          <a:chExt cx="0" cy="0"/>
        </a:xfrm>
      </p:grpSpPr>
      <p:sp>
        <p:nvSpPr>
          <p:cNvPr id="16584" name="Google Shape;16584;p42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585" name="Google Shape;16585;p4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oleObject" Target="../embeddings/oleObject1.bin"/><Relationship Id="rId7" Type="http://schemas.openxmlformats.org/officeDocument/2006/relationships/image" Target="../media/image4.png"/><Relationship Id="rId2" Type="http://schemas.openxmlformats.org/officeDocument/2006/relationships/slideMaster" Target="../slideMasters/slideMaster1.xml"/><Relationship Id="rId1" Type="http://schemas.openxmlformats.org/officeDocument/2006/relationships/tags" Target="../tags/tag1.xml"/><Relationship Id="rId6" Type="http://schemas.openxmlformats.org/officeDocument/2006/relationships/image" Target="../media/image3.png"/><Relationship Id="rId5" Type="http://schemas.openxmlformats.org/officeDocument/2006/relationships/image" Target="../media/image2.png"/><Relationship Id="rId4" Type="http://schemas.openxmlformats.org/officeDocument/2006/relationships/image" Target="../media/image1.emf"/></Relationships>
</file>

<file path=ppt/slideLayouts/_rels/slideLayout13.xml.rels><?xml version="1.0" encoding="UTF-8" standalone="yes"?>
<Relationships xmlns="http://schemas.openxmlformats.org/package/2006/relationships"><Relationship Id="rId3" Type="http://schemas.openxmlformats.org/officeDocument/2006/relationships/oleObject" Target="../embeddings/oleObject2.bin"/><Relationship Id="rId7" Type="http://schemas.openxmlformats.org/officeDocument/2006/relationships/image" Target="../media/image8.png"/><Relationship Id="rId2" Type="http://schemas.openxmlformats.org/officeDocument/2006/relationships/slideMaster" Target="../slideMasters/slideMaster1.xml"/><Relationship Id="rId1" Type="http://schemas.openxmlformats.org/officeDocument/2006/relationships/tags" Target="../tags/tag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1.emf"/></Relationships>
</file>

<file path=ppt/slideLayouts/_rels/slideLayout14.xml.rels><?xml version="1.0" encoding="UTF-8" standalone="yes"?>
<Relationships xmlns="http://schemas.openxmlformats.org/package/2006/relationships"><Relationship Id="rId3" Type="http://schemas.openxmlformats.org/officeDocument/2006/relationships/tags" Target="../tags/tag5.xml"/><Relationship Id="rId7" Type="http://schemas.openxmlformats.org/officeDocument/2006/relationships/image" Target="../media/image9.png"/><Relationship Id="rId2" Type="http://schemas.openxmlformats.org/officeDocument/2006/relationships/tags" Target="../tags/tag4.xml"/><Relationship Id="rId1" Type="http://schemas.openxmlformats.org/officeDocument/2006/relationships/tags" Target="../tags/tag3.xml"/><Relationship Id="rId6" Type="http://schemas.openxmlformats.org/officeDocument/2006/relationships/image" Target="../media/image1.emf"/><Relationship Id="rId5" Type="http://schemas.openxmlformats.org/officeDocument/2006/relationships/oleObject" Target="../embeddings/oleObject3.bin"/><Relationship Id="rId4"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0.jpeg"/><Relationship Id="rId7" Type="http://schemas.openxmlformats.org/officeDocument/2006/relationships/image" Target="../media/image12.emf"/><Relationship Id="rId2" Type="http://schemas.openxmlformats.org/officeDocument/2006/relationships/slideMaster" Target="../slideMasters/slideMaster1.xml"/><Relationship Id="rId1" Type="http://schemas.openxmlformats.org/officeDocument/2006/relationships/tags" Target="../tags/tag6.xml"/><Relationship Id="rId6" Type="http://schemas.openxmlformats.org/officeDocument/2006/relationships/oleObject" Target="../embeddings/oleObject4.bin"/><Relationship Id="rId5" Type="http://schemas.microsoft.com/office/2007/relationships/hdphoto" Target="../media/hdphoto1.wdp"/><Relationship Id="rId4" Type="http://schemas.openxmlformats.org/officeDocument/2006/relationships/image" Target="../media/image11.pn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771A5806-8186-456F-981E-1BF4DDFFBC13}" type="datetimeFigureOut">
              <a:rPr lang="en-US" smtClean="0"/>
              <a:t>4/13/2026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7398208-41B1-4969-9E8A-E1338BD07D72}" type="slidenum">
              <a:rPr lang="en-US" smtClean="0"/>
              <a:t>‹#›</a:t>
            </a:fld>
            <a:endParaRPr lang="en-US"/>
          </a:p>
        </p:txBody>
      </p:sp>
    </p:spTree>
    <p:extLst>
      <p:ext uri="{BB962C8B-B14F-4D97-AF65-F5344CB8AC3E}">
        <p14:creationId xmlns:p14="http://schemas.microsoft.com/office/powerpoint/2010/main" val="383838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71A5806-8186-456F-981E-1BF4DDFFBC13}" type="datetimeFigureOut">
              <a:rPr lang="en-US" smtClean="0"/>
              <a:t>4/13/2026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7398208-41B1-4969-9E8A-E1338BD07D72}" type="slidenum">
              <a:rPr lang="en-US" smtClean="0"/>
              <a:t>‹#›</a:t>
            </a:fld>
            <a:endParaRPr lang="en-US"/>
          </a:p>
        </p:txBody>
      </p:sp>
    </p:spTree>
    <p:extLst>
      <p:ext uri="{BB962C8B-B14F-4D97-AF65-F5344CB8AC3E}">
        <p14:creationId xmlns:p14="http://schemas.microsoft.com/office/powerpoint/2010/main" val="2623800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771A5806-8186-456F-981E-1BF4DDFFBC13}" type="datetimeFigureOut">
              <a:rPr lang="en-US" smtClean="0"/>
              <a:t>4/13/2026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7398208-41B1-4969-9E8A-E1338BD07D72}" type="slidenum">
              <a:rPr lang="en-US" smtClean="0"/>
              <a:t>‹#›</a:t>
            </a:fld>
            <a:endParaRPr lang="en-US"/>
          </a:p>
        </p:txBody>
      </p:sp>
    </p:spTree>
    <p:extLst>
      <p:ext uri="{BB962C8B-B14F-4D97-AF65-F5344CB8AC3E}">
        <p14:creationId xmlns:p14="http://schemas.microsoft.com/office/powerpoint/2010/main" val="2781069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771A5806-8186-456F-981E-1BF4DDFFBC13}" type="datetimeFigureOut">
              <a:rPr lang="en-US" smtClean="0"/>
              <a:t>4/13/2026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7398208-41B1-4969-9E8A-E1338BD07D72}" type="slidenum">
              <a:rPr lang="en-US" smtClean="0"/>
              <a:t>‹#›</a:t>
            </a:fld>
            <a:endParaRPr lang="en-US"/>
          </a:p>
        </p:txBody>
      </p:sp>
    </p:spTree>
    <p:extLst>
      <p:ext uri="{BB962C8B-B14F-4D97-AF65-F5344CB8AC3E}">
        <p14:creationId xmlns:p14="http://schemas.microsoft.com/office/powerpoint/2010/main" val="20189410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771A5806-8186-456F-981E-1BF4DDFFBC13}" type="datetimeFigureOut">
              <a:rPr lang="en-US" smtClean="0"/>
              <a:t>4/13/2026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7398208-41B1-4969-9E8A-E1338BD07D72}" type="slidenum">
              <a:rPr lang="en-US" smtClean="0"/>
              <a:t>‹#›</a:t>
            </a:fld>
            <a:endParaRPr lang="en-US"/>
          </a:p>
        </p:txBody>
      </p:sp>
    </p:spTree>
    <p:extLst>
      <p:ext uri="{BB962C8B-B14F-4D97-AF65-F5344CB8AC3E}">
        <p14:creationId xmlns:p14="http://schemas.microsoft.com/office/powerpoint/2010/main" val="116847806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771A5806-8186-456F-981E-1BF4DDFFBC13}" type="datetimeFigureOut">
              <a:rPr lang="en-US" smtClean="0"/>
              <a:t>4/13/2026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7398208-41B1-4969-9E8A-E1338BD07D72}" type="slidenum">
              <a:rPr lang="en-US" smtClean="0"/>
              <a:t>‹#›</a:t>
            </a:fld>
            <a:endParaRPr lang="en-US"/>
          </a:p>
        </p:txBody>
      </p:sp>
    </p:spTree>
    <p:extLst>
      <p:ext uri="{BB962C8B-B14F-4D97-AF65-F5344CB8AC3E}">
        <p14:creationId xmlns:p14="http://schemas.microsoft.com/office/powerpoint/2010/main" val="15743750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71A5806-8186-456F-981E-1BF4DDFFBC13}" type="datetimeFigureOut">
              <a:rPr lang="en-US" smtClean="0"/>
              <a:t>4/13/2026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7398208-41B1-4969-9E8A-E1338BD07D72}" type="slidenum">
              <a:rPr lang="en-US" smtClean="0"/>
              <a:t>‹#›</a:t>
            </a:fld>
            <a:endParaRPr lang="en-US"/>
          </a:p>
        </p:txBody>
      </p:sp>
    </p:spTree>
    <p:extLst>
      <p:ext uri="{BB962C8B-B14F-4D97-AF65-F5344CB8AC3E}">
        <p14:creationId xmlns:p14="http://schemas.microsoft.com/office/powerpoint/2010/main" val="34270210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771A5806-8186-456F-981E-1BF4DDFFBC13}" type="datetimeFigureOut">
              <a:rPr lang="en-US" smtClean="0"/>
              <a:t>4/13/2026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7398208-41B1-4969-9E8A-E1338BD07D72}" type="slidenum">
              <a:rPr lang="en-US" smtClean="0"/>
              <a:t>‹#›</a:t>
            </a:fld>
            <a:endParaRPr lang="en-US"/>
          </a:p>
        </p:txBody>
      </p:sp>
    </p:spTree>
    <p:extLst>
      <p:ext uri="{BB962C8B-B14F-4D97-AF65-F5344CB8AC3E}">
        <p14:creationId xmlns:p14="http://schemas.microsoft.com/office/powerpoint/2010/main" val="81306384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771A5806-8186-456F-981E-1BF4DDFFBC13}" type="datetimeFigureOut">
              <a:rPr lang="en-US" smtClean="0"/>
              <a:t>4/13/2026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7398208-41B1-4969-9E8A-E1338BD07D72}" type="slidenum">
              <a:rPr lang="en-US" smtClean="0"/>
              <a:t>‹#›</a:t>
            </a:fld>
            <a:endParaRPr lang="en-US"/>
          </a:p>
        </p:txBody>
      </p:sp>
    </p:spTree>
    <p:extLst>
      <p:ext uri="{BB962C8B-B14F-4D97-AF65-F5344CB8AC3E}">
        <p14:creationId xmlns:p14="http://schemas.microsoft.com/office/powerpoint/2010/main" val="15187129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71A5806-8186-456F-981E-1BF4DDFFBC13}" type="datetimeFigureOut">
              <a:rPr lang="en-US" smtClean="0"/>
              <a:t>4/13/2026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7398208-41B1-4969-9E8A-E1338BD07D72}" type="slidenum">
              <a:rPr lang="en-US" smtClean="0"/>
              <a:t>‹#›</a:t>
            </a:fld>
            <a:endParaRPr lang="en-US"/>
          </a:p>
        </p:txBody>
      </p:sp>
    </p:spTree>
    <p:extLst>
      <p:ext uri="{BB962C8B-B14F-4D97-AF65-F5344CB8AC3E}">
        <p14:creationId xmlns:p14="http://schemas.microsoft.com/office/powerpoint/2010/main" val="207156735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71A5806-8186-456F-981E-1BF4DDFFBC13}" type="datetimeFigureOut">
              <a:rPr lang="en-US" smtClean="0"/>
              <a:t>4/13/2026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7398208-41B1-4969-9E8A-E1338BD07D72}" type="slidenum">
              <a:rPr lang="en-US" smtClean="0"/>
              <a:t>‹#›</a:t>
            </a:fld>
            <a:endParaRPr lang="en-US"/>
          </a:p>
        </p:txBody>
      </p:sp>
    </p:spTree>
    <p:extLst>
      <p:ext uri="{BB962C8B-B14F-4D97-AF65-F5344CB8AC3E}">
        <p14:creationId xmlns:p14="http://schemas.microsoft.com/office/powerpoint/2010/main" val="420684435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userDrawn="1">
  <p:cSld name="Title and Content copy">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794" y="794"/>
          <a:ext cx="794" cy="794"/>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2" name="Object 1" hidden="1"/>
                      <p:cNvPicPr/>
                      <p:nvPr/>
                    </p:nvPicPr>
                    <p:blipFill>
                      <a:blip r:embed="rId4"/>
                      <a:stretch>
                        <a:fillRect/>
                      </a:stretch>
                    </p:blipFill>
                    <p:spPr>
                      <a:xfrm>
                        <a:off x="794" y="794"/>
                        <a:ext cx="794" cy="794"/>
                      </a:xfrm>
                      <a:prstGeom prst="rect">
                        <a:avLst/>
                      </a:prstGeom>
                    </p:spPr>
                  </p:pic>
                </p:oleObj>
              </mc:Fallback>
            </mc:AlternateContent>
          </a:graphicData>
        </a:graphic>
      </p:graphicFrame>
      <p:pic>
        <p:nvPicPr>
          <p:cNvPr id="22" name="Picture 21">
            <a:extLst>
              <a:ext uri="{FF2B5EF4-FFF2-40B4-BE49-F238E27FC236}">
                <a16:creationId xmlns:a16="http://schemas.microsoft.com/office/drawing/2014/main" id="{A4E1253F-FE49-4CF8-A07F-D44099DE199A}"/>
              </a:ext>
            </a:extLst>
          </p:cNvPr>
          <p:cNvPicPr>
            <a:picLocks noChangeAspect="1"/>
          </p:cNvPicPr>
          <p:nvPr userDrawn="1"/>
        </p:nvPicPr>
        <p:blipFill>
          <a:blip r:embed="rId5"/>
          <a:stretch>
            <a:fillRect/>
          </a:stretch>
        </p:blipFill>
        <p:spPr>
          <a:xfrm flipV="1">
            <a:off x="3336462" y="4475906"/>
            <a:ext cx="8855538" cy="2385573"/>
          </a:xfrm>
          <a:prstGeom prst="rect">
            <a:avLst/>
          </a:prstGeom>
        </p:spPr>
      </p:pic>
      <p:grpSp>
        <p:nvGrpSpPr>
          <p:cNvPr id="15" name="Group 14">
            <a:extLst>
              <a:ext uri="{FF2B5EF4-FFF2-40B4-BE49-F238E27FC236}">
                <a16:creationId xmlns:a16="http://schemas.microsoft.com/office/drawing/2014/main" id="{6BC6A09F-F254-4F63-AA45-DA8E65646E06}"/>
              </a:ext>
            </a:extLst>
          </p:cNvPr>
          <p:cNvGrpSpPr/>
          <p:nvPr userDrawn="1"/>
        </p:nvGrpSpPr>
        <p:grpSpPr>
          <a:xfrm>
            <a:off x="7669010" y="258048"/>
            <a:ext cx="4162560" cy="1001385"/>
            <a:chOff x="6914441" y="216403"/>
            <a:chExt cx="5036698" cy="1211675"/>
          </a:xfrm>
        </p:grpSpPr>
        <p:sp>
          <p:nvSpPr>
            <p:cNvPr id="19" name="Shape 815">
              <a:extLst>
                <a:ext uri="{FF2B5EF4-FFF2-40B4-BE49-F238E27FC236}">
                  <a16:creationId xmlns:a16="http://schemas.microsoft.com/office/drawing/2014/main" id="{B72CFF5B-297D-42DF-B317-886B7D3D60AA}"/>
                </a:ext>
              </a:extLst>
            </p:cNvPr>
            <p:cNvSpPr/>
            <p:nvPr userDrawn="1"/>
          </p:nvSpPr>
          <p:spPr>
            <a:xfrm flipV="1">
              <a:off x="10266520" y="300980"/>
              <a:ext cx="2" cy="1059838"/>
            </a:xfrm>
            <a:prstGeom prst="line">
              <a:avLst/>
            </a:prstGeom>
            <a:noFill/>
            <a:ln w="31750" cap="flat">
              <a:solidFill>
                <a:srgbClr val="A7A7A7">
                  <a:alpha val="20070"/>
                </a:srgbClr>
              </a:solidFill>
              <a:prstDash val="solid"/>
              <a:round/>
            </a:ln>
            <a:effectLst/>
          </p:spPr>
          <p:txBody>
            <a:bodyPr wrap="square" lIns="22860" tIns="22860" rIns="22860" bIns="22860" numCol="1" anchor="t">
              <a:noAutofit/>
            </a:bodyPr>
            <a:lstStyle/>
            <a:p>
              <a:pPr rtl="0" hangingPunct="0">
                <a:defRPr sz="1800">
                  <a:latin typeface="Calibri"/>
                  <a:ea typeface="Calibri"/>
                  <a:cs typeface="Calibri"/>
                  <a:sym typeface="Calibri"/>
                </a:defRPr>
              </a:pPr>
              <a:endParaRPr sz="900" b="1">
                <a:latin typeface="Helvetica" panose="020B0604020202020204" pitchFamily="2" charset="0"/>
                <a:ea typeface="Arial Bold" charset="0"/>
                <a:cs typeface="Arial Bold" charset="0"/>
                <a:sym typeface="Helvetica" panose="020B0604020202020204" pitchFamily="2" charset="0"/>
              </a:endParaRPr>
            </a:p>
          </p:txBody>
        </p:sp>
        <p:pic>
          <p:nvPicPr>
            <p:cNvPr id="20" name="Picture 19">
              <a:extLst>
                <a:ext uri="{FF2B5EF4-FFF2-40B4-BE49-F238E27FC236}">
                  <a16:creationId xmlns:a16="http://schemas.microsoft.com/office/drawing/2014/main" id="{52CB1E05-C685-4F3F-B633-C74ECBAB6766}"/>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0325539" y="216403"/>
              <a:ext cx="1625600" cy="1211675"/>
            </a:xfrm>
            <a:prstGeom prst="rect">
              <a:avLst/>
            </a:prstGeom>
          </p:spPr>
        </p:pic>
        <p:pic>
          <p:nvPicPr>
            <p:cNvPr id="21" name="Picture 152" descr="تجلس نصيحة مسكن للألم الفراش تحسين محرك البحث عريضة شعار وزارة الصحة الجديد  بدقة عالية - motorsnab.com">
              <a:extLst>
                <a:ext uri="{FF2B5EF4-FFF2-40B4-BE49-F238E27FC236}">
                  <a16:creationId xmlns:a16="http://schemas.microsoft.com/office/drawing/2014/main" id="{D4701E61-AFF5-4D5D-8E6C-48355B6E4C05}"/>
                </a:ext>
              </a:extLst>
            </p:cNvPr>
            <p:cNvPicPr>
              <a:picLocks noChangeAspect="1" noChangeArrowheads="1"/>
            </p:cNvPicPr>
            <p:nvPr userDrawn="1"/>
          </p:nvPicPr>
          <p:blipFill>
            <a:blip r:embed="rId7" cstate="print">
              <a:extLst>
                <a:ext uri="{28A0092B-C50C-407E-A947-70E740481C1C}">
                  <a14:useLocalDpi xmlns:a14="http://schemas.microsoft.com/office/drawing/2010/main" val="0"/>
                </a:ext>
              </a:extLst>
            </a:blip>
            <a:srcRect/>
            <a:stretch>
              <a:fillRect/>
            </a:stretch>
          </p:blipFill>
          <p:spPr bwMode="auto">
            <a:xfrm>
              <a:off x="6914441" y="383185"/>
              <a:ext cx="3210534" cy="872027"/>
            </a:xfrm>
            <a:prstGeom prst="rect">
              <a:avLst/>
            </a:prstGeom>
            <a:noFill/>
            <a:extLst>
              <a:ext uri="{909E8E84-426E-40DD-AFC4-6F175D3DCCD1}">
                <a14:hiddenFill xmlns:a14="http://schemas.microsoft.com/office/drawing/2010/main">
                  <a:solidFill>
                    <a:srgbClr val="FFFFFF"/>
                  </a:solidFill>
                </a14:hiddenFill>
              </a:ext>
            </a:extLst>
          </p:spPr>
        </p:pic>
      </p:grpSp>
      <p:pic>
        <p:nvPicPr>
          <p:cNvPr id="23" name="Picture 22">
            <a:extLst>
              <a:ext uri="{FF2B5EF4-FFF2-40B4-BE49-F238E27FC236}">
                <a16:creationId xmlns:a16="http://schemas.microsoft.com/office/drawing/2014/main" id="{8048B40B-FD16-45BA-BDB6-B6922B90EDE1}"/>
              </a:ext>
            </a:extLst>
          </p:cNvPr>
          <p:cNvPicPr>
            <a:picLocks noChangeAspect="1" noChangeArrowheads="1"/>
          </p:cNvPicPr>
          <p:nvPr userDrawn="1"/>
        </p:nvPicPr>
        <p:blipFill rotWithShape="1">
          <a:blip r:embed="rId8">
            <a:duotone>
              <a:schemeClr val="bg2">
                <a:shade val="45000"/>
                <a:satMod val="135000"/>
              </a:schemeClr>
              <a:prstClr val="white"/>
            </a:duotone>
            <a:alphaModFix amt="40000"/>
            <a:extLst>
              <a:ext uri="{28A0092B-C50C-407E-A947-70E740481C1C}">
                <a14:useLocalDpi xmlns:a14="http://schemas.microsoft.com/office/drawing/2010/main" val="0"/>
              </a:ext>
            </a:extLst>
          </a:blip>
          <a:srcRect l="29158" t="38171" r="45134" b="24382"/>
          <a:stretch/>
        </p:blipFill>
        <p:spPr bwMode="auto">
          <a:xfrm>
            <a:off x="0" y="1546"/>
            <a:ext cx="4226355" cy="4135970"/>
          </a:xfrm>
          <a:custGeom>
            <a:avLst/>
            <a:gdLst>
              <a:gd name="connsiteX0" fmla="*/ 0 w 4226355"/>
              <a:gd name="connsiteY0" fmla="*/ 0 h 4135970"/>
              <a:gd name="connsiteX1" fmla="*/ 3981397 w 4226355"/>
              <a:gd name="connsiteY1" fmla="*/ 0 h 4135970"/>
              <a:gd name="connsiteX2" fmla="*/ 3992487 w 4226355"/>
              <a:gd name="connsiteY2" fmla="*/ 22903 h 4135970"/>
              <a:gd name="connsiteX3" fmla="*/ 4226355 w 4226355"/>
              <a:gd name="connsiteY3" fmla="*/ 1175322 h 4135970"/>
              <a:gd name="connsiteX4" fmla="*/ 3992488 w 4226355"/>
              <a:gd name="connsiteY4" fmla="*/ 2327740 h 4135970"/>
              <a:gd name="connsiteX5" fmla="*/ 3885070 w 4226355"/>
              <a:gd name="connsiteY5" fmla="*/ 2549577 h 4135970"/>
              <a:gd name="connsiteX6" fmla="*/ 3351965 w 4226355"/>
              <a:gd name="connsiteY6" fmla="*/ 2549577 h 4135970"/>
              <a:gd name="connsiteX7" fmla="*/ 3351965 w 4226355"/>
              <a:gd name="connsiteY7" fmla="*/ 3271296 h 4135970"/>
              <a:gd name="connsiteX8" fmla="*/ 3143372 w 4226355"/>
              <a:gd name="connsiteY8" fmla="*/ 3459902 h 4135970"/>
              <a:gd name="connsiteX9" fmla="*/ 1250366 w 4226355"/>
              <a:gd name="connsiteY9" fmla="*/ 4135970 h 4135970"/>
              <a:gd name="connsiteX10" fmla="*/ 91976 w 4226355"/>
              <a:gd name="connsiteY10" fmla="*/ 3903308 h 4135970"/>
              <a:gd name="connsiteX11" fmla="*/ 0 w 4226355"/>
              <a:gd name="connsiteY11" fmla="*/ 3859229 h 41359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226355" h="4135970">
                <a:moveTo>
                  <a:pt x="0" y="0"/>
                </a:moveTo>
                <a:lnTo>
                  <a:pt x="3981397" y="0"/>
                </a:lnTo>
                <a:lnTo>
                  <a:pt x="3992487" y="22903"/>
                </a:lnTo>
                <a:cubicBezTo>
                  <a:pt x="4143080" y="377111"/>
                  <a:pt x="4226355" y="766541"/>
                  <a:pt x="4226355" y="1175322"/>
                </a:cubicBezTo>
                <a:cubicBezTo>
                  <a:pt x="4226355" y="1584102"/>
                  <a:pt x="4143080" y="1973533"/>
                  <a:pt x="3992488" y="2327740"/>
                </a:cubicBezTo>
                <a:lnTo>
                  <a:pt x="3885070" y="2549577"/>
                </a:lnTo>
                <a:lnTo>
                  <a:pt x="3351965" y="2549577"/>
                </a:lnTo>
                <a:lnTo>
                  <a:pt x="3351965" y="3271296"/>
                </a:lnTo>
                <a:lnTo>
                  <a:pt x="3143372" y="3459902"/>
                </a:lnTo>
                <a:cubicBezTo>
                  <a:pt x="2628945" y="3882256"/>
                  <a:pt x="1969437" y="4135970"/>
                  <a:pt x="1250366" y="4135970"/>
                </a:cubicBezTo>
                <a:cubicBezTo>
                  <a:pt x="839468" y="4135970"/>
                  <a:pt x="448019" y="4053125"/>
                  <a:pt x="91976" y="3903308"/>
                </a:cubicBezTo>
                <a:lnTo>
                  <a:pt x="0" y="3859229"/>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83298266"/>
      </p:ext>
    </p:extLst>
  </p:cSld>
  <p:clrMapOvr>
    <a:masterClrMapping/>
  </p:clrMapOvr>
  <p:transition spd="med"/>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userDrawn="1">
  <p:cSld name="1_Title and Content copy">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794" y="794"/>
          <a:ext cx="794" cy="794"/>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2" name="Object 1" hidden="1"/>
                      <p:cNvPicPr/>
                      <p:nvPr/>
                    </p:nvPicPr>
                    <p:blipFill>
                      <a:blip r:embed="rId4"/>
                      <a:stretch>
                        <a:fillRect/>
                      </a:stretch>
                    </p:blipFill>
                    <p:spPr>
                      <a:xfrm>
                        <a:off x="794" y="794"/>
                        <a:ext cx="794" cy="794"/>
                      </a:xfrm>
                      <a:prstGeom prst="rect">
                        <a:avLst/>
                      </a:prstGeom>
                    </p:spPr>
                  </p:pic>
                </p:oleObj>
              </mc:Fallback>
            </mc:AlternateContent>
          </a:graphicData>
        </a:graphic>
      </p:graphicFrame>
      <p:pic>
        <p:nvPicPr>
          <p:cNvPr id="9" name="Google Shape;557;p77">
            <a:extLst>
              <a:ext uri="{FF2B5EF4-FFF2-40B4-BE49-F238E27FC236}">
                <a16:creationId xmlns:a16="http://schemas.microsoft.com/office/drawing/2014/main" id="{9F5A937F-8BCA-4186-A0F3-AFECECB58687}"/>
              </a:ext>
            </a:extLst>
          </p:cNvPr>
          <p:cNvPicPr preferRelativeResize="0"/>
          <p:nvPr userDrawn="1"/>
        </p:nvPicPr>
        <p:blipFill rotWithShape="1">
          <a:blip r:embed="rId5">
            <a:alphaModFix/>
          </a:blip>
          <a:srcRect l="19415" t="549" b="61776"/>
          <a:stretch/>
        </p:blipFill>
        <p:spPr>
          <a:xfrm flipH="1">
            <a:off x="1588" y="1"/>
            <a:ext cx="5753098" cy="1111624"/>
          </a:xfrm>
          <a:prstGeom prst="rect">
            <a:avLst/>
          </a:prstGeom>
          <a:noFill/>
          <a:ln>
            <a:noFill/>
          </a:ln>
        </p:spPr>
      </p:pic>
      <p:sp>
        <p:nvSpPr>
          <p:cNvPr id="21" name="Freeform: Shape 20">
            <a:extLst>
              <a:ext uri="{FF2B5EF4-FFF2-40B4-BE49-F238E27FC236}">
                <a16:creationId xmlns:a16="http://schemas.microsoft.com/office/drawing/2014/main" id="{A6F1281F-9922-4CB4-A27A-A08E45BE85ED}"/>
              </a:ext>
            </a:extLst>
          </p:cNvPr>
          <p:cNvSpPr/>
          <p:nvPr userDrawn="1"/>
        </p:nvSpPr>
        <p:spPr>
          <a:xfrm flipH="1">
            <a:off x="1048100" y="6562722"/>
            <a:ext cx="11148980" cy="18288"/>
          </a:xfrm>
          <a:custGeom>
            <a:avLst/>
            <a:gdLst>
              <a:gd name="connsiteX0" fmla="*/ 11139324 w 11148980"/>
              <a:gd name="connsiteY0" fmla="*/ 0 h 18288"/>
              <a:gd name="connsiteX1" fmla="*/ 0 w 11148980"/>
              <a:gd name="connsiteY1" fmla="*/ 0 h 18288"/>
              <a:gd name="connsiteX2" fmla="*/ 0 w 11148980"/>
              <a:gd name="connsiteY2" fmla="*/ 18288 h 18288"/>
              <a:gd name="connsiteX3" fmla="*/ 11139324 w 11148980"/>
              <a:gd name="connsiteY3" fmla="*/ 18288 h 18288"/>
              <a:gd name="connsiteX4" fmla="*/ 11148980 w 11148980"/>
              <a:gd name="connsiteY4" fmla="*/ 9144 h 182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148980" h="18288">
                <a:moveTo>
                  <a:pt x="11139324" y="0"/>
                </a:moveTo>
                <a:lnTo>
                  <a:pt x="0" y="0"/>
                </a:lnTo>
                <a:lnTo>
                  <a:pt x="0" y="18288"/>
                </a:lnTo>
                <a:lnTo>
                  <a:pt x="11139324" y="18288"/>
                </a:lnTo>
                <a:lnTo>
                  <a:pt x="11148980" y="9144"/>
                </a:lnTo>
                <a:close/>
              </a:path>
            </a:pathLst>
          </a:custGeom>
          <a:solidFill>
            <a:srgbClr val="AE9A63"/>
          </a:solidFill>
          <a:ln w="25400" cap="flat" cmpd="sng" algn="ctr">
            <a:noFill/>
            <a:prstDash val="solid"/>
          </a:ln>
          <a:effectLst/>
        </p:spPr>
        <p:txBody>
          <a:bodyPr wrap="square" rtlCol="0" anchor="ctr">
            <a:noAutofit/>
          </a:bodyP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Helvetica" panose="020B0604020202020204" pitchFamily="2" charset="0"/>
              <a:ea typeface="+mn-ea"/>
              <a:cs typeface="+mn-cs"/>
              <a:sym typeface="Helvetica" panose="020B0604020202020204" pitchFamily="2" charset="0"/>
            </a:endParaRPr>
          </a:p>
        </p:txBody>
      </p:sp>
      <p:sp>
        <p:nvSpPr>
          <p:cNvPr id="22" name="Freeform: Shape 21">
            <a:extLst>
              <a:ext uri="{FF2B5EF4-FFF2-40B4-BE49-F238E27FC236}">
                <a16:creationId xmlns:a16="http://schemas.microsoft.com/office/drawing/2014/main" id="{947DF03A-1FA7-4CA4-AAA9-6B1CBF7F064A}"/>
              </a:ext>
            </a:extLst>
          </p:cNvPr>
          <p:cNvSpPr/>
          <p:nvPr userDrawn="1"/>
        </p:nvSpPr>
        <p:spPr>
          <a:xfrm flipH="1">
            <a:off x="1039104" y="6605047"/>
            <a:ext cx="11152896" cy="18288"/>
          </a:xfrm>
          <a:custGeom>
            <a:avLst/>
            <a:gdLst>
              <a:gd name="connsiteX0" fmla="*/ 11143170 w 11152896"/>
              <a:gd name="connsiteY0" fmla="*/ 0 h 18288"/>
              <a:gd name="connsiteX1" fmla="*/ 0 w 11152896"/>
              <a:gd name="connsiteY1" fmla="*/ 0 h 18288"/>
              <a:gd name="connsiteX2" fmla="*/ 0 w 11152896"/>
              <a:gd name="connsiteY2" fmla="*/ 18288 h 18288"/>
              <a:gd name="connsiteX3" fmla="*/ 11143170 w 11152896"/>
              <a:gd name="connsiteY3" fmla="*/ 18288 h 18288"/>
              <a:gd name="connsiteX4" fmla="*/ 11152896 w 11152896"/>
              <a:gd name="connsiteY4" fmla="*/ 9144 h 182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152896" h="18288">
                <a:moveTo>
                  <a:pt x="11143170" y="0"/>
                </a:moveTo>
                <a:lnTo>
                  <a:pt x="0" y="0"/>
                </a:lnTo>
                <a:lnTo>
                  <a:pt x="0" y="18288"/>
                </a:lnTo>
                <a:lnTo>
                  <a:pt x="11143170" y="18288"/>
                </a:lnTo>
                <a:lnTo>
                  <a:pt x="11152896" y="9144"/>
                </a:lnTo>
                <a:close/>
              </a:path>
            </a:pathLst>
          </a:custGeom>
          <a:solidFill>
            <a:srgbClr val="0D8C60"/>
          </a:solidFill>
          <a:ln w="25400" cap="flat" cmpd="sng" algn="ctr">
            <a:noFill/>
            <a:prstDash val="solid"/>
          </a:ln>
          <a:effectLst/>
        </p:spPr>
        <p:txBody>
          <a:bodyPr wrap="square" rtlCol="0" anchor="ctr">
            <a:noAutofit/>
          </a:bodyP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Helvetica" panose="020B0604020202020204" pitchFamily="2" charset="0"/>
              <a:ea typeface="+mn-ea"/>
              <a:cs typeface="+mn-cs"/>
              <a:sym typeface="Helvetica" panose="020B0604020202020204" pitchFamily="2" charset="0"/>
            </a:endParaRPr>
          </a:p>
        </p:txBody>
      </p:sp>
      <p:pic>
        <p:nvPicPr>
          <p:cNvPr id="12" name="Picture 152" descr="تجلس نصيحة مسكن للألم الفراش تحسين محرك البحث عريضة شعار وزارة الصحة الجديد  بدقة عالية - motorsnab.com">
            <a:extLst>
              <a:ext uri="{FF2B5EF4-FFF2-40B4-BE49-F238E27FC236}">
                <a16:creationId xmlns:a16="http://schemas.microsoft.com/office/drawing/2014/main" id="{4AE72DB0-1E73-4647-864B-90FCC17BD5D9}"/>
              </a:ext>
            </a:extLst>
          </p:cNvPr>
          <p:cNvPicPr>
            <a:picLocks noChangeAspect="1" noChangeArrowheads="1"/>
          </p:cNvPicPr>
          <p:nvPr userDrawn="1"/>
        </p:nvPicPr>
        <p:blipFill rotWithShape="1">
          <a:blip r:embed="rId6" cstate="print">
            <a:extLst>
              <a:ext uri="{28A0092B-C50C-407E-A947-70E740481C1C}">
                <a14:useLocalDpi xmlns:a14="http://schemas.microsoft.com/office/drawing/2010/main" val="0"/>
              </a:ext>
            </a:extLst>
          </a:blip>
          <a:srcRect l="58506"/>
          <a:stretch/>
        </p:blipFill>
        <p:spPr bwMode="auto">
          <a:xfrm>
            <a:off x="600089" y="6367214"/>
            <a:ext cx="462299" cy="302615"/>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12">
            <a:extLst>
              <a:ext uri="{FF2B5EF4-FFF2-40B4-BE49-F238E27FC236}">
                <a16:creationId xmlns:a16="http://schemas.microsoft.com/office/drawing/2014/main" id="{8DBC45BE-B71E-41DE-9F34-520F92247510}"/>
              </a:ext>
            </a:extLst>
          </p:cNvPr>
          <p:cNvPicPr>
            <a:picLocks noChangeAspect="1" noChangeArrowheads="1"/>
          </p:cNvPicPr>
          <p:nvPr userDrawn="1"/>
        </p:nvPicPr>
        <p:blipFill rotWithShape="1">
          <a:blip r:embed="rId7" cstate="print">
            <a:extLst>
              <a:ext uri="{28A0092B-C50C-407E-A947-70E740481C1C}">
                <a14:useLocalDpi xmlns:a14="http://schemas.microsoft.com/office/drawing/2010/main" val="0"/>
              </a:ext>
            </a:extLst>
          </a:blip>
          <a:srcRect l="18662" t="22007" r="45134" b="24382"/>
          <a:stretch/>
        </p:blipFill>
        <p:spPr bwMode="auto">
          <a:xfrm>
            <a:off x="142967" y="6349348"/>
            <a:ext cx="375209" cy="373274"/>
          </a:xfrm>
          <a:custGeom>
            <a:avLst/>
            <a:gdLst>
              <a:gd name="connsiteX0" fmla="*/ 1847851 w 3695702"/>
              <a:gd name="connsiteY0" fmla="*/ 0 h 3676650"/>
              <a:gd name="connsiteX1" fmla="*/ 3695702 w 3695702"/>
              <a:gd name="connsiteY1" fmla="*/ 1838325 h 3676650"/>
              <a:gd name="connsiteX2" fmla="*/ 3550489 w 3695702"/>
              <a:gd name="connsiteY2" fmla="*/ 2553884 h 3676650"/>
              <a:gd name="connsiteX3" fmla="*/ 3483791 w 3695702"/>
              <a:gd name="connsiteY3" fmla="*/ 2691627 h 3676650"/>
              <a:gd name="connsiteX4" fmla="*/ 3152776 w 3695702"/>
              <a:gd name="connsiteY4" fmla="*/ 2691627 h 3676650"/>
              <a:gd name="connsiteX5" fmla="*/ 3152776 w 3695702"/>
              <a:gd name="connsiteY5" fmla="*/ 3139757 h 3676650"/>
              <a:gd name="connsiteX6" fmla="*/ 3023256 w 3695702"/>
              <a:gd name="connsiteY6" fmla="*/ 3256866 h 3676650"/>
              <a:gd name="connsiteX7" fmla="*/ 1847851 w 3695702"/>
              <a:gd name="connsiteY7" fmla="*/ 3676650 h 3676650"/>
              <a:gd name="connsiteX8" fmla="*/ 0 w 3695702"/>
              <a:gd name="connsiteY8" fmla="*/ 1838325 h 3676650"/>
              <a:gd name="connsiteX9" fmla="*/ 1847851 w 3695702"/>
              <a:gd name="connsiteY9" fmla="*/ 0 h 3676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695702" h="3676650">
                <a:moveTo>
                  <a:pt x="1847851" y="0"/>
                </a:moveTo>
                <a:cubicBezTo>
                  <a:pt x="2868391" y="0"/>
                  <a:pt x="3695702" y="823046"/>
                  <a:pt x="3695702" y="1838325"/>
                </a:cubicBezTo>
                <a:cubicBezTo>
                  <a:pt x="3695702" y="2092145"/>
                  <a:pt x="3643995" y="2333950"/>
                  <a:pt x="3550489" y="2553884"/>
                </a:cubicBezTo>
                <a:lnTo>
                  <a:pt x="3483791" y="2691627"/>
                </a:lnTo>
                <a:lnTo>
                  <a:pt x="3152776" y="2691627"/>
                </a:lnTo>
                <a:lnTo>
                  <a:pt x="3152776" y="3139757"/>
                </a:lnTo>
                <a:lnTo>
                  <a:pt x="3023256" y="3256866"/>
                </a:lnTo>
                <a:cubicBezTo>
                  <a:pt x="2703838" y="3519114"/>
                  <a:pt x="2294337" y="3676650"/>
                  <a:pt x="1847851" y="3676650"/>
                </a:cubicBezTo>
                <a:cubicBezTo>
                  <a:pt x="827311" y="3676650"/>
                  <a:pt x="0" y="2853604"/>
                  <a:pt x="0" y="1838325"/>
                </a:cubicBezTo>
                <a:cubicBezTo>
                  <a:pt x="0" y="823046"/>
                  <a:pt x="827311" y="0"/>
                  <a:pt x="1847851" y="0"/>
                </a:cubicBezTo>
                <a:close/>
              </a:path>
            </a:pathLst>
          </a:custGeom>
          <a:noFill/>
          <a:extLst>
            <a:ext uri="{909E8E84-426E-40DD-AFC4-6F175D3DCCD1}">
              <a14:hiddenFill xmlns:a14="http://schemas.microsoft.com/office/drawing/2010/main">
                <a:solidFill>
                  <a:srgbClr val="FFFFFF"/>
                </a:solidFill>
              </a14:hiddenFill>
            </a:ext>
          </a:extLst>
        </p:spPr>
      </p:pic>
      <p:sp>
        <p:nvSpPr>
          <p:cNvPr id="19" name="Shape 815">
            <a:extLst>
              <a:ext uri="{FF2B5EF4-FFF2-40B4-BE49-F238E27FC236}">
                <a16:creationId xmlns:a16="http://schemas.microsoft.com/office/drawing/2014/main" id="{D56AF8CA-145B-46FE-A48A-C956EFDEF15F}"/>
              </a:ext>
            </a:extLst>
          </p:cNvPr>
          <p:cNvSpPr/>
          <p:nvPr userDrawn="1"/>
        </p:nvSpPr>
        <p:spPr>
          <a:xfrm flipV="1">
            <a:off x="567069" y="6340423"/>
            <a:ext cx="2" cy="371467"/>
          </a:xfrm>
          <a:prstGeom prst="line">
            <a:avLst/>
          </a:prstGeom>
          <a:noFill/>
          <a:ln w="12700" cap="flat">
            <a:solidFill>
              <a:srgbClr val="F3F3F3"/>
            </a:solidFill>
            <a:prstDash val="solid"/>
            <a:round/>
          </a:ln>
          <a:effectLst/>
        </p:spPr>
        <p:txBody>
          <a:bodyPr wrap="square" lIns="22860" tIns="22860" rIns="22860" bIns="22860" numCol="1" anchor="t">
            <a:noAutofit/>
          </a:bodyPr>
          <a:lstStyle/>
          <a:p>
            <a:pPr rtl="0" hangingPunct="0">
              <a:defRPr sz="1800">
                <a:latin typeface="Calibri"/>
                <a:ea typeface="Calibri"/>
                <a:cs typeface="Calibri"/>
                <a:sym typeface="Calibri"/>
              </a:defRPr>
            </a:pPr>
            <a:endParaRPr sz="900" b="1">
              <a:latin typeface="Helvetica" panose="020B0604020202020204" pitchFamily="2" charset="0"/>
              <a:ea typeface="Arial Bold" charset="0"/>
              <a:cs typeface="Arial Bold" charset="0"/>
              <a:sym typeface="Helvetica" panose="020B0604020202020204" pitchFamily="2" charset="0"/>
            </a:endParaRPr>
          </a:p>
        </p:txBody>
      </p:sp>
      <p:sp>
        <p:nvSpPr>
          <p:cNvPr id="3" name="Shape 392">
            <a:extLst>
              <a:ext uri="{FF2B5EF4-FFF2-40B4-BE49-F238E27FC236}">
                <a16:creationId xmlns:a16="http://schemas.microsoft.com/office/drawing/2014/main" id="{B5108600-244C-112A-8FC4-27163F11B2E4}"/>
              </a:ext>
            </a:extLst>
          </p:cNvPr>
          <p:cNvSpPr txBox="1">
            <a:spLocks/>
          </p:cNvSpPr>
          <p:nvPr userDrawn="1"/>
        </p:nvSpPr>
        <p:spPr>
          <a:xfrm>
            <a:off x="11447774" y="6477105"/>
            <a:ext cx="583151" cy="245517"/>
          </a:xfrm>
          <a:prstGeom prst="rect">
            <a:avLst/>
          </a:prstGeom>
          <a:solidFill>
            <a:schemeClr val="bg1"/>
          </a:solidFill>
        </p:spPr>
        <p:txBody>
          <a:bodyPr wrap="square" lIns="0" rIns="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2400" b="1" i="0" u="none" strike="noStrike" cap="none">
                <a:solidFill>
                  <a:srgbClr val="008A5E"/>
                </a:solidFill>
                <a:latin typeface="Georgia" panose="02040502050405020303" pitchFamily="18" charset="0"/>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rtl="1"/>
            <a:fld id="{AC514BE6-613F-1645-9BCD-CE8160AFD779}" type="slidenum">
              <a:rPr lang="ar-SA" sz="800" kern="0" smtClean="0">
                <a:latin typeface="Helvetica" panose="020B0604020202020204" pitchFamily="2" charset="0"/>
                <a:sym typeface="Helvetica" panose="020B0604020202020204" pitchFamily="2" charset="0"/>
              </a:rPr>
              <a:t>‹#›</a:t>
            </a:fld>
            <a:r>
              <a:rPr lang="ar-SA" sz="800" kern="0" dirty="0">
                <a:latin typeface="Helvetica" panose="020B0604020202020204" pitchFamily="2" charset="0"/>
                <a:sym typeface="Helvetica" panose="020B0604020202020204" pitchFamily="2" charset="0"/>
              </a:rPr>
              <a:t> من </a:t>
            </a:r>
            <a:r>
              <a:rPr lang="ar-EG" sz="800" kern="0" dirty="0">
                <a:latin typeface="Helvetica" panose="020B0604020202020204" pitchFamily="2" charset="0"/>
                <a:sym typeface="Helvetica" panose="020B0604020202020204" pitchFamily="2" charset="0"/>
              </a:rPr>
              <a:t>31</a:t>
            </a:r>
            <a:endParaRPr lang="en-US" sz="800" kern="0" dirty="0">
              <a:latin typeface="Helvetica" panose="020B0604020202020204" pitchFamily="2" charset="0"/>
              <a:sym typeface="Helvetica" panose="020B0604020202020204" pitchFamily="2" charset="0"/>
            </a:endParaRPr>
          </a:p>
        </p:txBody>
      </p:sp>
      <p:sp>
        <p:nvSpPr>
          <p:cNvPr id="4" name="Rectangle 4">
            <a:extLst>
              <a:ext uri="{FF2B5EF4-FFF2-40B4-BE49-F238E27FC236}">
                <a16:creationId xmlns:a16="http://schemas.microsoft.com/office/drawing/2014/main" id="{9BB57F56-61B0-87B2-322C-263E00428FD1}"/>
              </a:ext>
            </a:extLst>
          </p:cNvPr>
          <p:cNvSpPr/>
          <p:nvPr userDrawn="1"/>
        </p:nvSpPr>
        <p:spPr>
          <a:xfrm flipH="1">
            <a:off x="3177544" y="6556220"/>
            <a:ext cx="8270230" cy="291998"/>
          </a:xfrm>
          <a:prstGeom prst="rect">
            <a:avLst/>
          </a:prstGeom>
          <a:noFill/>
          <a:ln w="25400" cap="flat" cmpd="sng" algn="ctr">
            <a:noFill/>
            <a:prstDash val="solid"/>
          </a:ln>
          <a:effectLst/>
        </p:spPr>
        <p:txBody>
          <a:bodyPr rtlCol="0" anchor="ctr"/>
          <a:lstStyle/>
          <a:p>
            <a:pPr marL="0" marR="0" lvl="0" indent="0" algn="r" defTabSz="914400" rtl="1" eaLnBrk="1" fontAlgn="auto" latinLnBrk="0" hangingPunct="1">
              <a:lnSpc>
                <a:spcPct val="100000"/>
              </a:lnSpc>
              <a:spcBef>
                <a:spcPts val="0"/>
              </a:spcBef>
              <a:spcAft>
                <a:spcPts val="0"/>
              </a:spcAft>
              <a:buClr>
                <a:srgbClr val="000000"/>
              </a:buClr>
              <a:buSzTx/>
              <a:buFont typeface="Arial"/>
              <a:buNone/>
              <a:tabLst/>
              <a:defRPr/>
            </a:pPr>
            <a:r>
              <a:rPr kumimoji="0" lang="ar-EG" sz="1000" b="0" i="0" u="none" strike="noStrike" kern="0" cap="none" spc="0" normalizeH="0" baseline="0" noProof="0" dirty="0">
                <a:ln>
                  <a:noFill/>
                </a:ln>
                <a:solidFill>
                  <a:schemeClr val="tx1"/>
                </a:solidFill>
                <a:effectLst/>
                <a:uLnTx/>
                <a:uFillTx/>
                <a:latin typeface="Sakkal Majalla" panose="02000000000000000000" pitchFamily="2" charset="-78"/>
                <a:ea typeface="+mn-ea"/>
                <a:cs typeface="Sakkal Majalla" panose="02000000000000000000" pitchFamily="2" charset="-78"/>
                <a:sym typeface="Helvetica" panose="020B0604020202020204" pitchFamily="2" charset="0"/>
              </a:rPr>
              <a:t>الحوكمة والمخاطر والامتثال</a:t>
            </a:r>
            <a:endParaRPr kumimoji="0" lang="ar-SA" sz="1000" b="0" i="0" u="none" strike="noStrike" kern="0" cap="none" spc="0" normalizeH="0" baseline="0" noProof="0" dirty="0">
              <a:ln>
                <a:noFill/>
              </a:ln>
              <a:solidFill>
                <a:schemeClr val="tx1"/>
              </a:solidFill>
              <a:effectLst/>
              <a:uLnTx/>
              <a:uFillTx/>
              <a:latin typeface="Sakkal Majalla" panose="02000000000000000000" pitchFamily="2" charset="-78"/>
              <a:ea typeface="+mn-ea"/>
              <a:cs typeface="Sakkal Majalla" panose="02000000000000000000" pitchFamily="2" charset="-78"/>
              <a:sym typeface="Helvetica" panose="020B0604020202020204" pitchFamily="2" charset="0"/>
            </a:endParaRPr>
          </a:p>
        </p:txBody>
      </p:sp>
    </p:spTree>
    <p:extLst>
      <p:ext uri="{BB962C8B-B14F-4D97-AF65-F5344CB8AC3E}">
        <p14:creationId xmlns:p14="http://schemas.microsoft.com/office/powerpoint/2010/main" val="1721415259"/>
      </p:ext>
    </p:extLst>
  </p:cSld>
  <p:clrMapOvr>
    <a:masterClrMapping/>
  </p:clrMapOvr>
  <p:transition spd="med"/>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userDrawn="1">
  <p:cSld name="Mid Left">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3C4F5195-E8F7-4A2F-B02E-643BB3D88381}"/>
              </a:ext>
            </a:extLst>
          </p:cNvPr>
          <p:cNvGraphicFramePr>
            <a:graphicFrameLocks noChangeAspect="1"/>
          </p:cNvGraphicFramePr>
          <p:nvPr userDrawn="1">
            <p:custDataLst>
              <p:tags r:id="rId1"/>
            </p:custDataLst>
          </p:nvPr>
        </p:nvGraphicFramePr>
        <p:xfrm>
          <a:off x="1589" y="1588"/>
          <a:ext cx="1588" cy="1588"/>
        </p:xfrm>
        <a:graphic>
          <a:graphicData uri="http://schemas.openxmlformats.org/presentationml/2006/ole">
            <mc:AlternateContent xmlns:mc="http://schemas.openxmlformats.org/markup-compatibility/2006">
              <mc:Choice xmlns:v="urn:schemas-microsoft-com:vml" Requires="v">
                <p:oleObj name="think-cell Slide" r:id="rId5" imgW="592" imgH="591" progId="TCLayout.ActiveDocument.1">
                  <p:embed/>
                </p:oleObj>
              </mc:Choice>
              <mc:Fallback>
                <p:oleObj name="think-cell Slide" r:id="rId5" imgW="592" imgH="591" progId="TCLayout.ActiveDocument.1">
                  <p:embed/>
                  <p:pic>
                    <p:nvPicPr>
                      <p:cNvPr id="4" name="Object 3" hidden="1">
                        <a:extLst>
                          <a:ext uri="{FF2B5EF4-FFF2-40B4-BE49-F238E27FC236}">
                            <a16:creationId xmlns:a16="http://schemas.microsoft.com/office/drawing/2014/main" id="{3C4F5195-E8F7-4A2F-B02E-643BB3D88381}"/>
                          </a:ext>
                        </a:extLst>
                      </p:cNvPr>
                      <p:cNvPicPr/>
                      <p:nvPr/>
                    </p:nvPicPr>
                    <p:blipFill>
                      <a:blip r:embed="rId6"/>
                      <a:stretch>
                        <a:fillRect/>
                      </a:stretch>
                    </p:blipFill>
                    <p:spPr>
                      <a:xfrm>
                        <a:off x="1589"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515EFC92-5E3D-4BDC-A378-85D30212A9E2}"/>
              </a:ext>
            </a:extLst>
          </p:cNvPr>
          <p:cNvSpPr/>
          <p:nvPr userDrawn="1">
            <p:custDataLst>
              <p:tags r:id="rId2"/>
            </p:custDataLst>
          </p:nvPr>
        </p:nvSpPr>
        <p:spPr>
          <a:xfrm>
            <a:off x="2"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1" fromWordArt="0" anchor="ctr" anchorCtr="0" forceAA="0" compatLnSpc="1">
            <a:prstTxWarp prst="textNoShape">
              <a:avLst/>
            </a:prstTxWarp>
            <a:noAutofit/>
          </a:bodyPr>
          <a:lstStyle/>
          <a:p>
            <a:pPr marL="0" lvl="0" indent="0" algn="ctr" rtl="1">
              <a:spcBef>
                <a:spcPts val="281"/>
              </a:spcBef>
              <a:spcAft>
                <a:spcPts val="281"/>
              </a:spcAft>
            </a:pPr>
            <a:endParaRPr lang="en-US" sz="2344" b="1" i="0" baseline="0" dirty="0">
              <a:solidFill>
                <a:schemeClr val="bg1"/>
              </a:solidFill>
              <a:latin typeface="Sakkal Majalla" panose="02000000000000000000" pitchFamily="2" charset="-78"/>
              <a:ea typeface="+mj-ea"/>
              <a:cs typeface="+mj-cs"/>
              <a:sym typeface="Helvetica" panose="020B0604020202020204" pitchFamily="2" charset="0"/>
            </a:endParaRPr>
          </a:p>
        </p:txBody>
      </p:sp>
      <p:sp>
        <p:nvSpPr>
          <p:cNvPr id="11" name="Rectangle 10">
            <a:extLst>
              <a:ext uri="{FF2B5EF4-FFF2-40B4-BE49-F238E27FC236}">
                <a16:creationId xmlns:a16="http://schemas.microsoft.com/office/drawing/2014/main" id="{66B8A799-6E5D-469A-B025-9535B287C966}"/>
              </a:ext>
            </a:extLst>
          </p:cNvPr>
          <p:cNvSpPr/>
          <p:nvPr userDrawn="1"/>
        </p:nvSpPr>
        <p:spPr>
          <a:xfrm flipH="1">
            <a:off x="1" y="0"/>
            <a:ext cx="12192000" cy="6858000"/>
          </a:xfrm>
          <a:prstGeom prst="rect">
            <a:avLst/>
          </a:prstGeom>
          <a:solidFill>
            <a:srgbClr val="008657"/>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rtl="1"/>
            <a:endParaRPr lang="en-US" sz="1688" dirty="0">
              <a:latin typeface="Sakkal Majalla" panose="02000000000000000000" pitchFamily="2" charset="-78"/>
            </a:endParaRPr>
          </a:p>
        </p:txBody>
      </p:sp>
      <p:pic>
        <p:nvPicPr>
          <p:cNvPr id="12" name="Picture 11">
            <a:extLst>
              <a:ext uri="{FF2B5EF4-FFF2-40B4-BE49-F238E27FC236}">
                <a16:creationId xmlns:a16="http://schemas.microsoft.com/office/drawing/2014/main" id="{4A39B0F0-8B9B-40F1-8B14-35DE1F9B01B8}"/>
              </a:ext>
            </a:extLst>
          </p:cNvPr>
          <p:cNvPicPr>
            <a:picLocks noChangeAspect="1"/>
          </p:cNvPicPr>
          <p:nvPr userDrawn="1"/>
        </p:nvPicPr>
        <p:blipFill>
          <a:blip r:embed="rId7" cstate="email">
            <a:extLst>
              <a:ext uri="{28A0092B-C50C-407E-A947-70E740481C1C}">
                <a14:useLocalDpi xmlns:a14="http://schemas.microsoft.com/office/drawing/2010/main"/>
              </a:ext>
            </a:extLst>
          </a:blip>
          <a:stretch>
            <a:fillRect/>
          </a:stretch>
        </p:blipFill>
        <p:spPr>
          <a:xfrm rot="10800000">
            <a:off x="2" y="5924174"/>
            <a:ext cx="3792203" cy="933826"/>
          </a:xfrm>
          <a:prstGeom prst="rect">
            <a:avLst/>
          </a:prstGeom>
        </p:spPr>
      </p:pic>
      <p:sp>
        <p:nvSpPr>
          <p:cNvPr id="8" name="5. Source" hidden="1">
            <a:extLst>
              <a:ext uri="{FF2B5EF4-FFF2-40B4-BE49-F238E27FC236}">
                <a16:creationId xmlns:a16="http://schemas.microsoft.com/office/drawing/2014/main" id="{C0D33C43-5B9F-44B4-82FA-BAAD11A7FB8E}"/>
              </a:ext>
            </a:extLst>
          </p:cNvPr>
          <p:cNvSpPr txBox="1"/>
          <p:nvPr userDrawn="1">
            <p:custDataLst>
              <p:tags r:id="rId3"/>
            </p:custDataLst>
          </p:nvPr>
        </p:nvSpPr>
        <p:spPr>
          <a:xfrm>
            <a:off x="554737" y="6501670"/>
            <a:ext cx="7277861" cy="115416"/>
          </a:xfrm>
          <a:prstGeom prst="rect">
            <a:avLst/>
          </a:prstGeom>
        </p:spPr>
        <p:txBody>
          <a:bodyPr vert="horz" wrap="square" lIns="0" tIns="0" rIns="0" bIns="0" rtlCol="1" anchor="t">
            <a:spAutoFit/>
          </a:bodyPr>
          <a:lstStyle>
            <a:lvl1pPr indent="0" algn="r" rtl="1">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gn="r" rtl="1">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gn="r" rtl="1">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gn="r" rtl="1">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gn="r" rtl="1">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gn="r" rtl="1">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gn="r" rtl="1">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gn="r" rtl="1">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gn="r" rtl="1">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rtl="1"/>
            <a:r>
              <a:rPr lang="ar" sz="750" dirty="0">
                <a:latin typeface="Sakkal Majalla" panose="02000000000000000000" pitchFamily="2" charset="-78"/>
                <a:cs typeface="Sakkal Majalla" panose="02000000000000000000" pitchFamily="2" charset="-78"/>
              </a:rPr>
              <a:t>Source: …</a:t>
            </a:r>
          </a:p>
        </p:txBody>
      </p:sp>
    </p:spTree>
    <p:extLst>
      <p:ext uri="{BB962C8B-B14F-4D97-AF65-F5344CB8AC3E}">
        <p14:creationId xmlns:p14="http://schemas.microsoft.com/office/powerpoint/2010/main" val="238503106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2_Title and Content">
    <p:bg>
      <p:bgPr>
        <a:blipFill dpi="0" rotWithShape="1">
          <a:blip r:embed="rId3">
            <a:lum/>
          </a:blip>
          <a:srcRect/>
          <a:stretch>
            <a:fillRect t="-7000" b="-7000"/>
          </a:stretch>
        </a:blipFill>
        <a:effectLst/>
      </p:bgPr>
    </p:bg>
    <p:spTree>
      <p:nvGrpSpPr>
        <p:cNvPr id="1" name=""/>
        <p:cNvGrpSpPr/>
        <p:nvPr/>
      </p:nvGrpSpPr>
      <p:grpSpPr>
        <a:xfrm>
          <a:off x="0" y="0"/>
          <a:ext cx="0" cy="0"/>
          <a:chOff x="0" y="0"/>
          <a:chExt cx="0" cy="0"/>
        </a:xfrm>
      </p:grpSpPr>
      <p:pic>
        <p:nvPicPr>
          <p:cNvPr id="2" name="Picture 2">
            <a:extLst>
              <a:ext uri="{FF2B5EF4-FFF2-40B4-BE49-F238E27FC236}">
                <a16:creationId xmlns:a16="http://schemas.microsoft.com/office/drawing/2014/main" id="{7E78F267-B843-89D2-0B1B-C49CF7B8DDD7}"/>
              </a:ext>
            </a:extLst>
          </p:cNvPr>
          <p:cNvPicPr>
            <a:picLocks noChangeAspect="1"/>
          </p:cNvPicPr>
          <p:nvPr userDrawn="1"/>
        </p:nvPicPr>
        <p:blipFill rotWithShape="1">
          <a:blip r:embed="rId4" cstate="email">
            <a:duotone>
              <a:srgbClr val="FFFFFF">
                <a:shade val="45000"/>
                <a:satMod val="135000"/>
              </a:srgbClr>
              <a:prstClr val="white"/>
            </a:duotone>
            <a:alphaModFix amt="50000"/>
            <a:extLst>
              <a:ext uri="{BEBA8EAE-BF5A-486C-A8C5-ECC9F3942E4B}">
                <a14:imgProps xmlns:a14="http://schemas.microsoft.com/office/drawing/2010/main">
                  <a14:imgLayer r:embed="rId5">
                    <a14:imgEffect>
                      <a14:colorTemperature colorTemp="5900"/>
                    </a14:imgEffect>
                    <a14:imgEffect>
                      <a14:saturation sat="33000"/>
                    </a14:imgEffect>
                  </a14:imgLayer>
                </a14:imgProps>
              </a:ext>
              <a:ext uri="{28A0092B-C50C-407E-A947-70E740481C1C}">
                <a14:useLocalDpi xmlns:a14="http://schemas.microsoft.com/office/drawing/2010/main"/>
              </a:ext>
            </a:extLst>
          </a:blip>
          <a:srcRect/>
          <a:stretch/>
        </p:blipFill>
        <p:spPr>
          <a:xfrm>
            <a:off x="38099" y="1"/>
            <a:ext cx="12060000" cy="6858000"/>
          </a:xfrm>
          <a:prstGeom prst="rect">
            <a:avLst/>
          </a:prstGeom>
          <a:ln>
            <a:solidFill>
              <a:srgbClr val="1B8654">
                <a:lumMod val="40000"/>
                <a:lumOff val="60000"/>
              </a:srgbClr>
            </a:solidFill>
          </a:ln>
          <a:effectLst>
            <a:softEdge rad="1270000"/>
          </a:effectLst>
        </p:spPr>
      </p:pic>
      <p:graphicFrame>
        <p:nvGraphicFramePr>
          <p:cNvPr id="3" name="Object 2" hidden="1">
            <a:extLst>
              <a:ext uri="{FF2B5EF4-FFF2-40B4-BE49-F238E27FC236}">
                <a16:creationId xmlns:a16="http://schemas.microsoft.com/office/drawing/2014/main" id="{2262DA1B-A9E1-4368-8E50-8F67385AAF70}"/>
              </a:ext>
            </a:extLst>
          </p:cNvPr>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6" imgW="395" imgH="396" progId="TCLayout.ActiveDocument.1">
                  <p:embed/>
                </p:oleObj>
              </mc:Choice>
              <mc:Fallback>
                <p:oleObj name="think-cell Slide" r:id="rId6" imgW="395" imgH="396" progId="TCLayout.ActiveDocument.1">
                  <p:embed/>
                  <p:pic>
                    <p:nvPicPr>
                      <p:cNvPr id="3" name="Object 2" hidden="1">
                        <a:extLst>
                          <a:ext uri="{FF2B5EF4-FFF2-40B4-BE49-F238E27FC236}">
                            <a16:creationId xmlns:a16="http://schemas.microsoft.com/office/drawing/2014/main" id="{2262DA1B-A9E1-4368-8E50-8F67385AAF70}"/>
                          </a:ext>
                        </a:extLst>
                      </p:cNvPr>
                      <p:cNvPicPr/>
                      <p:nvPr/>
                    </p:nvPicPr>
                    <p:blipFill>
                      <a:blip r:embed="rId7"/>
                      <a:stretch>
                        <a:fillRect/>
                      </a:stretch>
                    </p:blipFill>
                    <p:spPr>
                      <a:xfrm>
                        <a:off x="1588" y="1588"/>
                        <a:ext cx="1588" cy="1588"/>
                      </a:xfrm>
                      <a:prstGeom prst="rect">
                        <a:avLst/>
                      </a:prstGeom>
                    </p:spPr>
                  </p:pic>
                </p:oleObj>
              </mc:Fallback>
            </mc:AlternateContent>
          </a:graphicData>
        </a:graphic>
      </p:graphicFrame>
      <p:sp>
        <p:nvSpPr>
          <p:cNvPr id="4" name="Title 1">
            <a:extLst>
              <a:ext uri="{FF2B5EF4-FFF2-40B4-BE49-F238E27FC236}">
                <a16:creationId xmlns:a16="http://schemas.microsoft.com/office/drawing/2014/main" id="{74927134-35EF-4FFE-9498-78B8BE78772B}"/>
              </a:ext>
            </a:extLst>
          </p:cNvPr>
          <p:cNvSpPr txBox="1">
            <a:spLocks/>
          </p:cNvSpPr>
          <p:nvPr userDrawn="1"/>
        </p:nvSpPr>
        <p:spPr>
          <a:xfrm>
            <a:off x="1477750" y="2480786"/>
            <a:ext cx="9236503" cy="1107996"/>
          </a:xfrm>
          <a:prstGeom prst="rect">
            <a:avLst/>
          </a:prstGeom>
          <a:noFill/>
        </p:spPr>
        <p:txBody>
          <a:bodyPr wrap="square" rtlCol="0" anchor="ctr">
            <a:spAutoFit/>
          </a:bodyPr>
          <a:lstStyle>
            <a:defPPr>
              <a:defRPr lang="en-SA"/>
            </a:defPPr>
            <a:lvl1pPr algn="r" rtl="1">
              <a:defRPr sz="3600" b="1">
                <a:solidFill>
                  <a:srgbClr val="009B7F"/>
                </a:solidFill>
                <a:latin typeface="Sakkal Majalla" panose="02000000000000000000" pitchFamily="2" charset="-78"/>
                <a:cs typeface="Sakkal Majalla" panose="02000000000000000000" pitchFamily="2" charset="-78"/>
              </a:defRPr>
            </a:lvl1pPr>
          </a:lstStyle>
          <a:p>
            <a:pPr algn="ctr" defTabSz="914377"/>
            <a:r>
              <a:rPr lang="ar-SA" sz="6600" dirty="0">
                <a:solidFill>
                  <a:prstClr val="white"/>
                </a:solidFill>
                <a:latin typeface="Sakkal Majalla" panose="02000000000000000000" pitchFamily="2" charset="-78"/>
                <a:cs typeface="Sakkal Majalla" panose="02000000000000000000" pitchFamily="2" charset="-78"/>
                <a:sym typeface="Helvetica" panose="020B0604020202020204" pitchFamily="2" charset="0"/>
              </a:rPr>
              <a:t>شكرا جزيلا</a:t>
            </a:r>
            <a:endParaRPr lang="en-US" sz="6600" dirty="0">
              <a:solidFill>
                <a:prstClr val="white"/>
              </a:solidFill>
              <a:latin typeface="Sakkal Majalla" panose="02000000000000000000" pitchFamily="2" charset="-78"/>
              <a:cs typeface="Sakkal Majalla" panose="02000000000000000000" pitchFamily="2" charset="-78"/>
              <a:sym typeface="Helvetica" panose="020B0604020202020204" pitchFamily="2" charset="0"/>
            </a:endParaRPr>
          </a:p>
        </p:txBody>
      </p:sp>
    </p:spTree>
    <p:extLst>
      <p:ext uri="{BB962C8B-B14F-4D97-AF65-F5344CB8AC3E}">
        <p14:creationId xmlns:p14="http://schemas.microsoft.com/office/powerpoint/2010/main" val="216016628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71A5806-8186-456F-981E-1BF4DDFFBC13}" type="datetimeFigureOut">
              <a:rPr lang="en-US" smtClean="0"/>
              <a:t>4/13/2026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7398208-41B1-4969-9E8A-E1338BD07D72}" type="slidenum">
              <a:rPr lang="en-US" smtClean="0"/>
              <a:t>‹#›</a:t>
            </a:fld>
            <a:endParaRPr lang="en-US"/>
          </a:p>
        </p:txBody>
      </p:sp>
    </p:spTree>
    <p:extLst>
      <p:ext uri="{BB962C8B-B14F-4D97-AF65-F5344CB8AC3E}">
        <p14:creationId xmlns:p14="http://schemas.microsoft.com/office/powerpoint/2010/main" val="350147978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2.xml"/><Relationship Id="rId1" Type="http://schemas.openxmlformats.org/officeDocument/2006/relationships/tags" Target="../tags/tag7.xml"/><Relationship Id="rId5" Type="http://schemas.openxmlformats.org/officeDocument/2006/relationships/image" Target="../media/image13.emf"/><Relationship Id="rId4" Type="http://schemas.openxmlformats.org/officeDocument/2006/relationships/oleObject" Target="../embeddings/oleObject5.bin"/></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3.xml"/><Relationship Id="rId1" Type="http://schemas.openxmlformats.org/officeDocument/2006/relationships/tags" Target="../tags/tag8.xml"/><Relationship Id="rId5" Type="http://schemas.openxmlformats.org/officeDocument/2006/relationships/image" Target="../media/image12.emf"/><Relationship Id="rId4" Type="http://schemas.openxmlformats.org/officeDocument/2006/relationships/oleObject" Target="../embeddings/oleObject6.bin"/></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3.xml"/><Relationship Id="rId1" Type="http://schemas.openxmlformats.org/officeDocument/2006/relationships/tags" Target="../tags/tag9.xml"/><Relationship Id="rId5" Type="http://schemas.openxmlformats.org/officeDocument/2006/relationships/image" Target="../media/image12.emf"/><Relationship Id="rId4" Type="http://schemas.openxmlformats.org/officeDocument/2006/relationships/oleObject" Target="../embeddings/oleObject6.bin"/></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3.xml"/><Relationship Id="rId1" Type="http://schemas.openxmlformats.org/officeDocument/2006/relationships/tags" Target="../tags/tag10.xml"/><Relationship Id="rId5" Type="http://schemas.openxmlformats.org/officeDocument/2006/relationships/image" Target="../media/image12.emf"/><Relationship Id="rId4" Type="http://schemas.openxmlformats.org/officeDocument/2006/relationships/oleObject" Target="../embeddings/oleObject6.bin"/></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3.xml"/><Relationship Id="rId1" Type="http://schemas.openxmlformats.org/officeDocument/2006/relationships/tags" Target="../tags/tag11.xml"/><Relationship Id="rId5" Type="http://schemas.openxmlformats.org/officeDocument/2006/relationships/image" Target="../media/image12.emf"/><Relationship Id="rId4" Type="http://schemas.openxmlformats.org/officeDocument/2006/relationships/oleObject" Target="../embeddings/oleObject6.bin"/></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3.xml"/><Relationship Id="rId1" Type="http://schemas.openxmlformats.org/officeDocument/2006/relationships/tags" Target="../tags/tag12.xml"/><Relationship Id="rId5" Type="http://schemas.openxmlformats.org/officeDocument/2006/relationships/image" Target="../media/image12.emf"/><Relationship Id="rId4" Type="http://schemas.openxmlformats.org/officeDocument/2006/relationships/oleObject" Target="../embeddings/oleObject6.bin"/></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3.xml"/><Relationship Id="rId1" Type="http://schemas.openxmlformats.org/officeDocument/2006/relationships/tags" Target="../tags/tag13.xml"/><Relationship Id="rId5" Type="http://schemas.openxmlformats.org/officeDocument/2006/relationships/image" Target="../media/image12.emf"/><Relationship Id="rId4" Type="http://schemas.openxmlformats.org/officeDocument/2006/relationships/oleObject" Target="../embeddings/oleObject6.bin"/></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3.xml"/><Relationship Id="rId1" Type="http://schemas.openxmlformats.org/officeDocument/2006/relationships/tags" Target="../tags/tag14.xml"/><Relationship Id="rId5" Type="http://schemas.openxmlformats.org/officeDocument/2006/relationships/image" Target="../media/image12.emf"/><Relationship Id="rId4" Type="http://schemas.openxmlformats.org/officeDocument/2006/relationships/oleObject" Target="../embeddings/oleObject6.bin"/></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3.xml"/><Relationship Id="rId1" Type="http://schemas.openxmlformats.org/officeDocument/2006/relationships/tags" Target="../tags/tag15.xml"/><Relationship Id="rId5" Type="http://schemas.openxmlformats.org/officeDocument/2006/relationships/image" Target="../media/image12.emf"/><Relationship Id="rId4" Type="http://schemas.openxmlformats.org/officeDocument/2006/relationships/oleObject" Target="../embeddings/oleObject6.bin"/></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3.xml"/><Relationship Id="rId1" Type="http://schemas.openxmlformats.org/officeDocument/2006/relationships/tags" Target="../tags/tag16.xml"/><Relationship Id="rId5" Type="http://schemas.openxmlformats.org/officeDocument/2006/relationships/image" Target="../media/image12.emf"/><Relationship Id="rId4" Type="http://schemas.openxmlformats.org/officeDocument/2006/relationships/oleObject" Target="../embeddings/oleObject6.bin"/></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3.xml"/><Relationship Id="rId1" Type="http://schemas.openxmlformats.org/officeDocument/2006/relationships/tags" Target="../tags/tag17.xml"/><Relationship Id="rId5" Type="http://schemas.openxmlformats.org/officeDocument/2006/relationships/image" Target="../media/image12.emf"/><Relationship Id="rId4" Type="http://schemas.openxmlformats.org/officeDocument/2006/relationships/oleObject" Target="../embeddings/oleObject6.bin"/></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13.xml"/><Relationship Id="rId1" Type="http://schemas.openxmlformats.org/officeDocument/2006/relationships/tags" Target="../tags/tag18.xml"/><Relationship Id="rId5" Type="http://schemas.openxmlformats.org/officeDocument/2006/relationships/image" Target="../media/image12.emf"/><Relationship Id="rId4" Type="http://schemas.openxmlformats.org/officeDocument/2006/relationships/oleObject" Target="../embeddings/oleObject6.bin"/></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13.xml"/><Relationship Id="rId1" Type="http://schemas.openxmlformats.org/officeDocument/2006/relationships/tags" Target="../tags/tag19.xml"/><Relationship Id="rId5" Type="http://schemas.openxmlformats.org/officeDocument/2006/relationships/image" Target="../media/image12.emf"/><Relationship Id="rId4" Type="http://schemas.openxmlformats.org/officeDocument/2006/relationships/oleObject" Target="../embeddings/oleObject6.bin"/></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13.xml"/><Relationship Id="rId1" Type="http://schemas.openxmlformats.org/officeDocument/2006/relationships/tags" Target="../tags/tag20.xml"/><Relationship Id="rId5" Type="http://schemas.openxmlformats.org/officeDocument/2006/relationships/image" Target="../media/image12.emf"/><Relationship Id="rId4" Type="http://schemas.openxmlformats.org/officeDocument/2006/relationships/oleObject" Target="../embeddings/oleObject6.bin"/></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13.xml"/><Relationship Id="rId1" Type="http://schemas.openxmlformats.org/officeDocument/2006/relationships/tags" Target="../tags/tag21.xml"/><Relationship Id="rId5" Type="http://schemas.openxmlformats.org/officeDocument/2006/relationships/image" Target="../media/image12.emf"/><Relationship Id="rId4" Type="http://schemas.openxmlformats.org/officeDocument/2006/relationships/oleObject" Target="../embeddings/oleObject6.bin"/></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13.xml"/><Relationship Id="rId1" Type="http://schemas.openxmlformats.org/officeDocument/2006/relationships/tags" Target="../tags/tag22.xml"/><Relationship Id="rId5" Type="http://schemas.openxmlformats.org/officeDocument/2006/relationships/image" Target="../media/image12.emf"/><Relationship Id="rId4" Type="http://schemas.openxmlformats.org/officeDocument/2006/relationships/oleObject" Target="../embeddings/oleObject6.bin"/></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13.xml"/><Relationship Id="rId1" Type="http://schemas.openxmlformats.org/officeDocument/2006/relationships/tags" Target="../tags/tag23.xml"/><Relationship Id="rId5" Type="http://schemas.openxmlformats.org/officeDocument/2006/relationships/image" Target="../media/image12.emf"/><Relationship Id="rId4" Type="http://schemas.openxmlformats.org/officeDocument/2006/relationships/oleObject" Target="../embeddings/oleObject6.bin"/></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13.xml"/><Relationship Id="rId1" Type="http://schemas.openxmlformats.org/officeDocument/2006/relationships/tags" Target="../tags/tag24.xml"/><Relationship Id="rId5" Type="http://schemas.openxmlformats.org/officeDocument/2006/relationships/image" Target="../media/image12.emf"/><Relationship Id="rId4" Type="http://schemas.openxmlformats.org/officeDocument/2006/relationships/oleObject" Target="../embeddings/oleObject6.bin"/></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13.xml"/><Relationship Id="rId1" Type="http://schemas.openxmlformats.org/officeDocument/2006/relationships/tags" Target="../tags/tag25.xml"/><Relationship Id="rId5" Type="http://schemas.openxmlformats.org/officeDocument/2006/relationships/image" Target="../media/image12.emf"/><Relationship Id="rId4" Type="http://schemas.openxmlformats.org/officeDocument/2006/relationships/oleObject" Target="../embeddings/oleObject6.bin"/></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13.xml"/><Relationship Id="rId1" Type="http://schemas.openxmlformats.org/officeDocument/2006/relationships/tags" Target="../tags/tag26.xml"/><Relationship Id="rId5" Type="http://schemas.openxmlformats.org/officeDocument/2006/relationships/image" Target="../media/image12.emf"/><Relationship Id="rId4" Type="http://schemas.openxmlformats.org/officeDocument/2006/relationships/oleObject" Target="../embeddings/oleObject6.bin"/></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13.xml"/><Relationship Id="rId1" Type="http://schemas.openxmlformats.org/officeDocument/2006/relationships/tags" Target="../tags/tag27.xml"/><Relationship Id="rId5" Type="http://schemas.openxmlformats.org/officeDocument/2006/relationships/image" Target="../media/image12.emf"/><Relationship Id="rId4" Type="http://schemas.openxmlformats.org/officeDocument/2006/relationships/oleObject" Target="../embeddings/oleObject6.bin"/></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13.xml"/><Relationship Id="rId1" Type="http://schemas.openxmlformats.org/officeDocument/2006/relationships/tags" Target="../tags/tag28.xml"/><Relationship Id="rId5" Type="http://schemas.openxmlformats.org/officeDocument/2006/relationships/image" Target="../media/image12.emf"/><Relationship Id="rId4" Type="http://schemas.openxmlformats.org/officeDocument/2006/relationships/oleObject" Target="../embeddings/oleObject6.bin"/></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13.xml"/><Relationship Id="rId1" Type="http://schemas.openxmlformats.org/officeDocument/2006/relationships/tags" Target="../tags/tag29.xml"/><Relationship Id="rId5" Type="http://schemas.openxmlformats.org/officeDocument/2006/relationships/image" Target="../media/image12.emf"/><Relationship Id="rId4" Type="http://schemas.openxmlformats.org/officeDocument/2006/relationships/oleObject" Target="../embeddings/oleObject6.bin"/></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13.xml"/><Relationship Id="rId1" Type="http://schemas.openxmlformats.org/officeDocument/2006/relationships/tags" Target="../tags/tag30.xml"/><Relationship Id="rId5" Type="http://schemas.openxmlformats.org/officeDocument/2006/relationships/image" Target="../media/image12.emf"/><Relationship Id="rId4" Type="http://schemas.openxmlformats.org/officeDocument/2006/relationships/oleObject" Target="../embeddings/oleObject6.bin"/></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13.xml"/><Relationship Id="rId1" Type="http://schemas.openxmlformats.org/officeDocument/2006/relationships/tags" Target="../tags/tag31.xml"/><Relationship Id="rId5" Type="http://schemas.openxmlformats.org/officeDocument/2006/relationships/image" Target="../media/image12.emf"/><Relationship Id="rId4" Type="http://schemas.openxmlformats.org/officeDocument/2006/relationships/oleObject" Target="../embeddings/oleObject6.bin"/></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13.xml"/><Relationship Id="rId1" Type="http://schemas.openxmlformats.org/officeDocument/2006/relationships/tags" Target="../tags/tag32.xml"/><Relationship Id="rId5" Type="http://schemas.openxmlformats.org/officeDocument/2006/relationships/image" Target="../media/image12.emf"/><Relationship Id="rId4" Type="http://schemas.openxmlformats.org/officeDocument/2006/relationships/oleObject" Target="../embeddings/oleObject6.bin"/></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13.xml"/><Relationship Id="rId1" Type="http://schemas.openxmlformats.org/officeDocument/2006/relationships/tags" Target="../tags/tag33.xml"/><Relationship Id="rId5" Type="http://schemas.openxmlformats.org/officeDocument/2006/relationships/image" Target="../media/image12.emf"/><Relationship Id="rId4" Type="http://schemas.openxmlformats.org/officeDocument/2006/relationships/oleObject" Target="../embeddings/oleObject6.bin"/></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4.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ct 6" hidden="1">
            <a:extLst>
              <a:ext uri="{FF2B5EF4-FFF2-40B4-BE49-F238E27FC236}">
                <a16:creationId xmlns:a16="http://schemas.microsoft.com/office/drawing/2014/main" id="{B6717885-4FD7-174C-8574-75654AFF8AE3}"/>
              </a:ext>
            </a:extLst>
          </p:cNvPr>
          <p:cNvGraphicFramePr>
            <a:graphicFrameLocks noChangeAspect="1"/>
          </p:cNvGraphicFramePr>
          <p:nvPr>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4" imgW="7772400" imgH="10058400" progId="TCLayout.ActiveDocument.1">
                  <p:embed/>
                </p:oleObj>
              </mc:Choice>
              <mc:Fallback>
                <p:oleObj name="think-cell Slide" r:id="rId4" imgW="7772400" imgH="10058400" progId="TCLayout.ActiveDocument.1">
                  <p:embed/>
                  <p:pic>
                    <p:nvPicPr>
                      <p:cNvPr id="6" name="Object 6" hidden="1">
                        <a:extLst>
                          <a:ext uri="{FF2B5EF4-FFF2-40B4-BE49-F238E27FC236}">
                            <a16:creationId xmlns:a16="http://schemas.microsoft.com/office/drawing/2014/main" id="{B6717885-4FD7-174C-8574-75654AFF8AE3}"/>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5" name="TextBox 2">
            <a:extLst>
              <a:ext uri="{FF2B5EF4-FFF2-40B4-BE49-F238E27FC236}">
                <a16:creationId xmlns:a16="http://schemas.microsoft.com/office/drawing/2014/main" id="{3FCBACAA-4D38-2BE7-B0C5-2CAA1F034D69}"/>
              </a:ext>
            </a:extLst>
          </p:cNvPr>
          <p:cNvSpPr txBox="1"/>
          <p:nvPr/>
        </p:nvSpPr>
        <p:spPr>
          <a:xfrm>
            <a:off x="5124537" y="4981082"/>
            <a:ext cx="1942927" cy="461665"/>
          </a:xfrm>
          <a:prstGeom prst="rect">
            <a:avLst/>
          </a:prstGeom>
          <a:noFill/>
        </p:spPr>
        <p:txBody>
          <a:bodyPr wrap="square">
            <a:noAutofit/>
          </a:bodyPr>
          <a:lstStyle/>
          <a:p>
            <a:pPr lvl="0" algn="ctr">
              <a:defRPr/>
            </a:pPr>
            <a:r>
              <a:rPr lang="ar-EG" sz="2000" noProof="0" dirty="0">
                <a:solidFill>
                  <a:schemeClr val="tx1">
                    <a:lumMod val="65000"/>
                    <a:lumOff val="35000"/>
                  </a:schemeClr>
                </a:solidFill>
                <a:latin typeface="Sakkal Majalla" panose="02000000000000000000" pitchFamily="2" charset="-78"/>
                <a:ea typeface="GE SS Unique Bold" panose="020A0503020102020204" pitchFamily="18" charset="-78"/>
                <a:cs typeface="Sakkal Majalla" panose="02000000000000000000" pitchFamily="2" charset="-78"/>
                <a:sym typeface="Sakkal Majalla" panose="02000000000000000000" pitchFamily="2" charset="-78"/>
              </a:rPr>
              <a:t>أبريل 2026</a:t>
            </a:r>
          </a:p>
        </p:txBody>
      </p:sp>
      <p:sp>
        <p:nvSpPr>
          <p:cNvPr id="10" name="Google Shape;179;p27">
            <a:extLst>
              <a:ext uri="{FF2B5EF4-FFF2-40B4-BE49-F238E27FC236}">
                <a16:creationId xmlns:a16="http://schemas.microsoft.com/office/drawing/2014/main" id="{71BD3523-08D9-A6E1-3A82-732E0BA943DE}"/>
              </a:ext>
            </a:extLst>
          </p:cNvPr>
          <p:cNvSpPr txBox="1">
            <a:spLocks/>
          </p:cNvSpPr>
          <p:nvPr/>
        </p:nvSpPr>
        <p:spPr>
          <a:xfrm>
            <a:off x="2523772" y="3015106"/>
            <a:ext cx="7144455" cy="753331"/>
          </a:xfrm>
          <a:prstGeom prst="rect">
            <a:avLst/>
          </a:prstGeom>
          <a:noFill/>
          <a:ln>
            <a:noFill/>
          </a:ln>
        </p:spPr>
        <p:txBody>
          <a:bodyPr spcFirstLastPara="1" wrap="square" lIns="85711" tIns="42844" rIns="85711" bIns="42844" anchor="t" anchorCtr="0">
            <a:noAutofit/>
          </a:bodyPr>
          <a:lstStyle>
            <a:lvl1pPr algn="r" defTabSz="914400" rtl="1" eaLnBrk="1" latinLnBrk="0" hangingPunct="1">
              <a:lnSpc>
                <a:spcPct val="90000"/>
              </a:lnSpc>
              <a:spcBef>
                <a:spcPct val="0"/>
              </a:spcBef>
              <a:buNone/>
              <a:defRPr sz="3600" b="1" i="0" kern="1200">
                <a:solidFill>
                  <a:srgbClr val="1B8654"/>
                </a:solidFill>
                <a:latin typeface="GE SS Unique Bold" charset="0"/>
                <a:ea typeface="GE SS Unique Bold" charset="0"/>
                <a:cs typeface="GE SS Unique Bold" charset="0"/>
              </a:defRPr>
            </a:lvl1pPr>
          </a:lstStyle>
          <a:p>
            <a:pPr algn="ctr">
              <a:defRPr/>
            </a:pPr>
            <a:r>
              <a:rPr lang="ar-EG" sz="5400" noProof="0" dirty="0">
                <a:latin typeface="Sakkal Majalla" panose="02000000000000000000" pitchFamily="2" charset="-78"/>
                <a:cs typeface="Sakkal Majalla" panose="02000000000000000000" pitchFamily="2" charset="-78"/>
              </a:rPr>
              <a:t>الحوكمة والمخاطر والامتثال</a:t>
            </a:r>
          </a:p>
        </p:txBody>
      </p:sp>
    </p:spTree>
    <p:extLst>
      <p:ext uri="{BB962C8B-B14F-4D97-AF65-F5344CB8AC3E}">
        <p14:creationId xmlns:p14="http://schemas.microsoft.com/office/powerpoint/2010/main" val="461936353"/>
      </p:ext>
    </p:extLst>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E0711B-7B3D-2ED8-5788-8A80FE51C4A6}"/>
            </a:ext>
          </a:extLst>
        </p:cNvPr>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28DB2D64-ED9A-BCBF-2F09-2D94992C24C6}"/>
              </a:ext>
            </a:extLst>
          </p:cNvPr>
          <p:cNvGraphicFramePr>
            <a:graphicFrameLocks noChangeAspect="1"/>
          </p:cNvGraphicFramePr>
          <p:nvPr>
            <p:custDataLst>
              <p:tags r:id="rId1"/>
            </p:custDataLst>
          </p:nvPr>
        </p:nvGraphicFramePr>
        <p:xfrm>
          <a:off x="11163" y="1489"/>
          <a:ext cx="1489" cy="1489"/>
        </p:xfrm>
        <a:graphic>
          <a:graphicData uri="http://schemas.openxmlformats.org/presentationml/2006/ole">
            <mc:AlternateContent xmlns:mc="http://schemas.openxmlformats.org/markup-compatibility/2006">
              <mc:Choice xmlns:v="urn:schemas-microsoft-com:vml" Requires="v">
                <p:oleObj name="think-cell Slide" r:id="rId4" imgW="395" imgH="396" progId="TCLayout.ActiveDocument.1">
                  <p:embed/>
                </p:oleObj>
              </mc:Choice>
              <mc:Fallback>
                <p:oleObj name="think-cell Slide" r:id="rId4" imgW="395" imgH="396" progId="TCLayout.ActiveDocument.1">
                  <p:embed/>
                  <p:pic>
                    <p:nvPicPr>
                      <p:cNvPr id="4" name="Object 3" hidden="1">
                        <a:extLst>
                          <a:ext uri="{FF2B5EF4-FFF2-40B4-BE49-F238E27FC236}">
                            <a16:creationId xmlns:a16="http://schemas.microsoft.com/office/drawing/2014/main" id="{28DB2D64-ED9A-BCBF-2F09-2D94992C24C6}"/>
                          </a:ext>
                        </a:extLst>
                      </p:cNvPr>
                      <p:cNvPicPr/>
                      <p:nvPr/>
                    </p:nvPicPr>
                    <p:blipFill>
                      <a:blip r:embed="rId5"/>
                      <a:stretch>
                        <a:fillRect/>
                      </a:stretch>
                    </p:blipFill>
                    <p:spPr>
                      <a:xfrm>
                        <a:off x="11163" y="1489"/>
                        <a:ext cx="1489" cy="1489"/>
                      </a:xfrm>
                      <a:prstGeom prst="rect">
                        <a:avLst/>
                      </a:prstGeom>
                    </p:spPr>
                  </p:pic>
                </p:oleObj>
              </mc:Fallback>
            </mc:AlternateContent>
          </a:graphicData>
        </a:graphic>
      </p:graphicFrame>
      <p:sp>
        <p:nvSpPr>
          <p:cNvPr id="2" name="Text Placeholder 1">
            <a:extLst>
              <a:ext uri="{FF2B5EF4-FFF2-40B4-BE49-F238E27FC236}">
                <a16:creationId xmlns:a16="http://schemas.microsoft.com/office/drawing/2014/main" id="{98F5309A-C6FD-ABFF-96F6-7FA2F505E8A4}"/>
              </a:ext>
            </a:extLst>
          </p:cNvPr>
          <p:cNvSpPr txBox="1">
            <a:spLocks/>
          </p:cNvSpPr>
          <p:nvPr/>
        </p:nvSpPr>
        <p:spPr>
          <a:xfrm>
            <a:off x="5495081" y="159153"/>
            <a:ext cx="6389688" cy="523220"/>
          </a:xfrm>
          <a:prstGeom prst="rect">
            <a:avLst/>
          </a:prstGeom>
        </p:spPr>
        <p:txBody>
          <a:bodyPr vert="horz" lIns="91440" tIns="45720" rIns="91440" bIns="45720" rtlCol="0">
            <a:spAutoFit/>
          </a:bodyPr>
          <a:lstStyle>
            <a:lvl1pPr marL="0" indent="0" algn="r" defTabSz="685800" rtl="1" eaLnBrk="1" latinLnBrk="0" hangingPunct="1">
              <a:lnSpc>
                <a:spcPct val="100000"/>
              </a:lnSpc>
              <a:spcBef>
                <a:spcPts val="750"/>
              </a:spcBef>
              <a:buFont typeface="Arial" panose="020B0604020202020204" pitchFamily="34" charset="0"/>
              <a:buNone/>
              <a:defRPr sz="2000" b="1" kern="1200">
                <a:solidFill>
                  <a:schemeClr val="accent3"/>
                </a:solidFill>
                <a:latin typeface="+mn-lt"/>
                <a:ea typeface="+mn-ea"/>
                <a:cs typeface="+mj-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R="0" fontAlgn="auto">
              <a:spcAft>
                <a:spcPts val="0"/>
              </a:spcAft>
              <a:buClrTx/>
              <a:buSzTx/>
              <a:tabLst/>
              <a:defRPr/>
            </a:pPr>
            <a:r>
              <a:rPr lang="ar-EG" sz="2800" noProof="0" dirty="0">
                <a:solidFill>
                  <a:srgbClr val="008658"/>
                </a:solidFill>
                <a:latin typeface="Calibri" pitchFamily="34" charset="0"/>
                <a:cs typeface="Calibri" pitchFamily="34" charset="-120"/>
              </a:rPr>
              <a:t>محتويات البرنامج التدريبي</a:t>
            </a:r>
          </a:p>
        </p:txBody>
      </p:sp>
      <p:grpSp>
        <p:nvGrpSpPr>
          <p:cNvPr id="27" name="Group 26">
            <a:extLst>
              <a:ext uri="{FF2B5EF4-FFF2-40B4-BE49-F238E27FC236}">
                <a16:creationId xmlns:a16="http://schemas.microsoft.com/office/drawing/2014/main" id="{AAE787F5-407C-5F5B-D07F-B069A46BA115}"/>
              </a:ext>
            </a:extLst>
          </p:cNvPr>
          <p:cNvGrpSpPr/>
          <p:nvPr/>
        </p:nvGrpSpPr>
        <p:grpSpPr>
          <a:xfrm flipH="1">
            <a:off x="678873" y="1199803"/>
            <a:ext cx="11059160" cy="4605251"/>
            <a:chOff x="320040" y="1005840"/>
            <a:chExt cx="8503920" cy="3520440"/>
          </a:xfrm>
        </p:grpSpPr>
        <p:sp>
          <p:nvSpPr>
            <p:cNvPr id="3" name="Shape 3"/>
            <p:cNvSpPr/>
            <p:nvPr/>
          </p:nvSpPr>
          <p:spPr>
            <a:xfrm>
              <a:off x="320040" y="1005840"/>
              <a:ext cx="8503920" cy="1051560"/>
            </a:xfrm>
            <a:prstGeom prst="rect">
              <a:avLst/>
            </a:prstGeom>
            <a:solidFill>
              <a:srgbClr val="2E7D52"/>
            </a:solidFill>
            <a:ln/>
            <a:effectLst>
              <a:outerShdw blurRad="63500" dist="25400" dir="8100000" algn="bl" rotWithShape="0">
                <a:srgbClr val="000000">
                  <a:alpha val="12000"/>
                </a:srgbClr>
              </a:outerShdw>
            </a:effectLst>
          </p:spPr>
          <p:txBody>
            <a:bodyPr/>
            <a:lstStyle/>
            <a:p>
              <a:endParaRPr lang="ar-EG" sz="2000" noProof="0" dirty="0">
                <a:cs typeface="Sakkal Majalla" panose="02000000000000000000" pitchFamily="2" charset="-78"/>
              </a:endParaRPr>
            </a:p>
          </p:txBody>
        </p:sp>
        <p:sp>
          <p:nvSpPr>
            <p:cNvPr id="6" name="Shape 4"/>
            <p:cNvSpPr/>
            <p:nvPr/>
          </p:nvSpPr>
          <p:spPr>
            <a:xfrm>
              <a:off x="320040" y="1005840"/>
              <a:ext cx="1280160" cy="1051560"/>
            </a:xfrm>
            <a:prstGeom prst="rect">
              <a:avLst/>
            </a:prstGeom>
            <a:solidFill>
              <a:srgbClr val="154F31"/>
            </a:solidFill>
            <a:ln/>
          </p:spPr>
          <p:txBody>
            <a:bodyPr/>
            <a:lstStyle/>
            <a:p>
              <a:endParaRPr lang="ar-EG" sz="2000" noProof="0" dirty="0">
                <a:cs typeface="Sakkal Majalla" panose="02000000000000000000" pitchFamily="2" charset="-78"/>
              </a:endParaRPr>
            </a:p>
          </p:txBody>
        </p:sp>
        <p:sp>
          <p:nvSpPr>
            <p:cNvPr id="11" name="Text 5"/>
            <p:cNvSpPr/>
            <p:nvPr/>
          </p:nvSpPr>
          <p:spPr>
            <a:xfrm>
              <a:off x="347472" y="1316736"/>
              <a:ext cx="1225296" cy="411480"/>
            </a:xfrm>
            <a:prstGeom prst="rect">
              <a:avLst/>
            </a:prstGeom>
            <a:noFill/>
            <a:ln/>
          </p:spPr>
          <p:txBody>
            <a:bodyPr wrap="square" rtlCol="0" anchor="ctr"/>
            <a:lstStyle/>
            <a:p>
              <a:pPr marL="0" indent="0" algn="ctr" rtl="1">
                <a:buNone/>
              </a:pPr>
              <a:r>
                <a:rPr lang="ar-EG" b="1" noProof="0" dirty="0">
                  <a:solidFill>
                    <a:srgbClr val="D4AF6A"/>
                  </a:solidFill>
                  <a:ea typeface="Arial" pitchFamily="34" charset="-122"/>
                  <a:cs typeface="Sakkal Majalla" panose="02000000000000000000" pitchFamily="2" charset="-78"/>
                </a:rPr>
                <a:t>الفصل الأول</a:t>
              </a:r>
              <a:endParaRPr lang="ar-EG" noProof="0" dirty="0">
                <a:cs typeface="Sakkal Majalla" panose="02000000000000000000" pitchFamily="2" charset="-78"/>
              </a:endParaRPr>
            </a:p>
          </p:txBody>
        </p:sp>
        <p:sp>
          <p:nvSpPr>
            <p:cNvPr id="12" name="Text 6"/>
            <p:cNvSpPr/>
            <p:nvPr/>
          </p:nvSpPr>
          <p:spPr>
            <a:xfrm>
              <a:off x="1691640" y="1115568"/>
              <a:ext cx="7040880" cy="411480"/>
            </a:xfrm>
            <a:prstGeom prst="rect">
              <a:avLst/>
            </a:prstGeom>
            <a:noFill/>
            <a:ln/>
          </p:spPr>
          <p:txBody>
            <a:bodyPr wrap="square" rtlCol="0" anchor="ctr"/>
            <a:lstStyle/>
            <a:p>
              <a:pPr indent="0" algn="r" rtl="1">
                <a:spcBef>
                  <a:spcPct val="0"/>
                </a:spcBef>
              </a:pPr>
              <a:r>
                <a:rPr lang="ar-EG" b="1" kern="0" noProof="0" dirty="0">
                  <a:ln w="6350" cap="flat">
                    <a:noFill/>
                    <a:miter lim="800000"/>
                  </a:ln>
                  <a:solidFill>
                    <a:srgbClr val="FFFFFF"/>
                  </a:solidFill>
                  <a:latin typeface="Calibri" pitchFamily="34" charset="0"/>
                  <a:ea typeface="+mj-ea"/>
                  <a:cs typeface="Calibri" pitchFamily="34" charset="-120"/>
                </a:rPr>
                <a:t>الحوكمة التنظيمية والامتثال</a:t>
              </a:r>
            </a:p>
          </p:txBody>
        </p:sp>
        <p:sp>
          <p:nvSpPr>
            <p:cNvPr id="14" name="Text 7"/>
            <p:cNvSpPr/>
            <p:nvPr/>
          </p:nvSpPr>
          <p:spPr>
            <a:xfrm>
              <a:off x="1691640" y="1572768"/>
              <a:ext cx="7040880" cy="347472"/>
            </a:xfrm>
            <a:prstGeom prst="rect">
              <a:avLst/>
            </a:prstGeom>
            <a:noFill/>
            <a:ln/>
          </p:spPr>
          <p:txBody>
            <a:bodyPr wrap="square" rtlCol="0" anchor="ctr"/>
            <a:lstStyle/>
            <a:p>
              <a:pPr marL="0" indent="0" algn="r" rtl="1">
                <a:buNone/>
              </a:pPr>
              <a:r>
                <a:rPr lang="ar-EG" sz="1600" noProof="0" dirty="0">
                  <a:solidFill>
                    <a:srgbClr val="A8D5B5"/>
                  </a:solidFill>
                  <a:ea typeface="Arial" pitchFamily="34" charset="-122"/>
                  <a:cs typeface="Sakkal Majalla" panose="02000000000000000000" pitchFamily="2" charset="-78"/>
                </a:rPr>
                <a:t>المعرفة التنظيمية  |  هياكل الحوكمة  |  الأخلاقيات وتضارب المصالح</a:t>
              </a:r>
              <a:endParaRPr lang="ar-EG" sz="1600" noProof="0" dirty="0">
                <a:cs typeface="Sakkal Majalla" panose="02000000000000000000" pitchFamily="2" charset="-78"/>
              </a:endParaRPr>
            </a:p>
          </p:txBody>
        </p:sp>
        <p:sp>
          <p:nvSpPr>
            <p:cNvPr id="15" name="Shape 8"/>
            <p:cNvSpPr/>
            <p:nvPr/>
          </p:nvSpPr>
          <p:spPr>
            <a:xfrm>
              <a:off x="320040" y="2240280"/>
              <a:ext cx="8503920" cy="1051560"/>
            </a:xfrm>
            <a:prstGeom prst="rect">
              <a:avLst/>
            </a:prstGeom>
            <a:solidFill>
              <a:srgbClr val="1A7A4A"/>
            </a:solidFill>
            <a:ln/>
            <a:effectLst>
              <a:outerShdw blurRad="63500" dist="25400" dir="8100000" algn="bl" rotWithShape="0">
                <a:srgbClr val="000000">
                  <a:alpha val="12000"/>
                </a:srgbClr>
              </a:outerShdw>
            </a:effectLst>
          </p:spPr>
          <p:txBody>
            <a:bodyPr/>
            <a:lstStyle/>
            <a:p>
              <a:endParaRPr lang="ar-EG" sz="2000" noProof="0" dirty="0">
                <a:cs typeface="Sakkal Majalla" panose="02000000000000000000" pitchFamily="2" charset="-78"/>
              </a:endParaRPr>
            </a:p>
          </p:txBody>
        </p:sp>
        <p:sp>
          <p:nvSpPr>
            <p:cNvPr id="16" name="Shape 9"/>
            <p:cNvSpPr/>
            <p:nvPr/>
          </p:nvSpPr>
          <p:spPr>
            <a:xfrm>
              <a:off x="320040" y="2240280"/>
              <a:ext cx="1280160" cy="1051560"/>
            </a:xfrm>
            <a:prstGeom prst="rect">
              <a:avLst/>
            </a:prstGeom>
            <a:solidFill>
              <a:srgbClr val="154F31"/>
            </a:solidFill>
            <a:ln/>
          </p:spPr>
          <p:txBody>
            <a:bodyPr/>
            <a:lstStyle/>
            <a:p>
              <a:endParaRPr lang="ar-EG" sz="2000" noProof="0" dirty="0">
                <a:cs typeface="Sakkal Majalla" panose="02000000000000000000" pitchFamily="2" charset="-78"/>
              </a:endParaRPr>
            </a:p>
          </p:txBody>
        </p:sp>
        <p:sp>
          <p:nvSpPr>
            <p:cNvPr id="17" name="Text 10"/>
            <p:cNvSpPr/>
            <p:nvPr/>
          </p:nvSpPr>
          <p:spPr>
            <a:xfrm>
              <a:off x="347472" y="2551176"/>
              <a:ext cx="1225296" cy="411480"/>
            </a:xfrm>
            <a:prstGeom prst="rect">
              <a:avLst/>
            </a:prstGeom>
            <a:noFill/>
            <a:ln/>
          </p:spPr>
          <p:txBody>
            <a:bodyPr wrap="square" rtlCol="0" anchor="ctr"/>
            <a:lstStyle/>
            <a:p>
              <a:pPr marL="0" indent="0" algn="ctr" rtl="1">
                <a:buNone/>
              </a:pPr>
              <a:r>
                <a:rPr lang="ar-EG" b="1" noProof="0" dirty="0">
                  <a:solidFill>
                    <a:srgbClr val="D4AF6A"/>
                  </a:solidFill>
                  <a:ea typeface="Arial" pitchFamily="34" charset="-122"/>
                  <a:cs typeface="Sakkal Majalla" panose="02000000000000000000" pitchFamily="2" charset="-78"/>
                </a:rPr>
                <a:t>الفصل الثاني</a:t>
              </a:r>
              <a:endParaRPr lang="ar-EG" noProof="0" dirty="0">
                <a:cs typeface="Sakkal Majalla" panose="02000000000000000000" pitchFamily="2" charset="-78"/>
              </a:endParaRPr>
            </a:p>
          </p:txBody>
        </p:sp>
        <p:sp>
          <p:nvSpPr>
            <p:cNvPr id="18" name="Text 11"/>
            <p:cNvSpPr/>
            <p:nvPr/>
          </p:nvSpPr>
          <p:spPr>
            <a:xfrm>
              <a:off x="1691640" y="2350008"/>
              <a:ext cx="7040880" cy="411480"/>
            </a:xfrm>
            <a:prstGeom prst="rect">
              <a:avLst/>
            </a:prstGeom>
            <a:noFill/>
            <a:ln/>
          </p:spPr>
          <p:txBody>
            <a:bodyPr wrap="square" rtlCol="0" anchor="ctr"/>
            <a:lstStyle/>
            <a:p>
              <a:pPr algn="r" rtl="1">
                <a:spcBef>
                  <a:spcPct val="0"/>
                </a:spcBef>
                <a:buNone/>
              </a:pPr>
              <a:r>
                <a:rPr lang="ar-EG" b="1" kern="0" noProof="0" dirty="0">
                  <a:ln w="6350" cap="flat">
                    <a:noFill/>
                    <a:miter lim="800000"/>
                  </a:ln>
                  <a:solidFill>
                    <a:srgbClr val="FFFFFF"/>
                  </a:solidFill>
                  <a:latin typeface="Calibri" pitchFamily="34" charset="0"/>
                  <a:ea typeface="+mj-ea"/>
                  <a:cs typeface="Calibri" pitchFamily="34" charset="-120"/>
                </a:rPr>
                <a:t>الامتثال والتدقيق والضوابط</a:t>
              </a:r>
            </a:p>
          </p:txBody>
        </p:sp>
        <p:sp>
          <p:nvSpPr>
            <p:cNvPr id="19" name="Text 12"/>
            <p:cNvSpPr/>
            <p:nvPr/>
          </p:nvSpPr>
          <p:spPr>
            <a:xfrm>
              <a:off x="1691640" y="2807208"/>
              <a:ext cx="7040880" cy="347472"/>
            </a:xfrm>
            <a:prstGeom prst="rect">
              <a:avLst/>
            </a:prstGeom>
            <a:noFill/>
            <a:ln/>
          </p:spPr>
          <p:txBody>
            <a:bodyPr wrap="square" rtlCol="0" anchor="ctr"/>
            <a:lstStyle/>
            <a:p>
              <a:pPr marL="0" indent="0" algn="r" rtl="1">
                <a:buNone/>
              </a:pPr>
              <a:r>
                <a:rPr lang="ar-EG" sz="1600" noProof="0" dirty="0">
                  <a:solidFill>
                    <a:srgbClr val="A8D5B5"/>
                  </a:solidFill>
                  <a:ea typeface="Arial" pitchFamily="34" charset="-122"/>
                  <a:cs typeface="Sakkal Majalla" panose="02000000000000000000" pitchFamily="2" charset="-78"/>
                </a:rPr>
                <a:t>إدارة الامتثال  |  مراقبة الضوابط  |  التدريب والتوعية</a:t>
              </a:r>
              <a:endParaRPr lang="ar-EG" sz="1600" noProof="0" dirty="0">
                <a:cs typeface="Sakkal Majalla" panose="02000000000000000000" pitchFamily="2" charset="-78"/>
              </a:endParaRPr>
            </a:p>
          </p:txBody>
        </p:sp>
        <p:sp>
          <p:nvSpPr>
            <p:cNvPr id="20" name="Shape 13"/>
            <p:cNvSpPr/>
            <p:nvPr/>
          </p:nvSpPr>
          <p:spPr>
            <a:xfrm>
              <a:off x="320040" y="3474720"/>
              <a:ext cx="8503920" cy="1051560"/>
            </a:xfrm>
            <a:prstGeom prst="rect">
              <a:avLst/>
            </a:prstGeom>
            <a:solidFill>
              <a:srgbClr val="154F31"/>
            </a:solidFill>
            <a:ln/>
            <a:effectLst>
              <a:outerShdw blurRad="63500" dist="25400" dir="8100000" algn="bl" rotWithShape="0">
                <a:srgbClr val="000000">
                  <a:alpha val="12000"/>
                </a:srgbClr>
              </a:outerShdw>
            </a:effectLst>
          </p:spPr>
          <p:txBody>
            <a:bodyPr/>
            <a:lstStyle/>
            <a:p>
              <a:endParaRPr lang="ar-EG" sz="2000" noProof="0" dirty="0">
                <a:cs typeface="Sakkal Majalla" panose="02000000000000000000" pitchFamily="2" charset="-78"/>
              </a:endParaRPr>
            </a:p>
          </p:txBody>
        </p:sp>
        <p:sp>
          <p:nvSpPr>
            <p:cNvPr id="28" name="Shape 8">
              <a:extLst>
                <a:ext uri="{FF2B5EF4-FFF2-40B4-BE49-F238E27FC236}">
                  <a16:creationId xmlns:a16="http://schemas.microsoft.com/office/drawing/2014/main" id="{97D30036-7846-678A-65DE-3A56F71AFF4B}"/>
                </a:ext>
              </a:extLst>
            </p:cNvPr>
            <p:cNvSpPr/>
            <p:nvPr/>
          </p:nvSpPr>
          <p:spPr>
            <a:xfrm>
              <a:off x="320040" y="3474720"/>
              <a:ext cx="8503920" cy="1051560"/>
            </a:xfrm>
            <a:prstGeom prst="rect">
              <a:avLst/>
            </a:prstGeom>
            <a:solidFill>
              <a:srgbClr val="1A7A4A"/>
            </a:solidFill>
            <a:ln/>
            <a:effectLst>
              <a:outerShdw blurRad="63500" dist="25400" dir="8100000" algn="bl" rotWithShape="0">
                <a:srgbClr val="000000">
                  <a:alpha val="12000"/>
                </a:srgbClr>
              </a:outerShdw>
            </a:effectLst>
          </p:spPr>
          <p:txBody>
            <a:bodyPr/>
            <a:lstStyle/>
            <a:p>
              <a:endParaRPr lang="ar-EG" sz="2000" noProof="0" dirty="0">
                <a:cs typeface="Sakkal Majalla" panose="02000000000000000000" pitchFamily="2" charset="-78"/>
              </a:endParaRPr>
            </a:p>
          </p:txBody>
        </p:sp>
        <p:sp>
          <p:nvSpPr>
            <p:cNvPr id="23" name="Shape 14"/>
            <p:cNvSpPr/>
            <p:nvPr/>
          </p:nvSpPr>
          <p:spPr>
            <a:xfrm>
              <a:off x="320040" y="3474720"/>
              <a:ext cx="1280160" cy="1051560"/>
            </a:xfrm>
            <a:prstGeom prst="rect">
              <a:avLst/>
            </a:prstGeom>
            <a:solidFill>
              <a:srgbClr val="154F31"/>
            </a:solidFill>
            <a:ln/>
          </p:spPr>
          <p:txBody>
            <a:bodyPr/>
            <a:lstStyle/>
            <a:p>
              <a:endParaRPr lang="ar-EG" sz="2000" noProof="0" dirty="0">
                <a:cs typeface="Sakkal Majalla" panose="02000000000000000000" pitchFamily="2" charset="-78"/>
              </a:endParaRPr>
            </a:p>
          </p:txBody>
        </p:sp>
        <p:sp>
          <p:nvSpPr>
            <p:cNvPr id="24" name="Text 15"/>
            <p:cNvSpPr/>
            <p:nvPr/>
          </p:nvSpPr>
          <p:spPr>
            <a:xfrm>
              <a:off x="347472" y="3785616"/>
              <a:ext cx="1225296" cy="411480"/>
            </a:xfrm>
            <a:prstGeom prst="rect">
              <a:avLst/>
            </a:prstGeom>
            <a:noFill/>
            <a:ln/>
          </p:spPr>
          <p:txBody>
            <a:bodyPr wrap="square" rtlCol="0" anchor="ctr"/>
            <a:lstStyle/>
            <a:p>
              <a:pPr marL="0" indent="0" algn="ctr" rtl="1">
                <a:buNone/>
              </a:pPr>
              <a:r>
                <a:rPr lang="ar-EG" b="1" noProof="0" dirty="0">
                  <a:solidFill>
                    <a:srgbClr val="D4AF6A"/>
                  </a:solidFill>
                  <a:ea typeface="Arial" pitchFamily="34" charset="-122"/>
                  <a:cs typeface="Sakkal Majalla" panose="02000000000000000000" pitchFamily="2" charset="-78"/>
                </a:rPr>
                <a:t>الفصل الثالث</a:t>
              </a:r>
              <a:endParaRPr lang="ar-EG" noProof="0" dirty="0">
                <a:cs typeface="Sakkal Majalla" panose="02000000000000000000" pitchFamily="2" charset="-78"/>
              </a:endParaRPr>
            </a:p>
          </p:txBody>
        </p:sp>
        <p:sp>
          <p:nvSpPr>
            <p:cNvPr id="25" name="Text 16"/>
            <p:cNvSpPr/>
            <p:nvPr/>
          </p:nvSpPr>
          <p:spPr>
            <a:xfrm>
              <a:off x="1691640" y="3584448"/>
              <a:ext cx="7040880" cy="411480"/>
            </a:xfrm>
            <a:prstGeom prst="rect">
              <a:avLst/>
            </a:prstGeom>
            <a:noFill/>
            <a:ln/>
          </p:spPr>
          <p:txBody>
            <a:bodyPr wrap="square" rtlCol="0" anchor="ctr"/>
            <a:lstStyle/>
            <a:p>
              <a:pPr algn="r" rtl="1">
                <a:spcBef>
                  <a:spcPct val="0"/>
                </a:spcBef>
                <a:buNone/>
              </a:pPr>
              <a:r>
                <a:rPr lang="ar-EG" b="1" kern="0" noProof="0" dirty="0">
                  <a:ln w="6350" cap="flat">
                    <a:noFill/>
                    <a:miter lim="800000"/>
                  </a:ln>
                  <a:solidFill>
                    <a:srgbClr val="FFFFFF"/>
                  </a:solidFill>
                  <a:latin typeface="Calibri" pitchFamily="34" charset="0"/>
                  <a:ea typeface="+mj-ea"/>
                  <a:cs typeface="Calibri" pitchFamily="34" charset="-120"/>
                </a:rPr>
                <a:t>إدارة المخاطر المؤسسية</a:t>
              </a:r>
            </a:p>
          </p:txBody>
        </p:sp>
        <p:sp>
          <p:nvSpPr>
            <p:cNvPr id="26" name="Text 17"/>
            <p:cNvSpPr/>
            <p:nvPr/>
          </p:nvSpPr>
          <p:spPr>
            <a:xfrm>
              <a:off x="1691640" y="4041648"/>
              <a:ext cx="7040880" cy="347472"/>
            </a:xfrm>
            <a:prstGeom prst="rect">
              <a:avLst/>
            </a:prstGeom>
            <a:noFill/>
            <a:ln/>
          </p:spPr>
          <p:txBody>
            <a:bodyPr wrap="square" rtlCol="0" anchor="ctr"/>
            <a:lstStyle/>
            <a:p>
              <a:pPr marL="0" indent="0" algn="r" rtl="1">
                <a:buNone/>
              </a:pPr>
              <a:r>
                <a:rPr lang="ar-EG" sz="1600" noProof="0" dirty="0">
                  <a:solidFill>
                    <a:srgbClr val="A8D5B5"/>
                  </a:solidFill>
                  <a:ea typeface="Arial" pitchFamily="34" charset="-122"/>
                  <a:cs typeface="Sakkal Majalla" panose="02000000000000000000" pitchFamily="2" charset="-78"/>
                </a:rPr>
                <a:t>إطار أيزو  31000  |  إدارة المخاطر والضوابط  |  تحليل المخاطر</a:t>
              </a:r>
              <a:endParaRPr lang="ar-EG" sz="1600" noProof="0" dirty="0">
                <a:cs typeface="Sakkal Majalla" panose="02000000000000000000" pitchFamily="2" charset="-78"/>
              </a:endParaRPr>
            </a:p>
          </p:txBody>
        </p:sp>
      </p:grpSp>
    </p:spTree>
    <p:extLst>
      <p:ext uri="{BB962C8B-B14F-4D97-AF65-F5344CB8AC3E}">
        <p14:creationId xmlns:p14="http://schemas.microsoft.com/office/powerpoint/2010/main" val="2000433000"/>
      </p:ext>
    </p:extLst>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1E6D32-4A04-E563-F8D4-9A1B6F45037C}"/>
            </a:ext>
          </a:extLst>
        </p:cNvPr>
        <p:cNvGrpSpPr/>
        <p:nvPr/>
      </p:nvGrpSpPr>
      <p:grpSpPr>
        <a:xfrm>
          <a:off x="0" y="0"/>
          <a:ext cx="0" cy="0"/>
          <a:chOff x="0" y="0"/>
          <a:chExt cx="0" cy="0"/>
        </a:xfrm>
      </p:grpSpPr>
      <p:sp>
        <p:nvSpPr>
          <p:cNvPr id="3" name="Title 1">
            <a:extLst>
              <a:ext uri="{FF2B5EF4-FFF2-40B4-BE49-F238E27FC236}">
                <a16:creationId xmlns:a16="http://schemas.microsoft.com/office/drawing/2014/main" id="{A9C3275D-F4C5-C5AC-7346-203ADFEA6A09}"/>
              </a:ext>
            </a:extLst>
          </p:cNvPr>
          <p:cNvSpPr txBox="1">
            <a:spLocks/>
          </p:cNvSpPr>
          <p:nvPr/>
        </p:nvSpPr>
        <p:spPr>
          <a:xfrm>
            <a:off x="5540707" y="3127087"/>
            <a:ext cx="5065775" cy="1346745"/>
          </a:xfrm>
          <a:prstGeom prst="rect">
            <a:avLst/>
          </a:prstGeom>
        </p:spPr>
        <p:txBody>
          <a:bodyPr vert="horz" lIns="0" tIns="0" rIns="252000" bIns="0" rtlCol="1" anchor="ctr">
            <a:noAutofit/>
          </a:bodyPr>
          <a:lstStyle>
            <a:defPPr>
              <a:defRPr lang="en-US"/>
            </a:defPPr>
            <a:lvl1pPr algn="r" rtl="1">
              <a:lnSpc>
                <a:spcPct val="100000"/>
              </a:lnSpc>
              <a:spcBef>
                <a:spcPct val="0"/>
              </a:spcBef>
              <a:buNone/>
              <a:defRPr sz="4400" kern="0">
                <a:ln w="6350" cap="flat">
                  <a:noFill/>
                  <a:miter lim="800000"/>
                </a:ln>
                <a:solidFill>
                  <a:schemeClr val="bg1"/>
                </a:solidFill>
                <a:latin typeface="+mj-lt"/>
                <a:ea typeface="+mj-ea"/>
                <a:cs typeface="+mj-cs"/>
              </a:defRPr>
            </a:lvl1pPr>
          </a:lstStyle>
          <a:p>
            <a:pPr>
              <a:lnSpc>
                <a:spcPct val="90000"/>
              </a:lnSpc>
              <a:defRPr/>
            </a:pPr>
            <a:r>
              <a:rPr lang="ar-EG" sz="4000" b="1" noProof="0" dirty="0">
                <a:solidFill>
                  <a:srgbClr val="FFFFFF"/>
                </a:solidFill>
                <a:latin typeface="Calibri" pitchFamily="34" charset="0"/>
                <a:cs typeface="Calibri" pitchFamily="34" charset="-120"/>
              </a:rPr>
              <a:t>الفصل الأول</a:t>
            </a:r>
          </a:p>
          <a:p>
            <a:pPr algn="ctr"/>
            <a:r>
              <a:rPr lang="ar-EG" sz="4000" b="1" noProof="0" dirty="0">
                <a:solidFill>
                  <a:srgbClr val="FFFFFF"/>
                </a:solidFill>
                <a:latin typeface="Calibri" pitchFamily="34" charset="0"/>
                <a:cs typeface="Calibri" pitchFamily="34" charset="-120"/>
              </a:rPr>
              <a:t>الحوكمة التنظيمية والامتثال</a:t>
            </a:r>
          </a:p>
        </p:txBody>
      </p:sp>
      <p:cxnSp>
        <p:nvCxnSpPr>
          <p:cNvPr id="4" name="رابط مستقيم 3">
            <a:extLst>
              <a:ext uri="{FF2B5EF4-FFF2-40B4-BE49-F238E27FC236}">
                <a16:creationId xmlns:a16="http://schemas.microsoft.com/office/drawing/2014/main" id="{139DE91C-65A6-D097-07F0-C8F1944C7ECB}"/>
              </a:ext>
            </a:extLst>
          </p:cNvPr>
          <p:cNvCxnSpPr>
            <a:cxnSpLocks/>
          </p:cNvCxnSpPr>
          <p:nvPr/>
        </p:nvCxnSpPr>
        <p:spPr>
          <a:xfrm>
            <a:off x="10487025" y="3149857"/>
            <a:ext cx="0" cy="1323975"/>
          </a:xfrm>
          <a:prstGeom prst="line">
            <a:avLst/>
          </a:prstGeom>
          <a:ln>
            <a:solidFill>
              <a:srgbClr val="C3BC9C"/>
            </a:solidFill>
          </a:ln>
        </p:spPr>
        <p:style>
          <a:lnRef idx="1">
            <a:schemeClr val="accent1"/>
          </a:lnRef>
          <a:fillRef idx="0">
            <a:schemeClr val="accent1"/>
          </a:fillRef>
          <a:effectRef idx="0">
            <a:schemeClr val="accent1"/>
          </a:effectRef>
          <a:fontRef idx="minor">
            <a:schemeClr val="tx1"/>
          </a:fontRef>
        </p:style>
      </p:cxnSp>
      <p:sp>
        <p:nvSpPr>
          <p:cNvPr id="6" name="Text 4"/>
          <p:cNvSpPr/>
          <p:nvPr/>
        </p:nvSpPr>
        <p:spPr>
          <a:xfrm>
            <a:off x="374073" y="4685976"/>
            <a:ext cx="10112952" cy="792480"/>
          </a:xfrm>
          <a:prstGeom prst="rect">
            <a:avLst/>
          </a:prstGeom>
          <a:noFill/>
          <a:ln/>
        </p:spPr>
        <p:txBody>
          <a:bodyPr wrap="square" rtlCol="0" anchor="ctr"/>
          <a:lstStyle/>
          <a:p>
            <a:pPr algn="r" rtl="1"/>
            <a:r>
              <a:rPr lang="ar-EG" sz="2000" b="1" noProof="0" dirty="0">
                <a:solidFill>
                  <a:srgbClr val="D4E6DA"/>
                </a:solidFill>
                <a:latin typeface="Calibri" pitchFamily="34" charset="0"/>
                <a:ea typeface="Calibri" pitchFamily="34" charset="-122"/>
                <a:cs typeface="Calibri" pitchFamily="34" charset="-120"/>
              </a:rPr>
              <a:t>المحاور: التخطيط  |  أنظمة القيادة  |  تنسيق المعلومات</a:t>
            </a:r>
            <a:endParaRPr lang="ar-EG" sz="2000" b="1" noProof="0" dirty="0"/>
          </a:p>
        </p:txBody>
      </p:sp>
    </p:spTree>
    <p:extLst>
      <p:ext uri="{BB962C8B-B14F-4D97-AF65-F5344CB8AC3E}">
        <p14:creationId xmlns:p14="http://schemas.microsoft.com/office/powerpoint/2010/main" val="310402010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4A9E2F-C7AF-8876-87FE-3F1BB2469213}"/>
            </a:ext>
          </a:extLst>
        </p:cNvPr>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9BCB3E25-F644-C056-C012-31B7C3870A7A}"/>
              </a:ext>
            </a:extLst>
          </p:cNvPr>
          <p:cNvGraphicFramePr>
            <a:graphicFrameLocks noChangeAspect="1"/>
          </p:cNvGraphicFramePr>
          <p:nvPr>
            <p:custDataLst>
              <p:tags r:id="rId1"/>
            </p:custDataLst>
          </p:nvPr>
        </p:nvGraphicFramePr>
        <p:xfrm>
          <a:off x="11163" y="1489"/>
          <a:ext cx="1489" cy="1489"/>
        </p:xfrm>
        <a:graphic>
          <a:graphicData uri="http://schemas.openxmlformats.org/presentationml/2006/ole">
            <mc:AlternateContent xmlns:mc="http://schemas.openxmlformats.org/markup-compatibility/2006">
              <mc:Choice xmlns:v="urn:schemas-microsoft-com:vml" Requires="v">
                <p:oleObj name="think-cell Slide" r:id="rId4" imgW="395" imgH="396" progId="TCLayout.ActiveDocument.1">
                  <p:embed/>
                </p:oleObj>
              </mc:Choice>
              <mc:Fallback>
                <p:oleObj name="think-cell Slide" r:id="rId4" imgW="395" imgH="396" progId="TCLayout.ActiveDocument.1">
                  <p:embed/>
                  <p:pic>
                    <p:nvPicPr>
                      <p:cNvPr id="4" name="Object 3" hidden="1">
                        <a:extLst>
                          <a:ext uri="{FF2B5EF4-FFF2-40B4-BE49-F238E27FC236}">
                            <a16:creationId xmlns:a16="http://schemas.microsoft.com/office/drawing/2014/main" id="{28DB2D64-ED9A-BCBF-2F09-2D94992C24C6}"/>
                          </a:ext>
                        </a:extLst>
                      </p:cNvPr>
                      <p:cNvPicPr/>
                      <p:nvPr/>
                    </p:nvPicPr>
                    <p:blipFill>
                      <a:blip r:embed="rId5"/>
                      <a:stretch>
                        <a:fillRect/>
                      </a:stretch>
                    </p:blipFill>
                    <p:spPr>
                      <a:xfrm>
                        <a:off x="11163" y="1489"/>
                        <a:ext cx="1489" cy="1489"/>
                      </a:xfrm>
                      <a:prstGeom prst="rect">
                        <a:avLst/>
                      </a:prstGeom>
                    </p:spPr>
                  </p:pic>
                </p:oleObj>
              </mc:Fallback>
            </mc:AlternateContent>
          </a:graphicData>
        </a:graphic>
      </p:graphicFrame>
      <p:sp>
        <p:nvSpPr>
          <p:cNvPr id="2" name="Text Placeholder 1">
            <a:extLst>
              <a:ext uri="{FF2B5EF4-FFF2-40B4-BE49-F238E27FC236}">
                <a16:creationId xmlns:a16="http://schemas.microsoft.com/office/drawing/2014/main" id="{80A77F5D-30A3-F973-5FCE-4CD043F36F46}"/>
              </a:ext>
            </a:extLst>
          </p:cNvPr>
          <p:cNvSpPr txBox="1">
            <a:spLocks/>
          </p:cNvSpPr>
          <p:nvPr/>
        </p:nvSpPr>
        <p:spPr>
          <a:xfrm>
            <a:off x="5495081" y="159153"/>
            <a:ext cx="6389688" cy="523220"/>
          </a:xfrm>
          <a:prstGeom prst="rect">
            <a:avLst/>
          </a:prstGeom>
        </p:spPr>
        <p:txBody>
          <a:bodyPr vert="horz" lIns="91440" tIns="45720" rIns="91440" bIns="45720" rtlCol="0">
            <a:spAutoFit/>
          </a:bodyPr>
          <a:lstStyle>
            <a:lvl1pPr marL="0" indent="0" algn="r" defTabSz="685800" rtl="1" eaLnBrk="1" latinLnBrk="0" hangingPunct="1">
              <a:lnSpc>
                <a:spcPct val="100000"/>
              </a:lnSpc>
              <a:spcBef>
                <a:spcPts val="750"/>
              </a:spcBef>
              <a:buFont typeface="Arial" panose="020B0604020202020204" pitchFamily="34" charset="0"/>
              <a:buNone/>
              <a:defRPr sz="2000" b="1" kern="1200">
                <a:solidFill>
                  <a:schemeClr val="accent3"/>
                </a:solidFill>
                <a:latin typeface="+mn-lt"/>
                <a:ea typeface="+mn-ea"/>
                <a:cs typeface="+mj-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R="0" fontAlgn="auto">
              <a:spcAft>
                <a:spcPts val="0"/>
              </a:spcAft>
              <a:buClrTx/>
              <a:buSzTx/>
              <a:tabLst/>
              <a:defRPr/>
            </a:pPr>
            <a:r>
              <a:rPr lang="ar-EG" sz="2800" noProof="0" dirty="0">
                <a:solidFill>
                  <a:srgbClr val="008658"/>
                </a:solidFill>
                <a:latin typeface="Calibri" pitchFamily="34" charset="0"/>
                <a:cs typeface="Calibri" pitchFamily="34" charset="-120"/>
              </a:rPr>
              <a:t>الفصل الأول: الحوكمة التنظيمية والامتثال</a:t>
            </a:r>
          </a:p>
        </p:txBody>
      </p:sp>
      <p:grpSp>
        <p:nvGrpSpPr>
          <p:cNvPr id="5" name="Group 4">
            <a:extLst>
              <a:ext uri="{FF2B5EF4-FFF2-40B4-BE49-F238E27FC236}">
                <a16:creationId xmlns:a16="http://schemas.microsoft.com/office/drawing/2014/main" id="{E7DA293B-AF7C-4E5F-7A37-636FBAC170F7}"/>
              </a:ext>
            </a:extLst>
          </p:cNvPr>
          <p:cNvGrpSpPr/>
          <p:nvPr/>
        </p:nvGrpSpPr>
        <p:grpSpPr>
          <a:xfrm>
            <a:off x="719328" y="1438656"/>
            <a:ext cx="11106912" cy="4004887"/>
            <a:chOff x="719328" y="1438656"/>
            <a:chExt cx="11106912" cy="4004887"/>
          </a:xfrm>
        </p:grpSpPr>
        <p:grpSp>
          <p:nvGrpSpPr>
            <p:cNvPr id="22" name="Group 21">
              <a:extLst>
                <a:ext uri="{FF2B5EF4-FFF2-40B4-BE49-F238E27FC236}">
                  <a16:creationId xmlns:a16="http://schemas.microsoft.com/office/drawing/2014/main" id="{5EB6DDDB-DBFC-3F1D-7558-1305FF3D44C2}"/>
                </a:ext>
              </a:extLst>
            </p:cNvPr>
            <p:cNvGrpSpPr/>
            <p:nvPr/>
          </p:nvGrpSpPr>
          <p:grpSpPr>
            <a:xfrm>
              <a:off x="719328" y="1438656"/>
              <a:ext cx="11106912" cy="4004887"/>
              <a:chOff x="719328" y="1438656"/>
              <a:chExt cx="11106912" cy="4004887"/>
            </a:xfrm>
          </p:grpSpPr>
          <p:sp>
            <p:nvSpPr>
              <p:cNvPr id="8" name="Shape 5"/>
              <p:cNvSpPr/>
              <p:nvPr/>
            </p:nvSpPr>
            <p:spPr>
              <a:xfrm>
                <a:off x="8229600" y="1438656"/>
                <a:ext cx="3596640" cy="4004887"/>
              </a:xfrm>
              <a:prstGeom prst="rect">
                <a:avLst/>
              </a:prstGeom>
              <a:solidFill>
                <a:srgbClr val="EEF2EF"/>
              </a:solidFill>
              <a:ln/>
              <a:effectLst>
                <a:outerShdw blurRad="50800" dist="25400" dir="8100000" algn="bl" rotWithShape="0">
                  <a:srgbClr val="000000">
                    <a:alpha val="9000"/>
                  </a:srgbClr>
                </a:outerShdw>
              </a:effectLst>
            </p:spPr>
            <p:txBody>
              <a:bodyPr/>
              <a:lstStyle/>
              <a:p>
                <a:endParaRPr lang="ar-EG" sz="2800" noProof="0" dirty="0">
                  <a:latin typeface="Sakkal Majalla" panose="02000000000000000000" pitchFamily="2" charset="-78"/>
                  <a:cs typeface="Sakkal Majalla" panose="02000000000000000000" pitchFamily="2" charset="-78"/>
                </a:endParaRPr>
              </a:p>
            </p:txBody>
          </p:sp>
          <p:sp>
            <p:nvSpPr>
              <p:cNvPr id="9" name="Shape 6"/>
              <p:cNvSpPr/>
              <p:nvPr/>
            </p:nvSpPr>
            <p:spPr>
              <a:xfrm>
                <a:off x="8229600" y="1438656"/>
                <a:ext cx="3596640" cy="633984"/>
              </a:xfrm>
              <a:prstGeom prst="rect">
                <a:avLst/>
              </a:prstGeom>
              <a:solidFill>
                <a:srgbClr val="2E7D52"/>
              </a:solidFill>
              <a:ln/>
            </p:spPr>
            <p:txBody>
              <a:bodyPr/>
              <a:lstStyle/>
              <a:p>
                <a:endParaRPr lang="ar-EG" sz="2800" noProof="0" dirty="0">
                  <a:latin typeface="Sakkal Majalla" panose="02000000000000000000" pitchFamily="2" charset="-78"/>
                  <a:cs typeface="Sakkal Majalla" panose="02000000000000000000" pitchFamily="2" charset="-78"/>
                </a:endParaRPr>
              </a:p>
            </p:txBody>
          </p:sp>
          <p:sp>
            <p:nvSpPr>
              <p:cNvPr id="10" name="Text 7"/>
              <p:cNvSpPr/>
              <p:nvPr/>
            </p:nvSpPr>
            <p:spPr>
              <a:xfrm>
                <a:off x="8327136" y="1511808"/>
                <a:ext cx="3401568" cy="512064"/>
              </a:xfrm>
              <a:prstGeom prst="rect">
                <a:avLst/>
              </a:prstGeom>
              <a:noFill/>
              <a:ln/>
            </p:spPr>
            <p:txBody>
              <a:bodyPr wrap="square" rtlCol="0" anchor="ctr"/>
              <a:lstStyle/>
              <a:p>
                <a:pPr algn="r" rtl="1"/>
                <a:r>
                  <a:rPr lang="ar-EG" b="1" noProof="0" dirty="0">
                    <a:solidFill>
                      <a:srgbClr val="FFFFFF"/>
                    </a:solidFill>
                    <a:latin typeface="Sakkal Majalla" panose="02000000000000000000" pitchFamily="2" charset="-78"/>
                    <a:ea typeface="Arial" pitchFamily="34" charset="-122"/>
                    <a:cs typeface="Sakkal Majalla" panose="02000000000000000000" pitchFamily="2" charset="-78"/>
                  </a:rPr>
                  <a:t>١.  المعرفة التنظيمية وتفسير اللوائح</a:t>
                </a:r>
                <a:endParaRPr lang="ar-EG" noProof="0" dirty="0">
                  <a:latin typeface="Sakkal Majalla" panose="02000000000000000000" pitchFamily="2" charset="-78"/>
                  <a:cs typeface="Sakkal Majalla" panose="02000000000000000000" pitchFamily="2" charset="-78"/>
                </a:endParaRPr>
              </a:p>
            </p:txBody>
          </p:sp>
          <p:sp>
            <p:nvSpPr>
              <p:cNvPr id="13" name="Text 8"/>
              <p:cNvSpPr/>
              <p:nvPr/>
            </p:nvSpPr>
            <p:spPr>
              <a:xfrm>
                <a:off x="8351520" y="2307428"/>
                <a:ext cx="3377184" cy="2781808"/>
              </a:xfrm>
              <a:prstGeom prst="rect">
                <a:avLst/>
              </a:prstGeom>
              <a:noFill/>
              <a:ln/>
            </p:spPr>
            <p:txBody>
              <a:bodyPr wrap="square" rtlCol="0" anchor="t"/>
              <a:lstStyle/>
              <a:p>
                <a:pPr marL="457189" indent="-457189" algn="r" rtl="1">
                  <a:spcAft>
                    <a:spcPts val="667"/>
                  </a:spcAft>
                  <a:buSzPct val="100000"/>
                  <a:buChar char="•"/>
                </a:pPr>
                <a:r>
                  <a:rPr lang="ar-EG" noProof="0" dirty="0">
                    <a:solidFill>
                      <a:srgbClr val="1C2B22"/>
                    </a:solidFill>
                    <a:latin typeface="Sakkal Majalla" panose="02000000000000000000" pitchFamily="2" charset="-78"/>
                    <a:ea typeface="Arial" pitchFamily="34" charset="-122"/>
                    <a:cs typeface="Sakkal Majalla" panose="02000000000000000000" pitchFamily="2" charset="-78"/>
                  </a:rPr>
                  <a:t>الإطار التنظيمي للقطاع الصحي</a:t>
                </a:r>
                <a:endParaRPr lang="ar-EG" noProof="0" dirty="0">
                  <a:latin typeface="Sakkal Majalla" panose="02000000000000000000" pitchFamily="2" charset="-78"/>
                  <a:cs typeface="Sakkal Majalla" panose="02000000000000000000" pitchFamily="2" charset="-78"/>
                </a:endParaRPr>
              </a:p>
              <a:p>
                <a:pPr marL="457189" indent="-457189" algn="r" rtl="1">
                  <a:spcAft>
                    <a:spcPts val="667"/>
                  </a:spcAft>
                  <a:buSzPct val="100000"/>
                  <a:buChar char="•"/>
                </a:pPr>
                <a:r>
                  <a:rPr lang="ar-EG" noProof="0" dirty="0">
                    <a:solidFill>
                      <a:srgbClr val="1C2B22"/>
                    </a:solidFill>
                    <a:latin typeface="Sakkal Majalla" panose="02000000000000000000" pitchFamily="2" charset="-78"/>
                    <a:ea typeface="Arial" pitchFamily="34" charset="-122"/>
                    <a:cs typeface="Sakkal Majalla" panose="02000000000000000000" pitchFamily="2" charset="-78"/>
                  </a:rPr>
                  <a:t>تفسير اللوائح والسياسات</a:t>
                </a:r>
                <a:endParaRPr lang="ar-EG" noProof="0" dirty="0">
                  <a:latin typeface="Sakkal Majalla" panose="02000000000000000000" pitchFamily="2" charset="-78"/>
                  <a:cs typeface="Sakkal Majalla" panose="02000000000000000000" pitchFamily="2" charset="-78"/>
                </a:endParaRPr>
              </a:p>
              <a:p>
                <a:pPr marL="457189" indent="-457189" algn="r" rtl="1">
                  <a:spcAft>
                    <a:spcPts val="667"/>
                  </a:spcAft>
                  <a:buSzPct val="100000"/>
                  <a:buChar char="•"/>
                </a:pPr>
                <a:r>
                  <a:rPr lang="ar-EG" noProof="0" dirty="0">
                    <a:solidFill>
                      <a:srgbClr val="1C2B22"/>
                    </a:solidFill>
                    <a:latin typeface="Sakkal Majalla" panose="02000000000000000000" pitchFamily="2" charset="-78"/>
                    <a:ea typeface="Arial" pitchFamily="34" charset="-122"/>
                    <a:cs typeface="Sakkal Majalla" panose="02000000000000000000" pitchFamily="2" charset="-78"/>
                  </a:rPr>
                  <a:t>صياغة وتطوير السياسات الصحية</a:t>
                </a:r>
                <a:endParaRPr lang="ar-EG" noProof="0" dirty="0">
                  <a:latin typeface="Sakkal Majalla" panose="02000000000000000000" pitchFamily="2" charset="-78"/>
                  <a:cs typeface="Sakkal Majalla" panose="02000000000000000000" pitchFamily="2" charset="-78"/>
                </a:endParaRPr>
              </a:p>
            </p:txBody>
          </p:sp>
          <p:sp>
            <p:nvSpPr>
              <p:cNvPr id="21" name="Shape 9"/>
              <p:cNvSpPr/>
              <p:nvPr/>
            </p:nvSpPr>
            <p:spPr>
              <a:xfrm>
                <a:off x="4474464" y="1438656"/>
                <a:ext cx="3596640" cy="4004887"/>
              </a:xfrm>
              <a:prstGeom prst="rect">
                <a:avLst/>
              </a:prstGeom>
              <a:solidFill>
                <a:srgbClr val="EEF2EF"/>
              </a:solidFill>
              <a:ln/>
              <a:effectLst>
                <a:outerShdw blurRad="50800" dist="25400" dir="8100000" algn="bl" rotWithShape="0">
                  <a:srgbClr val="000000">
                    <a:alpha val="9000"/>
                  </a:srgbClr>
                </a:outerShdw>
              </a:effectLst>
            </p:spPr>
            <p:txBody>
              <a:bodyPr/>
              <a:lstStyle/>
              <a:p>
                <a:endParaRPr lang="ar-EG" sz="2800" noProof="0" dirty="0">
                  <a:latin typeface="Sakkal Majalla" panose="02000000000000000000" pitchFamily="2" charset="-78"/>
                  <a:cs typeface="Sakkal Majalla" panose="02000000000000000000" pitchFamily="2" charset="-78"/>
                </a:endParaRPr>
              </a:p>
            </p:txBody>
          </p:sp>
          <p:sp>
            <p:nvSpPr>
              <p:cNvPr id="29" name="Shape 10"/>
              <p:cNvSpPr/>
              <p:nvPr/>
            </p:nvSpPr>
            <p:spPr>
              <a:xfrm>
                <a:off x="4474464" y="1438656"/>
                <a:ext cx="3596640" cy="633984"/>
              </a:xfrm>
              <a:prstGeom prst="rect">
                <a:avLst/>
              </a:prstGeom>
              <a:solidFill>
                <a:srgbClr val="2E7D52"/>
              </a:solidFill>
              <a:ln/>
            </p:spPr>
            <p:txBody>
              <a:bodyPr/>
              <a:lstStyle/>
              <a:p>
                <a:endParaRPr lang="ar-EG" sz="2800" noProof="0" dirty="0">
                  <a:latin typeface="Sakkal Majalla" panose="02000000000000000000" pitchFamily="2" charset="-78"/>
                  <a:cs typeface="Sakkal Majalla" panose="02000000000000000000" pitchFamily="2" charset="-78"/>
                </a:endParaRPr>
              </a:p>
            </p:txBody>
          </p:sp>
          <p:sp>
            <p:nvSpPr>
              <p:cNvPr id="30" name="Text 11"/>
              <p:cNvSpPr/>
              <p:nvPr/>
            </p:nvSpPr>
            <p:spPr>
              <a:xfrm>
                <a:off x="4572000" y="1511808"/>
                <a:ext cx="3401568" cy="512064"/>
              </a:xfrm>
              <a:prstGeom prst="rect">
                <a:avLst/>
              </a:prstGeom>
              <a:noFill/>
              <a:ln/>
            </p:spPr>
            <p:txBody>
              <a:bodyPr wrap="square" rtlCol="0" anchor="ctr"/>
              <a:lstStyle/>
              <a:p>
                <a:pPr algn="r" rtl="1"/>
                <a:r>
                  <a:rPr lang="ar-EG" b="1" noProof="0" dirty="0">
                    <a:solidFill>
                      <a:srgbClr val="FFFFFF"/>
                    </a:solidFill>
                    <a:latin typeface="Sakkal Majalla" panose="02000000000000000000" pitchFamily="2" charset="-78"/>
                    <a:ea typeface="Arial" pitchFamily="34" charset="-122"/>
                    <a:cs typeface="Sakkal Majalla" panose="02000000000000000000" pitchFamily="2" charset="-78"/>
                  </a:rPr>
                  <a:t>٢.  هياكل الحوكمة والسياسات</a:t>
                </a:r>
                <a:endParaRPr lang="ar-EG" noProof="0" dirty="0">
                  <a:latin typeface="Sakkal Majalla" panose="02000000000000000000" pitchFamily="2" charset="-78"/>
                  <a:cs typeface="Sakkal Majalla" panose="02000000000000000000" pitchFamily="2" charset="-78"/>
                </a:endParaRPr>
              </a:p>
            </p:txBody>
          </p:sp>
          <p:sp>
            <p:nvSpPr>
              <p:cNvPr id="31" name="Text 12"/>
              <p:cNvSpPr/>
              <p:nvPr/>
            </p:nvSpPr>
            <p:spPr>
              <a:xfrm>
                <a:off x="4596384" y="2307428"/>
                <a:ext cx="3377184" cy="2781808"/>
              </a:xfrm>
              <a:prstGeom prst="rect">
                <a:avLst/>
              </a:prstGeom>
              <a:noFill/>
              <a:ln/>
            </p:spPr>
            <p:txBody>
              <a:bodyPr wrap="square" rtlCol="0" anchor="t"/>
              <a:lstStyle/>
              <a:p>
                <a:pPr marL="457189" indent="-457189" algn="r" rtl="1">
                  <a:spcAft>
                    <a:spcPts val="667"/>
                  </a:spcAft>
                  <a:buSzPct val="100000"/>
                  <a:buChar char="•"/>
                </a:pPr>
                <a:r>
                  <a:rPr lang="ar-EG" noProof="0" dirty="0">
                    <a:solidFill>
                      <a:srgbClr val="1C2B22"/>
                    </a:solidFill>
                    <a:latin typeface="Sakkal Majalla" panose="02000000000000000000" pitchFamily="2" charset="-78"/>
                    <a:ea typeface="Arial" pitchFamily="34" charset="-122"/>
                    <a:cs typeface="Sakkal Majalla" panose="02000000000000000000" pitchFamily="2" charset="-78"/>
                  </a:rPr>
                  <a:t>نماذج الحوكمة الصحية</a:t>
                </a:r>
                <a:endParaRPr lang="ar-EG" noProof="0" dirty="0">
                  <a:latin typeface="Sakkal Majalla" panose="02000000000000000000" pitchFamily="2" charset="-78"/>
                  <a:cs typeface="Sakkal Majalla" panose="02000000000000000000" pitchFamily="2" charset="-78"/>
                </a:endParaRPr>
              </a:p>
              <a:p>
                <a:pPr marL="457189" indent="-457189" algn="r" rtl="1">
                  <a:spcAft>
                    <a:spcPts val="667"/>
                  </a:spcAft>
                  <a:buSzPct val="100000"/>
                  <a:buChar char="•"/>
                </a:pPr>
                <a:r>
                  <a:rPr lang="ar-EG" noProof="0" dirty="0">
                    <a:solidFill>
                      <a:srgbClr val="1C2B22"/>
                    </a:solidFill>
                    <a:latin typeface="Sakkal Majalla" panose="02000000000000000000" pitchFamily="2" charset="-78"/>
                    <a:ea typeface="Arial" pitchFamily="34" charset="-122"/>
                    <a:cs typeface="Sakkal Majalla" panose="02000000000000000000" pitchFamily="2" charset="-78"/>
                  </a:rPr>
                  <a:t>تطوير وتطبيق أطر الحوكمة</a:t>
                </a:r>
                <a:endParaRPr lang="ar-EG" noProof="0" dirty="0">
                  <a:latin typeface="Sakkal Majalla" panose="02000000000000000000" pitchFamily="2" charset="-78"/>
                  <a:cs typeface="Sakkal Majalla" panose="02000000000000000000" pitchFamily="2" charset="-78"/>
                </a:endParaRPr>
              </a:p>
              <a:p>
                <a:pPr marL="457189" indent="-457189" algn="r" rtl="1">
                  <a:spcAft>
                    <a:spcPts val="667"/>
                  </a:spcAft>
                  <a:buSzPct val="100000"/>
                  <a:buChar char="•"/>
                </a:pPr>
                <a:r>
                  <a:rPr lang="ar-EG" noProof="0" dirty="0">
                    <a:solidFill>
                      <a:srgbClr val="1C2B22"/>
                    </a:solidFill>
                    <a:latin typeface="Sakkal Majalla" panose="02000000000000000000" pitchFamily="2" charset="-78"/>
                    <a:ea typeface="Arial" pitchFamily="34" charset="-122"/>
                    <a:cs typeface="Sakkal Majalla" panose="02000000000000000000" pitchFamily="2" charset="-78"/>
                  </a:rPr>
                  <a:t>العلاقة بين الحوكمة والامتثال</a:t>
                </a:r>
                <a:endParaRPr lang="ar-EG" noProof="0" dirty="0">
                  <a:latin typeface="Sakkal Majalla" panose="02000000000000000000" pitchFamily="2" charset="-78"/>
                  <a:cs typeface="Sakkal Majalla" panose="02000000000000000000" pitchFamily="2" charset="-78"/>
                </a:endParaRPr>
              </a:p>
            </p:txBody>
          </p:sp>
          <p:sp>
            <p:nvSpPr>
              <p:cNvPr id="32" name="Shape 13"/>
              <p:cNvSpPr/>
              <p:nvPr/>
            </p:nvSpPr>
            <p:spPr>
              <a:xfrm>
                <a:off x="719328" y="1438656"/>
                <a:ext cx="3596640" cy="4004887"/>
              </a:xfrm>
              <a:prstGeom prst="rect">
                <a:avLst/>
              </a:prstGeom>
              <a:solidFill>
                <a:srgbClr val="EEF2EF"/>
              </a:solidFill>
              <a:ln/>
              <a:effectLst>
                <a:outerShdw blurRad="50800" dist="25400" dir="8100000" algn="bl" rotWithShape="0">
                  <a:srgbClr val="000000">
                    <a:alpha val="9000"/>
                  </a:srgbClr>
                </a:outerShdw>
              </a:effectLst>
            </p:spPr>
            <p:txBody>
              <a:bodyPr/>
              <a:lstStyle/>
              <a:p>
                <a:endParaRPr lang="ar-EG" sz="2800" noProof="0" dirty="0">
                  <a:latin typeface="Sakkal Majalla" panose="02000000000000000000" pitchFamily="2" charset="-78"/>
                  <a:cs typeface="Sakkal Majalla" panose="02000000000000000000" pitchFamily="2" charset="-78"/>
                </a:endParaRPr>
              </a:p>
            </p:txBody>
          </p:sp>
          <p:sp>
            <p:nvSpPr>
              <p:cNvPr id="33" name="Shape 14"/>
              <p:cNvSpPr/>
              <p:nvPr/>
            </p:nvSpPr>
            <p:spPr>
              <a:xfrm>
                <a:off x="719328" y="1438656"/>
                <a:ext cx="3596640" cy="633984"/>
              </a:xfrm>
              <a:prstGeom prst="rect">
                <a:avLst/>
              </a:prstGeom>
              <a:solidFill>
                <a:srgbClr val="2E7D52"/>
              </a:solidFill>
              <a:ln/>
            </p:spPr>
            <p:txBody>
              <a:bodyPr/>
              <a:lstStyle/>
              <a:p>
                <a:endParaRPr lang="ar-EG" sz="2800" noProof="0" dirty="0">
                  <a:latin typeface="Sakkal Majalla" panose="02000000000000000000" pitchFamily="2" charset="-78"/>
                  <a:cs typeface="Sakkal Majalla" panose="02000000000000000000" pitchFamily="2" charset="-78"/>
                </a:endParaRPr>
              </a:p>
            </p:txBody>
          </p:sp>
          <p:sp>
            <p:nvSpPr>
              <p:cNvPr id="34" name="Text 15"/>
              <p:cNvSpPr/>
              <p:nvPr/>
            </p:nvSpPr>
            <p:spPr>
              <a:xfrm>
                <a:off x="816864" y="1511808"/>
                <a:ext cx="3401568" cy="512064"/>
              </a:xfrm>
              <a:prstGeom prst="rect">
                <a:avLst/>
              </a:prstGeom>
              <a:noFill/>
              <a:ln/>
            </p:spPr>
            <p:txBody>
              <a:bodyPr wrap="square" rtlCol="0" anchor="ctr"/>
              <a:lstStyle/>
              <a:p>
                <a:pPr algn="r" rtl="1"/>
                <a:r>
                  <a:rPr lang="ar-EG" b="1" noProof="0" dirty="0">
                    <a:solidFill>
                      <a:srgbClr val="FFFFFF"/>
                    </a:solidFill>
                    <a:latin typeface="Sakkal Majalla" panose="02000000000000000000" pitchFamily="2" charset="-78"/>
                    <a:ea typeface="Arial" pitchFamily="34" charset="-122"/>
                    <a:cs typeface="Sakkal Majalla" panose="02000000000000000000" pitchFamily="2" charset="-78"/>
                  </a:rPr>
                  <a:t>٣.  إدارة الأخلاقيات وتضارب المصالح</a:t>
                </a:r>
                <a:endParaRPr lang="ar-EG" noProof="0" dirty="0">
                  <a:latin typeface="Sakkal Majalla" panose="02000000000000000000" pitchFamily="2" charset="-78"/>
                  <a:cs typeface="Sakkal Majalla" panose="02000000000000000000" pitchFamily="2" charset="-78"/>
                </a:endParaRPr>
              </a:p>
            </p:txBody>
          </p:sp>
        </p:grpSp>
        <p:sp>
          <p:nvSpPr>
            <p:cNvPr id="7" name="Text 16"/>
            <p:cNvSpPr/>
            <p:nvPr/>
          </p:nvSpPr>
          <p:spPr>
            <a:xfrm>
              <a:off x="841248" y="2307428"/>
              <a:ext cx="3377184" cy="2781808"/>
            </a:xfrm>
            <a:prstGeom prst="rect">
              <a:avLst/>
            </a:prstGeom>
            <a:noFill/>
            <a:ln/>
          </p:spPr>
          <p:txBody>
            <a:bodyPr wrap="square" rtlCol="0" anchor="t"/>
            <a:lstStyle/>
            <a:p>
              <a:pPr marL="457189" indent="-457189" algn="r" rtl="1">
                <a:spcAft>
                  <a:spcPts val="667"/>
                </a:spcAft>
                <a:buSzPct val="100000"/>
                <a:buChar char="•"/>
              </a:pPr>
              <a:r>
                <a:rPr lang="ar-EG" noProof="0" dirty="0">
                  <a:solidFill>
                    <a:srgbClr val="1C2B22"/>
                  </a:solidFill>
                  <a:latin typeface="Sakkal Majalla" panose="02000000000000000000" pitchFamily="2" charset="-78"/>
                  <a:ea typeface="Arial" pitchFamily="34" charset="-122"/>
                  <a:cs typeface="Sakkal Majalla" panose="02000000000000000000" pitchFamily="2" charset="-78"/>
                </a:rPr>
                <a:t>أخلاقيات العمل العام</a:t>
              </a:r>
              <a:endParaRPr lang="ar-EG" noProof="0" dirty="0">
                <a:latin typeface="Sakkal Majalla" panose="02000000000000000000" pitchFamily="2" charset="-78"/>
                <a:cs typeface="Sakkal Majalla" panose="02000000000000000000" pitchFamily="2" charset="-78"/>
              </a:endParaRPr>
            </a:p>
            <a:p>
              <a:pPr marL="457189" indent="-457189" algn="r" rtl="1">
                <a:spcAft>
                  <a:spcPts val="667"/>
                </a:spcAft>
                <a:buSzPct val="100000"/>
                <a:buChar char="•"/>
              </a:pPr>
              <a:r>
                <a:rPr lang="ar-EG" noProof="0" dirty="0">
                  <a:solidFill>
                    <a:srgbClr val="1C2B22"/>
                  </a:solidFill>
                  <a:latin typeface="Sakkal Majalla" panose="02000000000000000000" pitchFamily="2" charset="-78"/>
                  <a:ea typeface="Arial" pitchFamily="34" charset="-122"/>
                  <a:cs typeface="Sakkal Majalla" panose="02000000000000000000" pitchFamily="2" charset="-78"/>
                </a:rPr>
                <a:t>إدارة تضارب المصالح</a:t>
              </a:r>
              <a:endParaRPr lang="ar-EG" noProof="0" dirty="0">
                <a:latin typeface="Sakkal Majalla" panose="02000000000000000000" pitchFamily="2" charset="-78"/>
                <a:cs typeface="Sakkal Majalla" panose="02000000000000000000" pitchFamily="2" charset="-78"/>
              </a:endParaRPr>
            </a:p>
            <a:p>
              <a:pPr marL="457189" indent="-457189" algn="r" rtl="1">
                <a:spcAft>
                  <a:spcPts val="667"/>
                </a:spcAft>
                <a:buSzPct val="100000"/>
                <a:buChar char="•"/>
              </a:pPr>
              <a:r>
                <a:rPr lang="ar-EG" noProof="0" dirty="0">
                  <a:solidFill>
                    <a:srgbClr val="1C2B22"/>
                  </a:solidFill>
                  <a:latin typeface="Sakkal Majalla" panose="02000000000000000000" pitchFamily="2" charset="-78"/>
                  <a:ea typeface="Arial" pitchFamily="34" charset="-122"/>
                  <a:cs typeface="Sakkal Majalla" panose="02000000000000000000" pitchFamily="2" charset="-78"/>
                </a:rPr>
                <a:t>النزاهة المؤسسية وحوكمتها</a:t>
              </a:r>
              <a:endParaRPr lang="ar-EG" noProof="0" dirty="0">
                <a:latin typeface="Sakkal Majalla" panose="02000000000000000000" pitchFamily="2" charset="-78"/>
                <a:cs typeface="Sakkal Majalla" panose="02000000000000000000" pitchFamily="2" charset="-78"/>
              </a:endParaRPr>
            </a:p>
            <a:p>
              <a:pPr marL="457189" indent="-457189" algn="r" rtl="1">
                <a:spcAft>
                  <a:spcPts val="667"/>
                </a:spcAft>
                <a:buSzPct val="100000"/>
                <a:buChar char="•"/>
              </a:pPr>
              <a:r>
                <a:rPr lang="ar-EG" noProof="0" dirty="0">
                  <a:solidFill>
                    <a:srgbClr val="1C2B22"/>
                  </a:solidFill>
                  <a:latin typeface="Sakkal Majalla" panose="02000000000000000000" pitchFamily="2" charset="-78"/>
                  <a:ea typeface="Arial" pitchFamily="34" charset="-122"/>
                  <a:cs typeface="Sakkal Majalla" panose="02000000000000000000" pitchFamily="2" charset="-78"/>
                </a:rPr>
                <a:t>حوكمة الأخلاقيات والنزاهة وتضارب المصالح (الامتثال)</a:t>
              </a:r>
              <a:endParaRPr lang="ar-EG" noProof="0" dirty="0">
                <a:latin typeface="Sakkal Majalla" panose="02000000000000000000" pitchFamily="2" charset="-78"/>
                <a:cs typeface="Sakkal Majalla" panose="02000000000000000000" pitchFamily="2" charset="-78"/>
              </a:endParaRPr>
            </a:p>
          </p:txBody>
        </p:sp>
      </p:grpSp>
    </p:spTree>
    <p:extLst>
      <p:ext uri="{BB962C8B-B14F-4D97-AF65-F5344CB8AC3E}">
        <p14:creationId xmlns:p14="http://schemas.microsoft.com/office/powerpoint/2010/main" val="2348820184"/>
      </p:ext>
    </p:extLst>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1FBA07-6A51-68A0-DB40-A2AE64430C16}"/>
            </a:ext>
          </a:extLst>
        </p:cNvPr>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9A4506A7-33ED-F7D8-DD3A-D3FD67C19605}"/>
              </a:ext>
            </a:extLst>
          </p:cNvPr>
          <p:cNvGraphicFramePr>
            <a:graphicFrameLocks noChangeAspect="1"/>
          </p:cNvGraphicFramePr>
          <p:nvPr>
            <p:custDataLst>
              <p:tags r:id="rId1"/>
            </p:custDataLst>
          </p:nvPr>
        </p:nvGraphicFramePr>
        <p:xfrm>
          <a:off x="11163" y="1489"/>
          <a:ext cx="1489" cy="1489"/>
        </p:xfrm>
        <a:graphic>
          <a:graphicData uri="http://schemas.openxmlformats.org/presentationml/2006/ole">
            <mc:AlternateContent xmlns:mc="http://schemas.openxmlformats.org/markup-compatibility/2006">
              <mc:Choice xmlns:v="urn:schemas-microsoft-com:vml" Requires="v">
                <p:oleObj name="think-cell Slide" r:id="rId4" imgW="395" imgH="396" progId="TCLayout.ActiveDocument.1">
                  <p:embed/>
                </p:oleObj>
              </mc:Choice>
              <mc:Fallback>
                <p:oleObj name="think-cell Slide" r:id="rId4" imgW="395" imgH="396" progId="TCLayout.ActiveDocument.1">
                  <p:embed/>
                  <p:pic>
                    <p:nvPicPr>
                      <p:cNvPr id="4" name="Object 3" hidden="1">
                        <a:extLst>
                          <a:ext uri="{FF2B5EF4-FFF2-40B4-BE49-F238E27FC236}">
                            <a16:creationId xmlns:a16="http://schemas.microsoft.com/office/drawing/2014/main" id="{9BCB3E25-F644-C056-C012-31B7C3870A7A}"/>
                          </a:ext>
                        </a:extLst>
                      </p:cNvPr>
                      <p:cNvPicPr/>
                      <p:nvPr/>
                    </p:nvPicPr>
                    <p:blipFill>
                      <a:blip r:embed="rId5"/>
                      <a:stretch>
                        <a:fillRect/>
                      </a:stretch>
                    </p:blipFill>
                    <p:spPr>
                      <a:xfrm>
                        <a:off x="11163" y="1489"/>
                        <a:ext cx="1489" cy="1489"/>
                      </a:xfrm>
                      <a:prstGeom prst="rect">
                        <a:avLst/>
                      </a:prstGeom>
                    </p:spPr>
                  </p:pic>
                </p:oleObj>
              </mc:Fallback>
            </mc:AlternateContent>
          </a:graphicData>
        </a:graphic>
      </p:graphicFrame>
      <p:sp>
        <p:nvSpPr>
          <p:cNvPr id="2" name="Text Placeholder 1">
            <a:extLst>
              <a:ext uri="{FF2B5EF4-FFF2-40B4-BE49-F238E27FC236}">
                <a16:creationId xmlns:a16="http://schemas.microsoft.com/office/drawing/2014/main" id="{8C765A75-93F4-A4A4-A0C2-C6947CBC63DD}"/>
              </a:ext>
            </a:extLst>
          </p:cNvPr>
          <p:cNvSpPr txBox="1">
            <a:spLocks/>
          </p:cNvSpPr>
          <p:nvPr/>
        </p:nvSpPr>
        <p:spPr>
          <a:xfrm>
            <a:off x="5495081" y="159153"/>
            <a:ext cx="6389688" cy="523220"/>
          </a:xfrm>
          <a:prstGeom prst="rect">
            <a:avLst/>
          </a:prstGeom>
        </p:spPr>
        <p:txBody>
          <a:bodyPr vert="horz" lIns="91440" tIns="45720" rIns="91440" bIns="45720" rtlCol="0">
            <a:spAutoFit/>
          </a:bodyPr>
          <a:lstStyle>
            <a:lvl1pPr marL="0" indent="0" algn="r" defTabSz="685800" rtl="1" eaLnBrk="1" latinLnBrk="0" hangingPunct="1">
              <a:lnSpc>
                <a:spcPct val="100000"/>
              </a:lnSpc>
              <a:spcBef>
                <a:spcPts val="750"/>
              </a:spcBef>
              <a:buFont typeface="Arial" panose="020B0604020202020204" pitchFamily="34" charset="0"/>
              <a:buNone/>
              <a:defRPr sz="2000" b="1" kern="1200">
                <a:solidFill>
                  <a:schemeClr val="accent3"/>
                </a:solidFill>
                <a:latin typeface="+mn-lt"/>
                <a:ea typeface="+mn-ea"/>
                <a:cs typeface="+mj-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defRPr/>
            </a:pPr>
            <a:r>
              <a:rPr lang="ar-EG" sz="2800" dirty="0">
                <a:solidFill>
                  <a:srgbClr val="008658"/>
                </a:solidFill>
                <a:latin typeface="Calibri" pitchFamily="34" charset="0"/>
                <a:cs typeface="Calibri" pitchFamily="34" charset="-120"/>
              </a:rPr>
              <a:t>الإطار التنظيمي للقطاع الصحي</a:t>
            </a:r>
          </a:p>
        </p:txBody>
      </p:sp>
      <p:grpSp>
        <p:nvGrpSpPr>
          <p:cNvPr id="49" name="Group 48">
            <a:extLst>
              <a:ext uri="{FF2B5EF4-FFF2-40B4-BE49-F238E27FC236}">
                <a16:creationId xmlns:a16="http://schemas.microsoft.com/office/drawing/2014/main" id="{5B8C3C8F-2580-65F2-C8EB-80702D4CA84F}"/>
              </a:ext>
            </a:extLst>
          </p:cNvPr>
          <p:cNvGrpSpPr/>
          <p:nvPr/>
        </p:nvGrpSpPr>
        <p:grpSpPr>
          <a:xfrm>
            <a:off x="426720" y="1341120"/>
            <a:ext cx="11338560" cy="4693920"/>
            <a:chOff x="426720" y="1341120"/>
            <a:chExt cx="11338560" cy="4693920"/>
          </a:xfrm>
        </p:grpSpPr>
        <p:sp>
          <p:nvSpPr>
            <p:cNvPr id="3" name="Shape 3"/>
            <p:cNvSpPr/>
            <p:nvPr/>
          </p:nvSpPr>
          <p:spPr>
            <a:xfrm>
              <a:off x="8148320" y="1341120"/>
              <a:ext cx="3616960" cy="225552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ar-EG" sz="3200" noProof="0" dirty="0">
                <a:latin typeface="Sakkal Majalla" panose="02000000000000000000" pitchFamily="2" charset="-78"/>
                <a:cs typeface="Sakkal Majalla" panose="02000000000000000000" pitchFamily="2" charset="-78"/>
              </a:endParaRPr>
            </a:p>
          </p:txBody>
        </p:sp>
        <p:sp>
          <p:nvSpPr>
            <p:cNvPr id="6" name="Shape 4"/>
            <p:cNvSpPr/>
            <p:nvPr/>
          </p:nvSpPr>
          <p:spPr>
            <a:xfrm>
              <a:off x="8148320" y="1341120"/>
              <a:ext cx="3616960" cy="73152"/>
            </a:xfrm>
            <a:prstGeom prst="rect">
              <a:avLst/>
            </a:prstGeom>
            <a:solidFill>
              <a:srgbClr val="2E7D52"/>
            </a:solidFill>
            <a:ln/>
          </p:spPr>
          <p:txBody>
            <a:bodyPr/>
            <a:lstStyle/>
            <a:p>
              <a:endParaRPr lang="ar-EG" sz="3200" noProof="0" dirty="0">
                <a:latin typeface="Sakkal Majalla" panose="02000000000000000000" pitchFamily="2" charset="-78"/>
                <a:cs typeface="Sakkal Majalla" panose="02000000000000000000" pitchFamily="2" charset="-78"/>
              </a:endParaRPr>
            </a:p>
          </p:txBody>
        </p:sp>
        <p:sp>
          <p:nvSpPr>
            <p:cNvPr id="11" name="Shape 5"/>
            <p:cNvSpPr/>
            <p:nvPr/>
          </p:nvSpPr>
          <p:spPr>
            <a:xfrm>
              <a:off x="11131296" y="1487424"/>
              <a:ext cx="463296" cy="463296"/>
            </a:xfrm>
            <a:prstGeom prst="ellipse">
              <a:avLst/>
            </a:prstGeom>
            <a:solidFill>
              <a:srgbClr val="2E7D52"/>
            </a:solidFill>
            <a:ln w="12700">
              <a:solidFill>
                <a:srgbClr val="2E7D52"/>
              </a:solidFill>
              <a:prstDash val="solid"/>
            </a:ln>
          </p:spPr>
          <p:txBody>
            <a:bodyPr/>
            <a:lstStyle/>
            <a:p>
              <a:endParaRPr lang="ar-EG" sz="3200" noProof="0" dirty="0">
                <a:latin typeface="Sakkal Majalla" panose="02000000000000000000" pitchFamily="2" charset="-78"/>
                <a:cs typeface="Sakkal Majalla" panose="02000000000000000000" pitchFamily="2" charset="-78"/>
              </a:endParaRPr>
            </a:p>
          </p:txBody>
        </p:sp>
        <p:sp>
          <p:nvSpPr>
            <p:cNvPr id="12" name="Text 6"/>
            <p:cNvSpPr/>
            <p:nvPr/>
          </p:nvSpPr>
          <p:spPr>
            <a:xfrm>
              <a:off x="11131296" y="1499616"/>
              <a:ext cx="463296" cy="438912"/>
            </a:xfrm>
            <a:prstGeom prst="rect">
              <a:avLst/>
            </a:prstGeom>
            <a:noFill/>
            <a:ln/>
          </p:spPr>
          <p:txBody>
            <a:bodyPr wrap="square" rtlCol="0" anchor="ctr"/>
            <a:lstStyle/>
            <a:p>
              <a:pPr algn="ctr"/>
              <a:r>
                <a:rPr lang="ar-EG" sz="2000" b="1" noProof="0" dirty="0">
                  <a:solidFill>
                    <a:srgbClr val="FFFFFF"/>
                  </a:solidFill>
                  <a:latin typeface="Sakkal Majalla" panose="02000000000000000000" pitchFamily="2" charset="-78"/>
                  <a:ea typeface="Calibri" pitchFamily="34" charset="-122"/>
                  <a:cs typeface="Sakkal Majalla" panose="02000000000000000000" pitchFamily="2" charset="-78"/>
                </a:rPr>
                <a:t>1</a:t>
              </a:r>
              <a:endParaRPr lang="ar-EG" sz="2000" noProof="0" dirty="0">
                <a:latin typeface="Sakkal Majalla" panose="02000000000000000000" pitchFamily="2" charset="-78"/>
                <a:cs typeface="Sakkal Majalla" panose="02000000000000000000" pitchFamily="2" charset="-78"/>
              </a:endParaRPr>
            </a:p>
          </p:txBody>
        </p:sp>
        <p:sp>
          <p:nvSpPr>
            <p:cNvPr id="14" name="Text 7"/>
            <p:cNvSpPr/>
            <p:nvPr/>
          </p:nvSpPr>
          <p:spPr>
            <a:xfrm>
              <a:off x="8270240" y="1463040"/>
              <a:ext cx="2763520" cy="512064"/>
            </a:xfrm>
            <a:prstGeom prst="rect">
              <a:avLst/>
            </a:prstGeom>
            <a:noFill/>
            <a:ln/>
          </p:spPr>
          <p:txBody>
            <a:bodyPr wrap="square" rtlCol="0" anchor="ctr"/>
            <a:lstStyle/>
            <a:p>
              <a:pPr algn="r" rtl="1"/>
              <a:r>
                <a:rPr lang="ar-EG" sz="2000" b="1" noProof="0" dirty="0">
                  <a:solidFill>
                    <a:srgbClr val="2E7D52"/>
                  </a:solidFill>
                  <a:latin typeface="Sakkal Majalla" panose="02000000000000000000" pitchFamily="2" charset="-78"/>
                  <a:ea typeface="Arial" pitchFamily="34" charset="-122"/>
                  <a:cs typeface="Sakkal Majalla" panose="02000000000000000000" pitchFamily="2" charset="-78"/>
                </a:rPr>
                <a:t>رؤية 2030 والتحول الصحي</a:t>
              </a:r>
              <a:endParaRPr lang="ar-EG" sz="2000" noProof="0" dirty="0">
                <a:latin typeface="Sakkal Majalla" panose="02000000000000000000" pitchFamily="2" charset="-78"/>
                <a:cs typeface="Sakkal Majalla" panose="02000000000000000000" pitchFamily="2" charset="-78"/>
              </a:endParaRPr>
            </a:p>
          </p:txBody>
        </p:sp>
        <p:sp>
          <p:nvSpPr>
            <p:cNvPr id="15" name="Shape 8"/>
            <p:cNvSpPr/>
            <p:nvPr/>
          </p:nvSpPr>
          <p:spPr>
            <a:xfrm>
              <a:off x="8270240" y="2011680"/>
              <a:ext cx="3373120" cy="24384"/>
            </a:xfrm>
            <a:prstGeom prst="rect">
              <a:avLst/>
            </a:prstGeom>
            <a:solidFill>
              <a:srgbClr val="E0E8E4"/>
            </a:solidFill>
            <a:ln/>
          </p:spPr>
          <p:txBody>
            <a:bodyPr/>
            <a:lstStyle/>
            <a:p>
              <a:endParaRPr lang="ar-EG" sz="3200" noProof="0" dirty="0">
                <a:latin typeface="Sakkal Majalla" panose="02000000000000000000" pitchFamily="2" charset="-78"/>
                <a:cs typeface="Sakkal Majalla" panose="02000000000000000000" pitchFamily="2" charset="-78"/>
              </a:endParaRPr>
            </a:p>
          </p:txBody>
        </p:sp>
        <p:sp>
          <p:nvSpPr>
            <p:cNvPr id="16" name="Text 9"/>
            <p:cNvSpPr/>
            <p:nvPr/>
          </p:nvSpPr>
          <p:spPr>
            <a:xfrm>
              <a:off x="8270240" y="2097024"/>
              <a:ext cx="3373120" cy="1341120"/>
            </a:xfrm>
            <a:prstGeom prst="rect">
              <a:avLst/>
            </a:prstGeom>
            <a:noFill/>
            <a:ln/>
          </p:spPr>
          <p:txBody>
            <a:bodyPr wrap="square" rtlCol="0" anchor="t"/>
            <a:lstStyle/>
            <a:p>
              <a:pPr algn="r" rtl="1"/>
              <a:r>
                <a:rPr lang="ar-EG" noProof="0" dirty="0">
                  <a:solidFill>
                    <a:srgbClr val="1C2B22"/>
                  </a:solidFill>
                  <a:latin typeface="Sakkal Majalla" panose="02000000000000000000" pitchFamily="2" charset="-78"/>
                  <a:ea typeface="Arial" pitchFamily="34" charset="-122"/>
                  <a:cs typeface="Sakkal Majalla" panose="02000000000000000000" pitchFamily="2" charset="-78"/>
                </a:rPr>
                <a:t>الانتقال من نموذج العلاج إلى الوقاية وجودة الحياة مع التركيز على سهولة الوصول، الجودة، الكفاءة، والاستدامة المالية.</a:t>
              </a:r>
              <a:endParaRPr lang="ar-EG" noProof="0" dirty="0">
                <a:latin typeface="Sakkal Majalla" panose="02000000000000000000" pitchFamily="2" charset="-78"/>
                <a:cs typeface="Sakkal Majalla" panose="02000000000000000000" pitchFamily="2" charset="-78"/>
              </a:endParaRPr>
            </a:p>
          </p:txBody>
        </p:sp>
        <p:sp>
          <p:nvSpPr>
            <p:cNvPr id="17" name="Shape 10"/>
            <p:cNvSpPr/>
            <p:nvPr/>
          </p:nvSpPr>
          <p:spPr>
            <a:xfrm>
              <a:off x="4287520" y="1341120"/>
              <a:ext cx="3616960" cy="225552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ar-EG" sz="3200" noProof="0" dirty="0">
                <a:latin typeface="Sakkal Majalla" panose="02000000000000000000" pitchFamily="2" charset="-78"/>
                <a:cs typeface="Sakkal Majalla" panose="02000000000000000000" pitchFamily="2" charset="-78"/>
              </a:endParaRPr>
            </a:p>
          </p:txBody>
        </p:sp>
        <p:sp>
          <p:nvSpPr>
            <p:cNvPr id="18" name="Shape 11"/>
            <p:cNvSpPr/>
            <p:nvPr/>
          </p:nvSpPr>
          <p:spPr>
            <a:xfrm>
              <a:off x="4287520" y="1341120"/>
              <a:ext cx="3616960" cy="73152"/>
            </a:xfrm>
            <a:prstGeom prst="rect">
              <a:avLst/>
            </a:prstGeom>
            <a:solidFill>
              <a:srgbClr val="2E7D52"/>
            </a:solidFill>
            <a:ln/>
          </p:spPr>
          <p:txBody>
            <a:bodyPr/>
            <a:lstStyle/>
            <a:p>
              <a:endParaRPr lang="ar-EG" sz="3200" noProof="0" dirty="0">
                <a:latin typeface="Sakkal Majalla" panose="02000000000000000000" pitchFamily="2" charset="-78"/>
                <a:cs typeface="Sakkal Majalla" panose="02000000000000000000" pitchFamily="2" charset="-78"/>
              </a:endParaRPr>
            </a:p>
          </p:txBody>
        </p:sp>
        <p:sp>
          <p:nvSpPr>
            <p:cNvPr id="19" name="Shape 12"/>
            <p:cNvSpPr/>
            <p:nvPr/>
          </p:nvSpPr>
          <p:spPr>
            <a:xfrm>
              <a:off x="7270496" y="1487424"/>
              <a:ext cx="463296" cy="463296"/>
            </a:xfrm>
            <a:prstGeom prst="ellipse">
              <a:avLst/>
            </a:prstGeom>
            <a:solidFill>
              <a:srgbClr val="2E7D52"/>
            </a:solidFill>
            <a:ln w="12700">
              <a:solidFill>
                <a:srgbClr val="2E7D52"/>
              </a:solidFill>
              <a:prstDash val="solid"/>
            </a:ln>
          </p:spPr>
          <p:txBody>
            <a:bodyPr/>
            <a:lstStyle/>
            <a:p>
              <a:endParaRPr lang="ar-EG" sz="3200" noProof="0" dirty="0">
                <a:latin typeface="Sakkal Majalla" panose="02000000000000000000" pitchFamily="2" charset="-78"/>
                <a:cs typeface="Sakkal Majalla" panose="02000000000000000000" pitchFamily="2" charset="-78"/>
              </a:endParaRPr>
            </a:p>
          </p:txBody>
        </p:sp>
        <p:sp>
          <p:nvSpPr>
            <p:cNvPr id="20" name="Text 13"/>
            <p:cNvSpPr/>
            <p:nvPr/>
          </p:nvSpPr>
          <p:spPr>
            <a:xfrm>
              <a:off x="7270496" y="1499616"/>
              <a:ext cx="463296" cy="438912"/>
            </a:xfrm>
            <a:prstGeom prst="rect">
              <a:avLst/>
            </a:prstGeom>
            <a:noFill/>
            <a:ln/>
          </p:spPr>
          <p:txBody>
            <a:bodyPr wrap="square" rtlCol="0" anchor="ctr"/>
            <a:lstStyle/>
            <a:p>
              <a:pPr algn="ctr"/>
              <a:r>
                <a:rPr lang="ar-EG" sz="2000" b="1" noProof="0" dirty="0">
                  <a:solidFill>
                    <a:srgbClr val="FFFFFF"/>
                  </a:solidFill>
                  <a:latin typeface="Sakkal Majalla" panose="02000000000000000000" pitchFamily="2" charset="-78"/>
                  <a:ea typeface="Calibri" pitchFamily="34" charset="-122"/>
                  <a:cs typeface="Sakkal Majalla" panose="02000000000000000000" pitchFamily="2" charset="-78"/>
                </a:rPr>
                <a:t>2</a:t>
              </a:r>
              <a:endParaRPr lang="ar-EG" sz="2000" noProof="0" dirty="0">
                <a:latin typeface="Sakkal Majalla" panose="02000000000000000000" pitchFamily="2" charset="-78"/>
                <a:cs typeface="Sakkal Majalla" panose="02000000000000000000" pitchFamily="2" charset="-78"/>
              </a:endParaRPr>
            </a:p>
          </p:txBody>
        </p:sp>
        <p:sp>
          <p:nvSpPr>
            <p:cNvPr id="23" name="Text 14"/>
            <p:cNvSpPr/>
            <p:nvPr/>
          </p:nvSpPr>
          <p:spPr>
            <a:xfrm>
              <a:off x="4409440" y="1463040"/>
              <a:ext cx="2763520" cy="512064"/>
            </a:xfrm>
            <a:prstGeom prst="rect">
              <a:avLst/>
            </a:prstGeom>
            <a:noFill/>
            <a:ln/>
          </p:spPr>
          <p:txBody>
            <a:bodyPr wrap="square" rtlCol="0" anchor="ctr"/>
            <a:lstStyle/>
            <a:p>
              <a:pPr algn="r" rtl="1"/>
              <a:r>
                <a:rPr lang="ar-EG" sz="2000" b="1" noProof="0" dirty="0">
                  <a:solidFill>
                    <a:srgbClr val="2E7D52"/>
                  </a:solidFill>
                  <a:latin typeface="Sakkal Majalla" panose="02000000000000000000" pitchFamily="2" charset="-78"/>
                  <a:ea typeface="Arial" pitchFamily="34" charset="-122"/>
                  <a:cs typeface="Sakkal Majalla" panose="02000000000000000000" pitchFamily="2" charset="-78"/>
                </a:rPr>
                <a:t>المستويات التنظيمية الستة</a:t>
              </a:r>
              <a:endParaRPr lang="ar-EG" sz="2000" noProof="0" dirty="0">
                <a:latin typeface="Sakkal Majalla" panose="02000000000000000000" pitchFamily="2" charset="-78"/>
                <a:cs typeface="Sakkal Majalla" panose="02000000000000000000" pitchFamily="2" charset="-78"/>
              </a:endParaRPr>
            </a:p>
          </p:txBody>
        </p:sp>
        <p:sp>
          <p:nvSpPr>
            <p:cNvPr id="24" name="Shape 15"/>
            <p:cNvSpPr/>
            <p:nvPr/>
          </p:nvSpPr>
          <p:spPr>
            <a:xfrm>
              <a:off x="4409440" y="2011680"/>
              <a:ext cx="3373120" cy="24384"/>
            </a:xfrm>
            <a:prstGeom prst="rect">
              <a:avLst/>
            </a:prstGeom>
            <a:solidFill>
              <a:srgbClr val="E0E8E4"/>
            </a:solidFill>
            <a:ln/>
          </p:spPr>
          <p:txBody>
            <a:bodyPr/>
            <a:lstStyle/>
            <a:p>
              <a:endParaRPr lang="ar-EG" sz="3200" noProof="0" dirty="0">
                <a:latin typeface="Sakkal Majalla" panose="02000000000000000000" pitchFamily="2" charset="-78"/>
                <a:cs typeface="Sakkal Majalla" panose="02000000000000000000" pitchFamily="2" charset="-78"/>
              </a:endParaRPr>
            </a:p>
          </p:txBody>
        </p:sp>
        <p:sp>
          <p:nvSpPr>
            <p:cNvPr id="25" name="Text 16"/>
            <p:cNvSpPr/>
            <p:nvPr/>
          </p:nvSpPr>
          <p:spPr>
            <a:xfrm>
              <a:off x="4409440" y="2097024"/>
              <a:ext cx="3373120" cy="1341120"/>
            </a:xfrm>
            <a:prstGeom prst="rect">
              <a:avLst/>
            </a:prstGeom>
            <a:noFill/>
            <a:ln/>
          </p:spPr>
          <p:txBody>
            <a:bodyPr wrap="square" rtlCol="0" anchor="t"/>
            <a:lstStyle/>
            <a:p>
              <a:pPr algn="r" rtl="1"/>
              <a:r>
                <a:rPr lang="ar-EG" noProof="0" dirty="0">
                  <a:solidFill>
                    <a:srgbClr val="1C2B22"/>
                  </a:solidFill>
                  <a:latin typeface="Sakkal Majalla" panose="02000000000000000000" pitchFamily="2" charset="-78"/>
                  <a:ea typeface="Arial" pitchFamily="34" charset="-122"/>
                  <a:cs typeface="Sakkal Majalla" panose="02000000000000000000" pitchFamily="2" charset="-78"/>
                </a:rPr>
                <a:t>الإطار الأعلى (سياسات واستراتيجية) - المؤسسي (وزارة الصحة، CCHI، SFDA، SCFHS، وقاية) - التشغيلي (المجمعات الصحية)</a:t>
              </a:r>
              <a:endParaRPr lang="ar-EG" noProof="0" dirty="0">
                <a:latin typeface="Sakkal Majalla" panose="02000000000000000000" pitchFamily="2" charset="-78"/>
                <a:cs typeface="Sakkal Majalla" panose="02000000000000000000" pitchFamily="2" charset="-78"/>
              </a:endParaRPr>
            </a:p>
          </p:txBody>
        </p:sp>
        <p:sp>
          <p:nvSpPr>
            <p:cNvPr id="26" name="Shape 17"/>
            <p:cNvSpPr/>
            <p:nvPr/>
          </p:nvSpPr>
          <p:spPr>
            <a:xfrm>
              <a:off x="426720" y="1341120"/>
              <a:ext cx="3616960" cy="225552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ar-EG" sz="3200" noProof="0" dirty="0">
                <a:latin typeface="Sakkal Majalla" panose="02000000000000000000" pitchFamily="2" charset="-78"/>
                <a:cs typeface="Sakkal Majalla" panose="02000000000000000000" pitchFamily="2" charset="-78"/>
              </a:endParaRPr>
            </a:p>
          </p:txBody>
        </p:sp>
        <p:sp>
          <p:nvSpPr>
            <p:cNvPr id="27" name="Shape 18"/>
            <p:cNvSpPr/>
            <p:nvPr/>
          </p:nvSpPr>
          <p:spPr>
            <a:xfrm>
              <a:off x="426720" y="1341120"/>
              <a:ext cx="3616960" cy="73152"/>
            </a:xfrm>
            <a:prstGeom prst="rect">
              <a:avLst/>
            </a:prstGeom>
            <a:solidFill>
              <a:srgbClr val="2E7D52"/>
            </a:solidFill>
            <a:ln/>
          </p:spPr>
          <p:txBody>
            <a:bodyPr/>
            <a:lstStyle/>
            <a:p>
              <a:endParaRPr lang="ar-EG" sz="3200" noProof="0" dirty="0">
                <a:latin typeface="Sakkal Majalla" panose="02000000000000000000" pitchFamily="2" charset="-78"/>
                <a:cs typeface="Sakkal Majalla" panose="02000000000000000000" pitchFamily="2" charset="-78"/>
              </a:endParaRPr>
            </a:p>
          </p:txBody>
        </p:sp>
        <p:sp>
          <p:nvSpPr>
            <p:cNvPr id="28" name="Shape 19"/>
            <p:cNvSpPr/>
            <p:nvPr/>
          </p:nvSpPr>
          <p:spPr>
            <a:xfrm>
              <a:off x="3409696" y="1487424"/>
              <a:ext cx="463296" cy="463296"/>
            </a:xfrm>
            <a:prstGeom prst="ellipse">
              <a:avLst/>
            </a:prstGeom>
            <a:solidFill>
              <a:srgbClr val="2E7D52"/>
            </a:solidFill>
            <a:ln w="12700">
              <a:solidFill>
                <a:srgbClr val="2E7D52"/>
              </a:solidFill>
              <a:prstDash val="solid"/>
            </a:ln>
          </p:spPr>
          <p:txBody>
            <a:bodyPr/>
            <a:lstStyle/>
            <a:p>
              <a:endParaRPr lang="ar-EG" sz="3200" noProof="0" dirty="0">
                <a:latin typeface="Sakkal Majalla" panose="02000000000000000000" pitchFamily="2" charset="-78"/>
                <a:cs typeface="Sakkal Majalla" panose="02000000000000000000" pitchFamily="2" charset="-78"/>
              </a:endParaRPr>
            </a:p>
          </p:txBody>
        </p:sp>
        <p:sp>
          <p:nvSpPr>
            <p:cNvPr id="35" name="Text 20"/>
            <p:cNvSpPr/>
            <p:nvPr/>
          </p:nvSpPr>
          <p:spPr>
            <a:xfrm>
              <a:off x="3409696" y="1499616"/>
              <a:ext cx="463296" cy="438912"/>
            </a:xfrm>
            <a:prstGeom prst="rect">
              <a:avLst/>
            </a:prstGeom>
            <a:noFill/>
            <a:ln/>
          </p:spPr>
          <p:txBody>
            <a:bodyPr wrap="square" rtlCol="0" anchor="ctr"/>
            <a:lstStyle/>
            <a:p>
              <a:pPr algn="ctr"/>
              <a:r>
                <a:rPr lang="ar-EG" sz="2000" b="1" noProof="0" dirty="0">
                  <a:solidFill>
                    <a:srgbClr val="FFFFFF"/>
                  </a:solidFill>
                  <a:latin typeface="Sakkal Majalla" panose="02000000000000000000" pitchFamily="2" charset="-78"/>
                  <a:ea typeface="Calibri" pitchFamily="34" charset="-122"/>
                  <a:cs typeface="Sakkal Majalla" panose="02000000000000000000" pitchFamily="2" charset="-78"/>
                </a:rPr>
                <a:t>3</a:t>
              </a:r>
              <a:endParaRPr lang="ar-EG" sz="2000" noProof="0" dirty="0">
                <a:latin typeface="Sakkal Majalla" panose="02000000000000000000" pitchFamily="2" charset="-78"/>
                <a:cs typeface="Sakkal Majalla" panose="02000000000000000000" pitchFamily="2" charset="-78"/>
              </a:endParaRPr>
            </a:p>
          </p:txBody>
        </p:sp>
        <p:sp>
          <p:nvSpPr>
            <p:cNvPr id="36" name="Text 21"/>
            <p:cNvSpPr/>
            <p:nvPr/>
          </p:nvSpPr>
          <p:spPr>
            <a:xfrm>
              <a:off x="548640" y="1463040"/>
              <a:ext cx="2763520" cy="512064"/>
            </a:xfrm>
            <a:prstGeom prst="rect">
              <a:avLst/>
            </a:prstGeom>
            <a:noFill/>
            <a:ln/>
          </p:spPr>
          <p:txBody>
            <a:bodyPr wrap="square" rtlCol="0" anchor="ctr"/>
            <a:lstStyle/>
            <a:p>
              <a:pPr algn="r" rtl="1"/>
              <a:r>
                <a:rPr lang="ar-EG" sz="2000" b="1" noProof="0" dirty="0">
                  <a:solidFill>
                    <a:srgbClr val="2E7D52"/>
                  </a:solidFill>
                  <a:latin typeface="Sakkal Majalla" panose="02000000000000000000" pitchFamily="2" charset="-78"/>
                  <a:ea typeface="Arial" pitchFamily="34" charset="-122"/>
                  <a:cs typeface="Sakkal Majalla" panose="02000000000000000000" pitchFamily="2" charset="-78"/>
                </a:rPr>
                <a:t>الجودة والاعتماد</a:t>
              </a:r>
              <a:endParaRPr lang="ar-EG" sz="2000" noProof="0" dirty="0">
                <a:latin typeface="Sakkal Majalla" panose="02000000000000000000" pitchFamily="2" charset="-78"/>
                <a:cs typeface="Sakkal Majalla" panose="02000000000000000000" pitchFamily="2" charset="-78"/>
              </a:endParaRPr>
            </a:p>
          </p:txBody>
        </p:sp>
        <p:sp>
          <p:nvSpPr>
            <p:cNvPr id="37" name="Shape 22"/>
            <p:cNvSpPr/>
            <p:nvPr/>
          </p:nvSpPr>
          <p:spPr>
            <a:xfrm>
              <a:off x="548640" y="2011680"/>
              <a:ext cx="3373120" cy="24384"/>
            </a:xfrm>
            <a:prstGeom prst="rect">
              <a:avLst/>
            </a:prstGeom>
            <a:solidFill>
              <a:srgbClr val="E0E8E4"/>
            </a:solidFill>
            <a:ln/>
          </p:spPr>
          <p:txBody>
            <a:bodyPr/>
            <a:lstStyle/>
            <a:p>
              <a:endParaRPr lang="ar-EG" sz="3200" noProof="0" dirty="0">
                <a:latin typeface="Sakkal Majalla" panose="02000000000000000000" pitchFamily="2" charset="-78"/>
                <a:cs typeface="Sakkal Majalla" panose="02000000000000000000" pitchFamily="2" charset="-78"/>
              </a:endParaRPr>
            </a:p>
          </p:txBody>
        </p:sp>
        <p:sp>
          <p:nvSpPr>
            <p:cNvPr id="38" name="Text 23"/>
            <p:cNvSpPr/>
            <p:nvPr/>
          </p:nvSpPr>
          <p:spPr>
            <a:xfrm>
              <a:off x="548640" y="2097024"/>
              <a:ext cx="3373120" cy="1341120"/>
            </a:xfrm>
            <a:prstGeom prst="rect">
              <a:avLst/>
            </a:prstGeom>
            <a:noFill/>
            <a:ln/>
          </p:spPr>
          <p:txBody>
            <a:bodyPr wrap="square" rtlCol="0" anchor="t"/>
            <a:lstStyle/>
            <a:p>
              <a:pPr algn="r" rtl="1"/>
              <a:r>
                <a:rPr lang="ar-EG" noProof="0" dirty="0">
                  <a:solidFill>
                    <a:srgbClr val="1C2B22"/>
                  </a:solidFill>
                  <a:latin typeface="Sakkal Majalla" panose="02000000000000000000" pitchFamily="2" charset="-78"/>
                  <a:ea typeface="Arial" pitchFamily="34" charset="-122"/>
                  <a:cs typeface="Sakkal Majalla" panose="02000000000000000000" pitchFamily="2" charset="-78"/>
                </a:rPr>
                <a:t>CBAHI، JCI، أيزو 9001، أيزو 45001، أيزو 27001، أيزو 31000، HIMSS – معايير تضمان الجودة وحماية المرضى والعاملين.</a:t>
              </a:r>
              <a:endParaRPr lang="ar-EG" noProof="0" dirty="0">
                <a:latin typeface="Sakkal Majalla" panose="02000000000000000000" pitchFamily="2" charset="-78"/>
                <a:cs typeface="Sakkal Majalla" panose="02000000000000000000" pitchFamily="2" charset="-78"/>
              </a:endParaRPr>
            </a:p>
          </p:txBody>
        </p:sp>
        <p:sp>
          <p:nvSpPr>
            <p:cNvPr id="39" name="Shape 24"/>
            <p:cNvSpPr/>
            <p:nvPr/>
          </p:nvSpPr>
          <p:spPr>
            <a:xfrm>
              <a:off x="8148320" y="3779520"/>
              <a:ext cx="3616960" cy="225552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ar-EG" sz="3200" noProof="0" dirty="0">
                <a:latin typeface="Sakkal Majalla" panose="02000000000000000000" pitchFamily="2" charset="-78"/>
                <a:cs typeface="Sakkal Majalla" panose="02000000000000000000" pitchFamily="2" charset="-78"/>
              </a:endParaRPr>
            </a:p>
          </p:txBody>
        </p:sp>
        <p:sp>
          <p:nvSpPr>
            <p:cNvPr id="40" name="Shape 25"/>
            <p:cNvSpPr/>
            <p:nvPr/>
          </p:nvSpPr>
          <p:spPr>
            <a:xfrm>
              <a:off x="8148320" y="3779520"/>
              <a:ext cx="3616960" cy="73152"/>
            </a:xfrm>
            <a:prstGeom prst="rect">
              <a:avLst/>
            </a:prstGeom>
            <a:solidFill>
              <a:srgbClr val="2E7D52"/>
            </a:solidFill>
            <a:ln/>
          </p:spPr>
          <p:txBody>
            <a:bodyPr/>
            <a:lstStyle/>
            <a:p>
              <a:endParaRPr lang="ar-EG" sz="3200" noProof="0" dirty="0">
                <a:latin typeface="Sakkal Majalla" panose="02000000000000000000" pitchFamily="2" charset="-78"/>
                <a:cs typeface="Sakkal Majalla" panose="02000000000000000000" pitchFamily="2" charset="-78"/>
              </a:endParaRPr>
            </a:p>
          </p:txBody>
        </p:sp>
        <p:sp>
          <p:nvSpPr>
            <p:cNvPr id="41" name="Shape 26"/>
            <p:cNvSpPr/>
            <p:nvPr/>
          </p:nvSpPr>
          <p:spPr>
            <a:xfrm>
              <a:off x="11131296" y="3925824"/>
              <a:ext cx="463296" cy="463296"/>
            </a:xfrm>
            <a:prstGeom prst="ellipse">
              <a:avLst/>
            </a:prstGeom>
            <a:solidFill>
              <a:srgbClr val="2E7D52"/>
            </a:solidFill>
            <a:ln w="12700">
              <a:solidFill>
                <a:srgbClr val="2E7D52"/>
              </a:solidFill>
              <a:prstDash val="solid"/>
            </a:ln>
          </p:spPr>
          <p:txBody>
            <a:bodyPr/>
            <a:lstStyle/>
            <a:p>
              <a:endParaRPr lang="ar-EG" sz="3200" noProof="0" dirty="0">
                <a:latin typeface="Sakkal Majalla" panose="02000000000000000000" pitchFamily="2" charset="-78"/>
                <a:cs typeface="Sakkal Majalla" panose="02000000000000000000" pitchFamily="2" charset="-78"/>
              </a:endParaRPr>
            </a:p>
          </p:txBody>
        </p:sp>
        <p:sp>
          <p:nvSpPr>
            <p:cNvPr id="42" name="Text 27"/>
            <p:cNvSpPr/>
            <p:nvPr/>
          </p:nvSpPr>
          <p:spPr>
            <a:xfrm>
              <a:off x="11131296" y="3938016"/>
              <a:ext cx="463296" cy="438912"/>
            </a:xfrm>
            <a:prstGeom prst="rect">
              <a:avLst/>
            </a:prstGeom>
            <a:noFill/>
            <a:ln/>
          </p:spPr>
          <p:txBody>
            <a:bodyPr wrap="square" rtlCol="0" anchor="ctr"/>
            <a:lstStyle/>
            <a:p>
              <a:pPr algn="ctr"/>
              <a:r>
                <a:rPr lang="ar-EG" sz="2000" b="1" noProof="0" dirty="0">
                  <a:solidFill>
                    <a:srgbClr val="FFFFFF"/>
                  </a:solidFill>
                  <a:latin typeface="Sakkal Majalla" panose="02000000000000000000" pitchFamily="2" charset="-78"/>
                  <a:ea typeface="Calibri" pitchFamily="34" charset="-122"/>
                  <a:cs typeface="Sakkal Majalla" panose="02000000000000000000" pitchFamily="2" charset="-78"/>
                </a:rPr>
                <a:t>4</a:t>
              </a:r>
              <a:endParaRPr lang="ar-EG" sz="2000" noProof="0" dirty="0">
                <a:latin typeface="Sakkal Majalla" panose="02000000000000000000" pitchFamily="2" charset="-78"/>
                <a:cs typeface="Sakkal Majalla" panose="02000000000000000000" pitchFamily="2" charset="-78"/>
              </a:endParaRPr>
            </a:p>
          </p:txBody>
        </p:sp>
        <p:sp>
          <p:nvSpPr>
            <p:cNvPr id="43" name="Text 28"/>
            <p:cNvSpPr/>
            <p:nvPr/>
          </p:nvSpPr>
          <p:spPr>
            <a:xfrm>
              <a:off x="8270240" y="3901440"/>
              <a:ext cx="2763520" cy="512064"/>
            </a:xfrm>
            <a:prstGeom prst="rect">
              <a:avLst/>
            </a:prstGeom>
            <a:noFill/>
            <a:ln/>
          </p:spPr>
          <p:txBody>
            <a:bodyPr wrap="square" rtlCol="0" anchor="ctr"/>
            <a:lstStyle/>
            <a:p>
              <a:pPr algn="r" rtl="1"/>
              <a:r>
                <a:rPr lang="ar-EG" sz="2000" b="1" noProof="0" dirty="0">
                  <a:solidFill>
                    <a:srgbClr val="2E7D52"/>
                  </a:solidFill>
                  <a:latin typeface="Sakkal Majalla" panose="02000000000000000000" pitchFamily="2" charset="-78"/>
                  <a:ea typeface="Arial" pitchFamily="34" charset="-122"/>
                  <a:cs typeface="Sakkal Majalla" panose="02000000000000000000" pitchFamily="2" charset="-78"/>
                </a:rPr>
                <a:t>إطار الحوكمة والرقابة</a:t>
              </a:r>
              <a:endParaRPr lang="ar-EG" sz="2000" noProof="0" dirty="0">
                <a:latin typeface="Sakkal Majalla" panose="02000000000000000000" pitchFamily="2" charset="-78"/>
                <a:cs typeface="Sakkal Majalla" panose="02000000000000000000" pitchFamily="2" charset="-78"/>
              </a:endParaRPr>
            </a:p>
          </p:txBody>
        </p:sp>
        <p:sp>
          <p:nvSpPr>
            <p:cNvPr id="44" name="Shape 29"/>
            <p:cNvSpPr/>
            <p:nvPr/>
          </p:nvSpPr>
          <p:spPr>
            <a:xfrm>
              <a:off x="8270240" y="4450080"/>
              <a:ext cx="3373120" cy="24384"/>
            </a:xfrm>
            <a:prstGeom prst="rect">
              <a:avLst/>
            </a:prstGeom>
            <a:solidFill>
              <a:srgbClr val="E0E8E4"/>
            </a:solidFill>
            <a:ln/>
          </p:spPr>
          <p:txBody>
            <a:bodyPr/>
            <a:lstStyle/>
            <a:p>
              <a:endParaRPr lang="ar-EG" sz="3200" noProof="0" dirty="0">
                <a:latin typeface="Sakkal Majalla" panose="02000000000000000000" pitchFamily="2" charset="-78"/>
                <a:cs typeface="Sakkal Majalla" panose="02000000000000000000" pitchFamily="2" charset="-78"/>
              </a:endParaRPr>
            </a:p>
          </p:txBody>
        </p:sp>
        <p:sp>
          <p:nvSpPr>
            <p:cNvPr id="45" name="Text 30"/>
            <p:cNvSpPr/>
            <p:nvPr/>
          </p:nvSpPr>
          <p:spPr>
            <a:xfrm>
              <a:off x="8270240" y="4535424"/>
              <a:ext cx="3373120" cy="1341120"/>
            </a:xfrm>
            <a:prstGeom prst="rect">
              <a:avLst/>
            </a:prstGeom>
            <a:noFill/>
            <a:ln/>
          </p:spPr>
          <p:txBody>
            <a:bodyPr wrap="square" rtlCol="0" anchor="t"/>
            <a:lstStyle/>
            <a:p>
              <a:pPr algn="r" rtl="1"/>
              <a:r>
                <a:rPr lang="ar-EG" noProof="0" dirty="0">
                  <a:solidFill>
                    <a:srgbClr val="1C2B22"/>
                  </a:solidFill>
                  <a:latin typeface="Sakkal Majalla" panose="02000000000000000000" pitchFamily="2" charset="-78"/>
                  <a:ea typeface="Arial" pitchFamily="34" charset="-122"/>
                  <a:cs typeface="Sakkal Majalla" panose="02000000000000000000" pitchFamily="2" charset="-78"/>
                </a:rPr>
                <a:t>مؤشرات الأداء KPIs، الشفافية والمساءلة، الرقابة الداخلية والخارجية، أنظمة بلاغات الشكاوى.</a:t>
              </a:r>
              <a:endParaRPr lang="ar-EG" noProof="0" dirty="0">
                <a:latin typeface="Sakkal Majalla" panose="02000000000000000000" pitchFamily="2" charset="-78"/>
                <a:cs typeface="Sakkal Majalla" panose="02000000000000000000" pitchFamily="2" charset="-78"/>
              </a:endParaRPr>
            </a:p>
          </p:txBody>
        </p:sp>
        <p:sp>
          <p:nvSpPr>
            <p:cNvPr id="46" name="Shape 31"/>
            <p:cNvSpPr/>
            <p:nvPr/>
          </p:nvSpPr>
          <p:spPr>
            <a:xfrm>
              <a:off x="4287520" y="3779520"/>
              <a:ext cx="3616960" cy="225552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ar-EG" sz="3200" noProof="0" dirty="0">
                <a:latin typeface="Sakkal Majalla" panose="02000000000000000000" pitchFamily="2" charset="-78"/>
                <a:cs typeface="Sakkal Majalla" panose="02000000000000000000" pitchFamily="2" charset="-78"/>
              </a:endParaRPr>
            </a:p>
          </p:txBody>
        </p:sp>
        <p:sp>
          <p:nvSpPr>
            <p:cNvPr id="47" name="Shape 32"/>
            <p:cNvSpPr/>
            <p:nvPr/>
          </p:nvSpPr>
          <p:spPr>
            <a:xfrm>
              <a:off x="4287520" y="3779520"/>
              <a:ext cx="3616960" cy="73152"/>
            </a:xfrm>
            <a:prstGeom prst="rect">
              <a:avLst/>
            </a:prstGeom>
            <a:solidFill>
              <a:srgbClr val="2E7D52"/>
            </a:solidFill>
            <a:ln/>
          </p:spPr>
          <p:txBody>
            <a:bodyPr/>
            <a:lstStyle/>
            <a:p>
              <a:endParaRPr lang="ar-EG" sz="3200" noProof="0" dirty="0">
                <a:latin typeface="Sakkal Majalla" panose="02000000000000000000" pitchFamily="2" charset="-78"/>
                <a:cs typeface="Sakkal Majalla" panose="02000000000000000000" pitchFamily="2" charset="-78"/>
              </a:endParaRPr>
            </a:p>
          </p:txBody>
        </p:sp>
        <p:sp>
          <p:nvSpPr>
            <p:cNvPr id="48" name="Shape 33"/>
            <p:cNvSpPr/>
            <p:nvPr/>
          </p:nvSpPr>
          <p:spPr>
            <a:xfrm>
              <a:off x="7270496" y="3925824"/>
              <a:ext cx="463296" cy="463296"/>
            </a:xfrm>
            <a:prstGeom prst="ellipse">
              <a:avLst/>
            </a:prstGeom>
            <a:solidFill>
              <a:srgbClr val="2E7D52"/>
            </a:solidFill>
            <a:ln w="12700">
              <a:solidFill>
                <a:srgbClr val="2E7D52"/>
              </a:solidFill>
              <a:prstDash val="solid"/>
            </a:ln>
          </p:spPr>
          <p:txBody>
            <a:bodyPr/>
            <a:lstStyle/>
            <a:p>
              <a:endParaRPr lang="ar-EG" sz="3200" noProof="0" dirty="0">
                <a:latin typeface="Sakkal Majalla" panose="02000000000000000000" pitchFamily="2" charset="-78"/>
                <a:cs typeface="Sakkal Majalla" panose="02000000000000000000" pitchFamily="2" charset="-78"/>
              </a:endParaRPr>
            </a:p>
          </p:txBody>
        </p:sp>
        <p:sp>
          <p:nvSpPr>
            <p:cNvPr id="50" name="Text 34"/>
            <p:cNvSpPr/>
            <p:nvPr/>
          </p:nvSpPr>
          <p:spPr>
            <a:xfrm>
              <a:off x="7270496" y="3938016"/>
              <a:ext cx="463296" cy="438912"/>
            </a:xfrm>
            <a:prstGeom prst="rect">
              <a:avLst/>
            </a:prstGeom>
            <a:noFill/>
            <a:ln/>
          </p:spPr>
          <p:txBody>
            <a:bodyPr wrap="square" rtlCol="0" anchor="ctr"/>
            <a:lstStyle/>
            <a:p>
              <a:pPr algn="ctr"/>
              <a:r>
                <a:rPr lang="ar-EG" sz="2000" b="1" noProof="0" dirty="0">
                  <a:solidFill>
                    <a:srgbClr val="FFFFFF"/>
                  </a:solidFill>
                  <a:latin typeface="Sakkal Majalla" panose="02000000000000000000" pitchFamily="2" charset="-78"/>
                  <a:ea typeface="Calibri" pitchFamily="34" charset="-122"/>
                  <a:cs typeface="Sakkal Majalla" panose="02000000000000000000" pitchFamily="2" charset="-78"/>
                </a:rPr>
                <a:t>5</a:t>
              </a:r>
              <a:endParaRPr lang="ar-EG" sz="2000" noProof="0" dirty="0">
                <a:latin typeface="Sakkal Majalla" panose="02000000000000000000" pitchFamily="2" charset="-78"/>
                <a:cs typeface="Sakkal Majalla" panose="02000000000000000000" pitchFamily="2" charset="-78"/>
              </a:endParaRPr>
            </a:p>
          </p:txBody>
        </p:sp>
        <p:sp>
          <p:nvSpPr>
            <p:cNvPr id="51" name="Text 35"/>
            <p:cNvSpPr/>
            <p:nvPr/>
          </p:nvSpPr>
          <p:spPr>
            <a:xfrm>
              <a:off x="4409440" y="3901440"/>
              <a:ext cx="2763520" cy="512064"/>
            </a:xfrm>
            <a:prstGeom prst="rect">
              <a:avLst/>
            </a:prstGeom>
            <a:noFill/>
            <a:ln/>
          </p:spPr>
          <p:txBody>
            <a:bodyPr wrap="square" rtlCol="0" anchor="ctr"/>
            <a:lstStyle/>
            <a:p>
              <a:pPr algn="r" rtl="1"/>
              <a:r>
                <a:rPr lang="ar-EG" sz="2000" b="1" noProof="0" dirty="0">
                  <a:solidFill>
                    <a:srgbClr val="2E7D52"/>
                  </a:solidFill>
                  <a:latin typeface="Sakkal Majalla" panose="02000000000000000000" pitchFamily="2" charset="-78"/>
                  <a:ea typeface="Arial" pitchFamily="34" charset="-122"/>
                  <a:cs typeface="Sakkal Majalla" panose="02000000000000000000" pitchFamily="2" charset="-78"/>
                </a:rPr>
                <a:t>تفسير اللوائح</a:t>
              </a:r>
              <a:endParaRPr lang="ar-EG" sz="2000" noProof="0" dirty="0">
                <a:latin typeface="Sakkal Majalla" panose="02000000000000000000" pitchFamily="2" charset="-78"/>
                <a:cs typeface="Sakkal Majalla" panose="02000000000000000000" pitchFamily="2" charset="-78"/>
              </a:endParaRPr>
            </a:p>
          </p:txBody>
        </p:sp>
        <p:sp>
          <p:nvSpPr>
            <p:cNvPr id="52" name="Shape 36"/>
            <p:cNvSpPr/>
            <p:nvPr/>
          </p:nvSpPr>
          <p:spPr>
            <a:xfrm>
              <a:off x="4409440" y="4450080"/>
              <a:ext cx="3373120" cy="24384"/>
            </a:xfrm>
            <a:prstGeom prst="rect">
              <a:avLst/>
            </a:prstGeom>
            <a:solidFill>
              <a:srgbClr val="E0E8E4"/>
            </a:solidFill>
            <a:ln/>
          </p:spPr>
          <p:txBody>
            <a:bodyPr/>
            <a:lstStyle/>
            <a:p>
              <a:endParaRPr lang="ar-EG" sz="3200" noProof="0" dirty="0">
                <a:latin typeface="Sakkal Majalla" panose="02000000000000000000" pitchFamily="2" charset="-78"/>
                <a:cs typeface="Sakkal Majalla" panose="02000000000000000000" pitchFamily="2" charset="-78"/>
              </a:endParaRPr>
            </a:p>
          </p:txBody>
        </p:sp>
        <p:sp>
          <p:nvSpPr>
            <p:cNvPr id="53" name="Text 37"/>
            <p:cNvSpPr/>
            <p:nvPr/>
          </p:nvSpPr>
          <p:spPr>
            <a:xfrm>
              <a:off x="4409440" y="4535424"/>
              <a:ext cx="3373120" cy="1341120"/>
            </a:xfrm>
            <a:prstGeom prst="rect">
              <a:avLst/>
            </a:prstGeom>
            <a:noFill/>
            <a:ln/>
          </p:spPr>
          <p:txBody>
            <a:bodyPr wrap="square" rtlCol="0" anchor="t"/>
            <a:lstStyle/>
            <a:p>
              <a:pPr algn="r" rtl="1"/>
              <a:r>
                <a:rPr lang="ar-EG" noProof="0" dirty="0">
                  <a:solidFill>
                    <a:srgbClr val="1C2B22"/>
                  </a:solidFill>
                  <a:latin typeface="Sakkal Majalla" panose="02000000000000000000" pitchFamily="2" charset="-78"/>
                  <a:ea typeface="Arial" pitchFamily="34" charset="-122"/>
                  <a:cs typeface="Sakkal Majalla" panose="02000000000000000000" pitchFamily="2" charset="-78"/>
                </a:rPr>
                <a:t>تحويل النص التنظيمي إلى سياسات داخلية واضحة تحدد المسؤوليات وآليات التطبيق والمتابعة المستمرة.</a:t>
              </a:r>
              <a:endParaRPr lang="ar-EG" noProof="0" dirty="0">
                <a:latin typeface="Sakkal Majalla" panose="02000000000000000000" pitchFamily="2" charset="-78"/>
                <a:cs typeface="Sakkal Majalla" panose="02000000000000000000" pitchFamily="2" charset="-78"/>
              </a:endParaRPr>
            </a:p>
          </p:txBody>
        </p:sp>
        <p:sp>
          <p:nvSpPr>
            <p:cNvPr id="54" name="Shape 38"/>
            <p:cNvSpPr/>
            <p:nvPr/>
          </p:nvSpPr>
          <p:spPr>
            <a:xfrm>
              <a:off x="426720" y="3779520"/>
              <a:ext cx="3616960" cy="225552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ar-EG" sz="3200" noProof="0" dirty="0">
                <a:latin typeface="Sakkal Majalla" panose="02000000000000000000" pitchFamily="2" charset="-78"/>
                <a:cs typeface="Sakkal Majalla" panose="02000000000000000000" pitchFamily="2" charset="-78"/>
              </a:endParaRPr>
            </a:p>
          </p:txBody>
        </p:sp>
        <p:sp>
          <p:nvSpPr>
            <p:cNvPr id="55" name="Shape 39"/>
            <p:cNvSpPr/>
            <p:nvPr/>
          </p:nvSpPr>
          <p:spPr>
            <a:xfrm>
              <a:off x="426720" y="3779520"/>
              <a:ext cx="3616960" cy="73152"/>
            </a:xfrm>
            <a:prstGeom prst="rect">
              <a:avLst/>
            </a:prstGeom>
            <a:solidFill>
              <a:srgbClr val="2E7D52"/>
            </a:solidFill>
            <a:ln/>
          </p:spPr>
          <p:txBody>
            <a:bodyPr/>
            <a:lstStyle/>
            <a:p>
              <a:endParaRPr lang="ar-EG" sz="3200" noProof="0" dirty="0">
                <a:latin typeface="Sakkal Majalla" panose="02000000000000000000" pitchFamily="2" charset="-78"/>
                <a:cs typeface="Sakkal Majalla" panose="02000000000000000000" pitchFamily="2" charset="-78"/>
              </a:endParaRPr>
            </a:p>
          </p:txBody>
        </p:sp>
        <p:sp>
          <p:nvSpPr>
            <p:cNvPr id="56" name="Shape 40"/>
            <p:cNvSpPr/>
            <p:nvPr/>
          </p:nvSpPr>
          <p:spPr>
            <a:xfrm>
              <a:off x="3409696" y="3925824"/>
              <a:ext cx="463296" cy="463296"/>
            </a:xfrm>
            <a:prstGeom prst="ellipse">
              <a:avLst/>
            </a:prstGeom>
            <a:solidFill>
              <a:srgbClr val="2E7D52"/>
            </a:solidFill>
            <a:ln w="12700">
              <a:solidFill>
                <a:srgbClr val="2E7D52"/>
              </a:solidFill>
              <a:prstDash val="solid"/>
            </a:ln>
          </p:spPr>
          <p:txBody>
            <a:bodyPr/>
            <a:lstStyle/>
            <a:p>
              <a:endParaRPr lang="ar-EG" sz="3200" noProof="0" dirty="0">
                <a:latin typeface="Sakkal Majalla" panose="02000000000000000000" pitchFamily="2" charset="-78"/>
                <a:cs typeface="Sakkal Majalla" panose="02000000000000000000" pitchFamily="2" charset="-78"/>
              </a:endParaRPr>
            </a:p>
          </p:txBody>
        </p:sp>
        <p:sp>
          <p:nvSpPr>
            <p:cNvPr id="57" name="Text 41"/>
            <p:cNvSpPr/>
            <p:nvPr/>
          </p:nvSpPr>
          <p:spPr>
            <a:xfrm>
              <a:off x="3409696" y="3938016"/>
              <a:ext cx="463296" cy="438912"/>
            </a:xfrm>
            <a:prstGeom prst="rect">
              <a:avLst/>
            </a:prstGeom>
            <a:noFill/>
            <a:ln/>
          </p:spPr>
          <p:txBody>
            <a:bodyPr wrap="square" rtlCol="0" anchor="ctr"/>
            <a:lstStyle/>
            <a:p>
              <a:pPr algn="ctr"/>
              <a:r>
                <a:rPr lang="ar-EG" sz="2000" b="1" noProof="0" dirty="0">
                  <a:solidFill>
                    <a:srgbClr val="FFFFFF"/>
                  </a:solidFill>
                  <a:latin typeface="Sakkal Majalla" panose="02000000000000000000" pitchFamily="2" charset="-78"/>
                  <a:ea typeface="Calibri" pitchFamily="34" charset="-122"/>
                  <a:cs typeface="Sakkal Majalla" panose="02000000000000000000" pitchFamily="2" charset="-78"/>
                </a:rPr>
                <a:t>6</a:t>
              </a:r>
              <a:endParaRPr lang="ar-EG" sz="2000" noProof="0" dirty="0">
                <a:latin typeface="Sakkal Majalla" panose="02000000000000000000" pitchFamily="2" charset="-78"/>
                <a:cs typeface="Sakkal Majalla" panose="02000000000000000000" pitchFamily="2" charset="-78"/>
              </a:endParaRPr>
            </a:p>
          </p:txBody>
        </p:sp>
        <p:sp>
          <p:nvSpPr>
            <p:cNvPr id="58" name="Text 42"/>
            <p:cNvSpPr/>
            <p:nvPr/>
          </p:nvSpPr>
          <p:spPr>
            <a:xfrm>
              <a:off x="548640" y="3901440"/>
              <a:ext cx="2763520" cy="512064"/>
            </a:xfrm>
            <a:prstGeom prst="rect">
              <a:avLst/>
            </a:prstGeom>
            <a:noFill/>
            <a:ln/>
          </p:spPr>
          <p:txBody>
            <a:bodyPr wrap="square" rtlCol="0" anchor="ctr"/>
            <a:lstStyle/>
            <a:p>
              <a:pPr algn="r" rtl="1"/>
              <a:r>
                <a:rPr lang="ar-EG" sz="2000" b="1" noProof="0" dirty="0">
                  <a:solidFill>
                    <a:srgbClr val="2E7D52"/>
                  </a:solidFill>
                  <a:latin typeface="Sakkal Majalla" panose="02000000000000000000" pitchFamily="2" charset="-78"/>
                  <a:ea typeface="Arial" pitchFamily="34" charset="-122"/>
                  <a:cs typeface="Sakkal Majalla" panose="02000000000000000000" pitchFamily="2" charset="-78"/>
                </a:rPr>
                <a:t>التطبيق العملي</a:t>
              </a:r>
              <a:endParaRPr lang="ar-EG" sz="2000" noProof="0" dirty="0">
                <a:latin typeface="Sakkal Majalla" panose="02000000000000000000" pitchFamily="2" charset="-78"/>
                <a:cs typeface="Sakkal Majalla" panose="02000000000000000000" pitchFamily="2" charset="-78"/>
              </a:endParaRPr>
            </a:p>
          </p:txBody>
        </p:sp>
        <p:sp>
          <p:nvSpPr>
            <p:cNvPr id="59" name="Shape 43"/>
            <p:cNvSpPr/>
            <p:nvPr/>
          </p:nvSpPr>
          <p:spPr>
            <a:xfrm>
              <a:off x="548640" y="4450080"/>
              <a:ext cx="3373120" cy="24384"/>
            </a:xfrm>
            <a:prstGeom prst="rect">
              <a:avLst/>
            </a:prstGeom>
            <a:solidFill>
              <a:srgbClr val="E0E8E4"/>
            </a:solidFill>
            <a:ln/>
          </p:spPr>
          <p:txBody>
            <a:bodyPr/>
            <a:lstStyle/>
            <a:p>
              <a:endParaRPr lang="ar-EG" sz="3200" noProof="0" dirty="0">
                <a:latin typeface="Sakkal Majalla" panose="02000000000000000000" pitchFamily="2" charset="-78"/>
                <a:cs typeface="Sakkal Majalla" panose="02000000000000000000" pitchFamily="2" charset="-78"/>
              </a:endParaRPr>
            </a:p>
          </p:txBody>
        </p:sp>
        <p:sp>
          <p:nvSpPr>
            <p:cNvPr id="60" name="Text 44"/>
            <p:cNvSpPr/>
            <p:nvPr/>
          </p:nvSpPr>
          <p:spPr>
            <a:xfrm>
              <a:off x="548640" y="4535424"/>
              <a:ext cx="3373120" cy="1341120"/>
            </a:xfrm>
            <a:prstGeom prst="rect">
              <a:avLst/>
            </a:prstGeom>
            <a:noFill/>
            <a:ln/>
          </p:spPr>
          <p:txBody>
            <a:bodyPr wrap="square" rtlCol="0" anchor="t"/>
            <a:lstStyle/>
            <a:p>
              <a:pPr algn="r" rtl="1"/>
              <a:r>
                <a:rPr lang="ar-EG" noProof="0" dirty="0">
                  <a:solidFill>
                    <a:srgbClr val="1C2B22"/>
                  </a:solidFill>
                  <a:latin typeface="Sakkal Majalla" panose="02000000000000000000" pitchFamily="2" charset="-78"/>
                  <a:ea typeface="Arial" pitchFamily="34" charset="-122"/>
                  <a:cs typeface="Sakkal Majalla" panose="02000000000000000000" pitchFamily="2" charset="-78"/>
                </a:rPr>
                <a:t>كل لائحة تُترجم إلى سياسة داخلية وإجراءات تشغيلية وتوزيع مسؤوليات ومتابعة الالتزام دورياً.</a:t>
              </a:r>
              <a:endParaRPr lang="ar-EG" noProof="0" dirty="0">
                <a:latin typeface="Sakkal Majalla" panose="02000000000000000000" pitchFamily="2" charset="-78"/>
                <a:cs typeface="Sakkal Majalla" panose="02000000000000000000" pitchFamily="2" charset="-78"/>
              </a:endParaRPr>
            </a:p>
          </p:txBody>
        </p:sp>
      </p:grpSp>
    </p:spTree>
    <p:extLst>
      <p:ext uri="{BB962C8B-B14F-4D97-AF65-F5344CB8AC3E}">
        <p14:creationId xmlns:p14="http://schemas.microsoft.com/office/powerpoint/2010/main" val="2383634751"/>
      </p:ext>
    </p:extLst>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65E113-D19C-A288-F72B-C34695CC1FF4}"/>
            </a:ext>
          </a:extLst>
        </p:cNvPr>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5C7EF22B-E778-907E-D15A-F31126AF4006}"/>
              </a:ext>
            </a:extLst>
          </p:cNvPr>
          <p:cNvGraphicFramePr>
            <a:graphicFrameLocks noChangeAspect="1"/>
          </p:cNvGraphicFramePr>
          <p:nvPr>
            <p:custDataLst>
              <p:tags r:id="rId1"/>
            </p:custDataLst>
          </p:nvPr>
        </p:nvGraphicFramePr>
        <p:xfrm>
          <a:off x="11163" y="1489"/>
          <a:ext cx="1489" cy="1489"/>
        </p:xfrm>
        <a:graphic>
          <a:graphicData uri="http://schemas.openxmlformats.org/presentationml/2006/ole">
            <mc:AlternateContent xmlns:mc="http://schemas.openxmlformats.org/markup-compatibility/2006">
              <mc:Choice xmlns:v="urn:schemas-microsoft-com:vml" Requires="v">
                <p:oleObj name="think-cell Slide" r:id="rId4" imgW="395" imgH="396" progId="TCLayout.ActiveDocument.1">
                  <p:embed/>
                </p:oleObj>
              </mc:Choice>
              <mc:Fallback>
                <p:oleObj name="think-cell Slide" r:id="rId4" imgW="395" imgH="396" progId="TCLayout.ActiveDocument.1">
                  <p:embed/>
                  <p:pic>
                    <p:nvPicPr>
                      <p:cNvPr id="4" name="Object 3" hidden="1">
                        <a:extLst>
                          <a:ext uri="{FF2B5EF4-FFF2-40B4-BE49-F238E27FC236}">
                            <a16:creationId xmlns:a16="http://schemas.microsoft.com/office/drawing/2014/main" id="{9A4506A7-33ED-F7D8-DD3A-D3FD67C19605}"/>
                          </a:ext>
                        </a:extLst>
                      </p:cNvPr>
                      <p:cNvPicPr/>
                      <p:nvPr/>
                    </p:nvPicPr>
                    <p:blipFill>
                      <a:blip r:embed="rId5"/>
                      <a:stretch>
                        <a:fillRect/>
                      </a:stretch>
                    </p:blipFill>
                    <p:spPr>
                      <a:xfrm>
                        <a:off x="11163" y="1489"/>
                        <a:ext cx="1489" cy="1489"/>
                      </a:xfrm>
                      <a:prstGeom prst="rect">
                        <a:avLst/>
                      </a:prstGeom>
                    </p:spPr>
                  </p:pic>
                </p:oleObj>
              </mc:Fallback>
            </mc:AlternateContent>
          </a:graphicData>
        </a:graphic>
      </p:graphicFrame>
      <p:sp>
        <p:nvSpPr>
          <p:cNvPr id="2" name="Text Placeholder 1">
            <a:extLst>
              <a:ext uri="{FF2B5EF4-FFF2-40B4-BE49-F238E27FC236}">
                <a16:creationId xmlns:a16="http://schemas.microsoft.com/office/drawing/2014/main" id="{29F21A92-CD8D-0B09-7AFC-640B95CEFD75}"/>
              </a:ext>
            </a:extLst>
          </p:cNvPr>
          <p:cNvSpPr txBox="1">
            <a:spLocks/>
          </p:cNvSpPr>
          <p:nvPr/>
        </p:nvSpPr>
        <p:spPr>
          <a:xfrm>
            <a:off x="5495081" y="159153"/>
            <a:ext cx="6389688" cy="523220"/>
          </a:xfrm>
          <a:prstGeom prst="rect">
            <a:avLst/>
          </a:prstGeom>
        </p:spPr>
        <p:txBody>
          <a:bodyPr vert="horz" lIns="91440" tIns="45720" rIns="91440" bIns="45720" rtlCol="0">
            <a:spAutoFit/>
          </a:bodyPr>
          <a:lstStyle>
            <a:lvl1pPr marL="0" indent="0" algn="r" defTabSz="685800" rtl="1" eaLnBrk="1" latinLnBrk="0" hangingPunct="1">
              <a:lnSpc>
                <a:spcPct val="100000"/>
              </a:lnSpc>
              <a:spcBef>
                <a:spcPts val="750"/>
              </a:spcBef>
              <a:buFont typeface="Arial" panose="020B0604020202020204" pitchFamily="34" charset="0"/>
              <a:buNone/>
              <a:defRPr sz="2000" b="1" kern="1200">
                <a:solidFill>
                  <a:schemeClr val="accent3"/>
                </a:solidFill>
                <a:latin typeface="+mn-lt"/>
                <a:ea typeface="+mn-ea"/>
                <a:cs typeface="+mj-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defRPr/>
            </a:pPr>
            <a:r>
              <a:rPr lang="ar-EG" sz="2800" dirty="0">
                <a:solidFill>
                  <a:srgbClr val="008658"/>
                </a:solidFill>
                <a:latin typeface="Calibri" pitchFamily="34" charset="0"/>
                <a:cs typeface="Calibri" pitchFamily="34" charset="-120"/>
              </a:rPr>
              <a:t>صياغة وتطوير السياسات الصحية</a:t>
            </a:r>
          </a:p>
        </p:txBody>
      </p:sp>
      <p:grpSp>
        <p:nvGrpSpPr>
          <p:cNvPr id="3" name="Group 2">
            <a:extLst>
              <a:ext uri="{FF2B5EF4-FFF2-40B4-BE49-F238E27FC236}">
                <a16:creationId xmlns:a16="http://schemas.microsoft.com/office/drawing/2014/main" id="{C04D8E33-90BC-D381-FA68-9A362ECC35A3}"/>
              </a:ext>
            </a:extLst>
          </p:cNvPr>
          <p:cNvGrpSpPr/>
          <p:nvPr/>
        </p:nvGrpSpPr>
        <p:grpSpPr>
          <a:xfrm>
            <a:off x="426720" y="1341120"/>
            <a:ext cx="11338560" cy="4693920"/>
            <a:chOff x="426720" y="1341120"/>
            <a:chExt cx="11338560" cy="4693920"/>
          </a:xfrm>
        </p:grpSpPr>
        <p:sp>
          <p:nvSpPr>
            <p:cNvPr id="5" name="Shape 3"/>
            <p:cNvSpPr/>
            <p:nvPr/>
          </p:nvSpPr>
          <p:spPr>
            <a:xfrm>
              <a:off x="6217920" y="1341120"/>
              <a:ext cx="5547360" cy="225552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ar-EG" sz="3200" noProof="0" dirty="0">
                <a:latin typeface="Sakkal Majalla" panose="02000000000000000000" pitchFamily="2" charset="-78"/>
                <a:cs typeface="Sakkal Majalla" panose="02000000000000000000" pitchFamily="2" charset="-78"/>
              </a:endParaRPr>
            </a:p>
          </p:txBody>
        </p:sp>
        <p:sp>
          <p:nvSpPr>
            <p:cNvPr id="6" name="Shape 4"/>
            <p:cNvSpPr/>
            <p:nvPr/>
          </p:nvSpPr>
          <p:spPr>
            <a:xfrm>
              <a:off x="6217920" y="1341120"/>
              <a:ext cx="5547360" cy="73152"/>
            </a:xfrm>
            <a:prstGeom prst="rect">
              <a:avLst/>
            </a:prstGeom>
            <a:solidFill>
              <a:srgbClr val="2E7D52"/>
            </a:solidFill>
            <a:ln/>
          </p:spPr>
          <p:txBody>
            <a:bodyPr/>
            <a:lstStyle/>
            <a:p>
              <a:endParaRPr lang="ar-EG" sz="3200" noProof="0" dirty="0">
                <a:latin typeface="Sakkal Majalla" panose="02000000000000000000" pitchFamily="2" charset="-78"/>
                <a:cs typeface="Sakkal Majalla" panose="02000000000000000000" pitchFamily="2" charset="-78"/>
              </a:endParaRPr>
            </a:p>
          </p:txBody>
        </p:sp>
        <p:sp>
          <p:nvSpPr>
            <p:cNvPr id="7" name="Shape 5"/>
            <p:cNvSpPr/>
            <p:nvPr/>
          </p:nvSpPr>
          <p:spPr>
            <a:xfrm>
              <a:off x="11131296" y="1487424"/>
              <a:ext cx="463296" cy="463296"/>
            </a:xfrm>
            <a:prstGeom prst="ellipse">
              <a:avLst/>
            </a:prstGeom>
            <a:solidFill>
              <a:srgbClr val="2E7D52"/>
            </a:solidFill>
            <a:ln w="12700">
              <a:solidFill>
                <a:srgbClr val="2E7D52"/>
              </a:solidFill>
              <a:prstDash val="solid"/>
            </a:ln>
          </p:spPr>
          <p:txBody>
            <a:bodyPr/>
            <a:lstStyle/>
            <a:p>
              <a:endParaRPr lang="ar-EG" sz="3200" noProof="0" dirty="0">
                <a:latin typeface="Sakkal Majalla" panose="02000000000000000000" pitchFamily="2" charset="-78"/>
                <a:cs typeface="Sakkal Majalla" panose="02000000000000000000" pitchFamily="2" charset="-78"/>
              </a:endParaRPr>
            </a:p>
          </p:txBody>
        </p:sp>
        <p:sp>
          <p:nvSpPr>
            <p:cNvPr id="8" name="Text 6"/>
            <p:cNvSpPr/>
            <p:nvPr/>
          </p:nvSpPr>
          <p:spPr>
            <a:xfrm>
              <a:off x="11131296" y="1499616"/>
              <a:ext cx="463296" cy="438912"/>
            </a:xfrm>
            <a:prstGeom prst="rect">
              <a:avLst/>
            </a:prstGeom>
            <a:noFill/>
            <a:ln/>
          </p:spPr>
          <p:txBody>
            <a:bodyPr wrap="square" rtlCol="0" anchor="ctr"/>
            <a:lstStyle/>
            <a:p>
              <a:pPr algn="ctr"/>
              <a:r>
                <a:rPr lang="ar-EG" sz="2000" b="1" noProof="0" dirty="0">
                  <a:solidFill>
                    <a:srgbClr val="FFFFFF"/>
                  </a:solidFill>
                  <a:latin typeface="Sakkal Majalla" panose="02000000000000000000" pitchFamily="2" charset="-78"/>
                  <a:ea typeface="Calibri" pitchFamily="34" charset="-122"/>
                  <a:cs typeface="Sakkal Majalla" panose="02000000000000000000" pitchFamily="2" charset="-78"/>
                </a:rPr>
                <a:t>1</a:t>
              </a:r>
              <a:endParaRPr lang="ar-EG" sz="2000" noProof="0" dirty="0">
                <a:latin typeface="Sakkal Majalla" panose="02000000000000000000" pitchFamily="2" charset="-78"/>
                <a:cs typeface="Sakkal Majalla" panose="02000000000000000000" pitchFamily="2" charset="-78"/>
              </a:endParaRPr>
            </a:p>
          </p:txBody>
        </p:sp>
        <p:sp>
          <p:nvSpPr>
            <p:cNvPr id="9" name="Text 7"/>
            <p:cNvSpPr/>
            <p:nvPr/>
          </p:nvSpPr>
          <p:spPr>
            <a:xfrm>
              <a:off x="6339840" y="1463040"/>
              <a:ext cx="4693920" cy="512064"/>
            </a:xfrm>
            <a:prstGeom prst="rect">
              <a:avLst/>
            </a:prstGeom>
            <a:noFill/>
            <a:ln/>
          </p:spPr>
          <p:txBody>
            <a:bodyPr wrap="square" rtlCol="0" anchor="ctr"/>
            <a:lstStyle/>
            <a:p>
              <a:pPr algn="r" rtl="1"/>
              <a:r>
                <a:rPr lang="ar-EG" sz="2000" b="1" noProof="0" dirty="0">
                  <a:solidFill>
                    <a:srgbClr val="2E7D52"/>
                  </a:solidFill>
                  <a:latin typeface="Sakkal Majalla" panose="02000000000000000000" pitchFamily="2" charset="-78"/>
                  <a:ea typeface="Arial" pitchFamily="34" charset="-122"/>
                  <a:cs typeface="Sakkal Majalla" panose="02000000000000000000" pitchFamily="2" charset="-78"/>
                </a:rPr>
                <a:t>تعريف السياسة الصحية</a:t>
              </a:r>
              <a:endParaRPr lang="ar-EG" sz="2000" noProof="0" dirty="0">
                <a:latin typeface="Sakkal Majalla" panose="02000000000000000000" pitchFamily="2" charset="-78"/>
                <a:cs typeface="Sakkal Majalla" panose="02000000000000000000" pitchFamily="2" charset="-78"/>
              </a:endParaRPr>
            </a:p>
          </p:txBody>
        </p:sp>
        <p:sp>
          <p:nvSpPr>
            <p:cNvPr id="10" name="Shape 8"/>
            <p:cNvSpPr/>
            <p:nvPr/>
          </p:nvSpPr>
          <p:spPr>
            <a:xfrm>
              <a:off x="6339840" y="2011680"/>
              <a:ext cx="5303520" cy="24384"/>
            </a:xfrm>
            <a:prstGeom prst="rect">
              <a:avLst/>
            </a:prstGeom>
            <a:solidFill>
              <a:srgbClr val="E0E8E4"/>
            </a:solidFill>
            <a:ln/>
          </p:spPr>
          <p:txBody>
            <a:bodyPr/>
            <a:lstStyle/>
            <a:p>
              <a:endParaRPr lang="ar-EG" sz="3200" noProof="0" dirty="0">
                <a:latin typeface="Sakkal Majalla" panose="02000000000000000000" pitchFamily="2" charset="-78"/>
                <a:cs typeface="Sakkal Majalla" panose="02000000000000000000" pitchFamily="2" charset="-78"/>
              </a:endParaRPr>
            </a:p>
          </p:txBody>
        </p:sp>
        <p:sp>
          <p:nvSpPr>
            <p:cNvPr id="11" name="Text 9"/>
            <p:cNvSpPr/>
            <p:nvPr/>
          </p:nvSpPr>
          <p:spPr>
            <a:xfrm>
              <a:off x="6339840" y="2097024"/>
              <a:ext cx="5303520" cy="1341120"/>
            </a:xfrm>
            <a:prstGeom prst="rect">
              <a:avLst/>
            </a:prstGeom>
            <a:noFill/>
            <a:ln/>
          </p:spPr>
          <p:txBody>
            <a:bodyPr wrap="square" rtlCol="0" anchor="t"/>
            <a:lstStyle/>
            <a:p>
              <a:pPr algn="r" rtl="1"/>
              <a:r>
                <a:rPr lang="ar-EG" noProof="0" dirty="0">
                  <a:solidFill>
                    <a:srgbClr val="1C2B22"/>
                  </a:solidFill>
                  <a:latin typeface="Sakkal Majalla" panose="02000000000000000000" pitchFamily="2" charset="-78"/>
                  <a:ea typeface="Arial" pitchFamily="34" charset="-122"/>
                  <a:cs typeface="Sakkal Majalla" panose="02000000000000000000" pitchFamily="2" charset="-78"/>
                </a:rPr>
                <a:t>وثيقة رسمية تحدد كيفية التعامل في موضوع معين داخل المنشأة لضمان الاتساق في الأداء والامتثال للأنظمة وتحقيق الجودة.</a:t>
              </a:r>
              <a:endParaRPr lang="ar-EG" noProof="0" dirty="0">
                <a:latin typeface="Sakkal Majalla" panose="02000000000000000000" pitchFamily="2" charset="-78"/>
                <a:cs typeface="Sakkal Majalla" panose="02000000000000000000" pitchFamily="2" charset="-78"/>
              </a:endParaRPr>
            </a:p>
          </p:txBody>
        </p:sp>
        <p:sp>
          <p:nvSpPr>
            <p:cNvPr id="12" name="Shape 10"/>
            <p:cNvSpPr/>
            <p:nvPr/>
          </p:nvSpPr>
          <p:spPr>
            <a:xfrm>
              <a:off x="426720" y="1341120"/>
              <a:ext cx="5547360" cy="225552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ar-EG" sz="3200" noProof="0" dirty="0">
                <a:latin typeface="Sakkal Majalla" panose="02000000000000000000" pitchFamily="2" charset="-78"/>
                <a:cs typeface="Sakkal Majalla" panose="02000000000000000000" pitchFamily="2" charset="-78"/>
              </a:endParaRPr>
            </a:p>
          </p:txBody>
        </p:sp>
        <p:sp>
          <p:nvSpPr>
            <p:cNvPr id="13" name="Shape 11"/>
            <p:cNvSpPr/>
            <p:nvPr/>
          </p:nvSpPr>
          <p:spPr>
            <a:xfrm>
              <a:off x="426720" y="1341120"/>
              <a:ext cx="5547360" cy="73152"/>
            </a:xfrm>
            <a:prstGeom prst="rect">
              <a:avLst/>
            </a:prstGeom>
            <a:solidFill>
              <a:srgbClr val="2E7D52"/>
            </a:solidFill>
            <a:ln/>
          </p:spPr>
          <p:txBody>
            <a:bodyPr/>
            <a:lstStyle/>
            <a:p>
              <a:endParaRPr lang="ar-EG" sz="3200" noProof="0" dirty="0">
                <a:latin typeface="Sakkal Majalla" panose="02000000000000000000" pitchFamily="2" charset="-78"/>
                <a:cs typeface="Sakkal Majalla" panose="02000000000000000000" pitchFamily="2" charset="-78"/>
              </a:endParaRPr>
            </a:p>
          </p:txBody>
        </p:sp>
        <p:sp>
          <p:nvSpPr>
            <p:cNvPr id="14" name="Shape 12"/>
            <p:cNvSpPr/>
            <p:nvPr/>
          </p:nvSpPr>
          <p:spPr>
            <a:xfrm>
              <a:off x="5340096" y="1487424"/>
              <a:ext cx="463296" cy="463296"/>
            </a:xfrm>
            <a:prstGeom prst="ellipse">
              <a:avLst/>
            </a:prstGeom>
            <a:solidFill>
              <a:srgbClr val="2E7D52"/>
            </a:solidFill>
            <a:ln w="12700">
              <a:solidFill>
                <a:srgbClr val="2E7D52"/>
              </a:solidFill>
              <a:prstDash val="solid"/>
            </a:ln>
          </p:spPr>
          <p:txBody>
            <a:bodyPr/>
            <a:lstStyle/>
            <a:p>
              <a:endParaRPr lang="ar-EG" sz="3200" noProof="0" dirty="0">
                <a:latin typeface="Sakkal Majalla" panose="02000000000000000000" pitchFamily="2" charset="-78"/>
                <a:cs typeface="Sakkal Majalla" panose="02000000000000000000" pitchFamily="2" charset="-78"/>
              </a:endParaRPr>
            </a:p>
          </p:txBody>
        </p:sp>
        <p:sp>
          <p:nvSpPr>
            <p:cNvPr id="15" name="Text 13"/>
            <p:cNvSpPr/>
            <p:nvPr/>
          </p:nvSpPr>
          <p:spPr>
            <a:xfrm>
              <a:off x="5340096" y="1499616"/>
              <a:ext cx="463296" cy="438912"/>
            </a:xfrm>
            <a:prstGeom prst="rect">
              <a:avLst/>
            </a:prstGeom>
            <a:noFill/>
            <a:ln/>
          </p:spPr>
          <p:txBody>
            <a:bodyPr wrap="square" rtlCol="0" anchor="ctr"/>
            <a:lstStyle/>
            <a:p>
              <a:pPr algn="ctr"/>
              <a:r>
                <a:rPr lang="ar-EG" sz="2000" b="1" noProof="0" dirty="0">
                  <a:solidFill>
                    <a:srgbClr val="FFFFFF"/>
                  </a:solidFill>
                  <a:latin typeface="Sakkal Majalla" panose="02000000000000000000" pitchFamily="2" charset="-78"/>
                  <a:ea typeface="Calibri" pitchFamily="34" charset="-122"/>
                  <a:cs typeface="Sakkal Majalla" panose="02000000000000000000" pitchFamily="2" charset="-78"/>
                </a:rPr>
                <a:t>2</a:t>
              </a:r>
              <a:endParaRPr lang="ar-EG" sz="2000" noProof="0" dirty="0">
                <a:latin typeface="Sakkal Majalla" panose="02000000000000000000" pitchFamily="2" charset="-78"/>
                <a:cs typeface="Sakkal Majalla" panose="02000000000000000000" pitchFamily="2" charset="-78"/>
              </a:endParaRPr>
            </a:p>
          </p:txBody>
        </p:sp>
        <p:sp>
          <p:nvSpPr>
            <p:cNvPr id="16" name="Text 14"/>
            <p:cNvSpPr/>
            <p:nvPr/>
          </p:nvSpPr>
          <p:spPr>
            <a:xfrm>
              <a:off x="548640" y="1463040"/>
              <a:ext cx="4693920" cy="512064"/>
            </a:xfrm>
            <a:prstGeom prst="rect">
              <a:avLst/>
            </a:prstGeom>
            <a:noFill/>
            <a:ln/>
          </p:spPr>
          <p:txBody>
            <a:bodyPr wrap="square" rtlCol="0" anchor="ctr"/>
            <a:lstStyle/>
            <a:p>
              <a:pPr algn="r" rtl="1"/>
              <a:r>
                <a:rPr lang="ar-EG" sz="2000" b="1" noProof="0" dirty="0">
                  <a:solidFill>
                    <a:srgbClr val="2E7D52"/>
                  </a:solidFill>
                  <a:latin typeface="Sakkal Majalla" panose="02000000000000000000" pitchFamily="2" charset="-78"/>
                  <a:ea typeface="Arial" pitchFamily="34" charset="-122"/>
                  <a:cs typeface="Sakkal Majalla" panose="02000000000000000000" pitchFamily="2" charset="-78"/>
                </a:rPr>
                <a:t>مراحل الصياغة</a:t>
              </a:r>
              <a:endParaRPr lang="ar-EG" sz="2000" noProof="0" dirty="0">
                <a:latin typeface="Sakkal Majalla" panose="02000000000000000000" pitchFamily="2" charset="-78"/>
                <a:cs typeface="Sakkal Majalla" panose="02000000000000000000" pitchFamily="2" charset="-78"/>
              </a:endParaRPr>
            </a:p>
          </p:txBody>
        </p:sp>
        <p:sp>
          <p:nvSpPr>
            <p:cNvPr id="17" name="Shape 15"/>
            <p:cNvSpPr/>
            <p:nvPr/>
          </p:nvSpPr>
          <p:spPr>
            <a:xfrm>
              <a:off x="548640" y="2011680"/>
              <a:ext cx="5303520" cy="24384"/>
            </a:xfrm>
            <a:prstGeom prst="rect">
              <a:avLst/>
            </a:prstGeom>
            <a:solidFill>
              <a:srgbClr val="E0E8E4"/>
            </a:solidFill>
            <a:ln/>
          </p:spPr>
          <p:txBody>
            <a:bodyPr/>
            <a:lstStyle/>
            <a:p>
              <a:endParaRPr lang="ar-EG" sz="3200" noProof="0" dirty="0">
                <a:latin typeface="Sakkal Majalla" panose="02000000000000000000" pitchFamily="2" charset="-78"/>
                <a:cs typeface="Sakkal Majalla" panose="02000000000000000000" pitchFamily="2" charset="-78"/>
              </a:endParaRPr>
            </a:p>
          </p:txBody>
        </p:sp>
        <p:sp>
          <p:nvSpPr>
            <p:cNvPr id="18" name="Text 16"/>
            <p:cNvSpPr/>
            <p:nvPr/>
          </p:nvSpPr>
          <p:spPr>
            <a:xfrm>
              <a:off x="548640" y="2097024"/>
              <a:ext cx="5303520" cy="1341120"/>
            </a:xfrm>
            <a:prstGeom prst="rect">
              <a:avLst/>
            </a:prstGeom>
            <a:noFill/>
            <a:ln/>
          </p:spPr>
          <p:txBody>
            <a:bodyPr wrap="square" rtlCol="0" anchor="t"/>
            <a:lstStyle/>
            <a:p>
              <a:pPr algn="r" rtl="1"/>
              <a:r>
                <a:rPr lang="ar-EG" noProof="0" dirty="0">
                  <a:solidFill>
                    <a:srgbClr val="1C2B22"/>
                  </a:solidFill>
                  <a:latin typeface="Sakkal Majalla" panose="02000000000000000000" pitchFamily="2" charset="-78"/>
                  <a:ea typeface="Arial" pitchFamily="34" charset="-122"/>
                  <a:cs typeface="Sakkal Majalla" panose="02000000000000000000" pitchFamily="2" charset="-78"/>
                </a:rPr>
                <a:t>تحديد الحاجة أو المشكلة - مراجعة الأنظمة ذات الصلة - صياغة السياسة (الهدف، النطاق، المسؤوليات، الإجراءات) - الاعتماد والتطبيق.</a:t>
              </a:r>
              <a:endParaRPr lang="ar-EG" noProof="0" dirty="0">
                <a:latin typeface="Sakkal Majalla" panose="02000000000000000000" pitchFamily="2" charset="-78"/>
                <a:cs typeface="Sakkal Majalla" panose="02000000000000000000" pitchFamily="2" charset="-78"/>
              </a:endParaRPr>
            </a:p>
          </p:txBody>
        </p:sp>
        <p:sp>
          <p:nvSpPr>
            <p:cNvPr id="19" name="Shape 17"/>
            <p:cNvSpPr/>
            <p:nvPr/>
          </p:nvSpPr>
          <p:spPr>
            <a:xfrm>
              <a:off x="6217920" y="3779520"/>
              <a:ext cx="5547360" cy="225552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ar-EG" sz="3200" noProof="0" dirty="0">
                <a:latin typeface="Sakkal Majalla" panose="02000000000000000000" pitchFamily="2" charset="-78"/>
                <a:cs typeface="Sakkal Majalla" panose="02000000000000000000" pitchFamily="2" charset="-78"/>
              </a:endParaRPr>
            </a:p>
          </p:txBody>
        </p:sp>
        <p:sp>
          <p:nvSpPr>
            <p:cNvPr id="20" name="Shape 18"/>
            <p:cNvSpPr/>
            <p:nvPr/>
          </p:nvSpPr>
          <p:spPr>
            <a:xfrm>
              <a:off x="6217920" y="3779520"/>
              <a:ext cx="5547360" cy="73152"/>
            </a:xfrm>
            <a:prstGeom prst="rect">
              <a:avLst/>
            </a:prstGeom>
            <a:solidFill>
              <a:srgbClr val="2E7D52"/>
            </a:solidFill>
            <a:ln/>
          </p:spPr>
          <p:txBody>
            <a:bodyPr/>
            <a:lstStyle/>
            <a:p>
              <a:endParaRPr lang="ar-EG" sz="3200" noProof="0" dirty="0">
                <a:latin typeface="Sakkal Majalla" panose="02000000000000000000" pitchFamily="2" charset="-78"/>
                <a:cs typeface="Sakkal Majalla" panose="02000000000000000000" pitchFamily="2" charset="-78"/>
              </a:endParaRPr>
            </a:p>
          </p:txBody>
        </p:sp>
        <p:sp>
          <p:nvSpPr>
            <p:cNvPr id="21" name="Shape 19"/>
            <p:cNvSpPr/>
            <p:nvPr/>
          </p:nvSpPr>
          <p:spPr>
            <a:xfrm>
              <a:off x="11131296" y="3925824"/>
              <a:ext cx="463296" cy="463296"/>
            </a:xfrm>
            <a:prstGeom prst="ellipse">
              <a:avLst/>
            </a:prstGeom>
            <a:solidFill>
              <a:srgbClr val="2E7D52"/>
            </a:solidFill>
            <a:ln w="12700">
              <a:solidFill>
                <a:srgbClr val="2E7D52"/>
              </a:solidFill>
              <a:prstDash val="solid"/>
            </a:ln>
          </p:spPr>
          <p:txBody>
            <a:bodyPr/>
            <a:lstStyle/>
            <a:p>
              <a:endParaRPr lang="ar-EG" sz="3200" noProof="0" dirty="0">
                <a:latin typeface="Sakkal Majalla" panose="02000000000000000000" pitchFamily="2" charset="-78"/>
                <a:cs typeface="Sakkal Majalla" panose="02000000000000000000" pitchFamily="2" charset="-78"/>
              </a:endParaRPr>
            </a:p>
          </p:txBody>
        </p:sp>
        <p:sp>
          <p:nvSpPr>
            <p:cNvPr id="22" name="Text 20"/>
            <p:cNvSpPr/>
            <p:nvPr/>
          </p:nvSpPr>
          <p:spPr>
            <a:xfrm>
              <a:off x="11131296" y="3938016"/>
              <a:ext cx="463296" cy="438912"/>
            </a:xfrm>
            <a:prstGeom prst="rect">
              <a:avLst/>
            </a:prstGeom>
            <a:noFill/>
            <a:ln/>
          </p:spPr>
          <p:txBody>
            <a:bodyPr wrap="square" rtlCol="0" anchor="ctr"/>
            <a:lstStyle/>
            <a:p>
              <a:pPr algn="ctr"/>
              <a:r>
                <a:rPr lang="ar-EG" sz="2000" b="1" noProof="0" dirty="0">
                  <a:solidFill>
                    <a:srgbClr val="FFFFFF"/>
                  </a:solidFill>
                  <a:latin typeface="Sakkal Majalla" panose="02000000000000000000" pitchFamily="2" charset="-78"/>
                  <a:ea typeface="Calibri" pitchFamily="34" charset="-122"/>
                  <a:cs typeface="Sakkal Majalla" panose="02000000000000000000" pitchFamily="2" charset="-78"/>
                </a:rPr>
                <a:t>3</a:t>
              </a:r>
              <a:endParaRPr lang="ar-EG" sz="2000" noProof="0" dirty="0">
                <a:latin typeface="Sakkal Majalla" panose="02000000000000000000" pitchFamily="2" charset="-78"/>
                <a:cs typeface="Sakkal Majalla" panose="02000000000000000000" pitchFamily="2" charset="-78"/>
              </a:endParaRPr>
            </a:p>
          </p:txBody>
        </p:sp>
        <p:sp>
          <p:nvSpPr>
            <p:cNvPr id="23" name="Text 21"/>
            <p:cNvSpPr/>
            <p:nvPr/>
          </p:nvSpPr>
          <p:spPr>
            <a:xfrm>
              <a:off x="6339840" y="3901440"/>
              <a:ext cx="4693920" cy="512064"/>
            </a:xfrm>
            <a:prstGeom prst="rect">
              <a:avLst/>
            </a:prstGeom>
            <a:noFill/>
            <a:ln/>
          </p:spPr>
          <p:txBody>
            <a:bodyPr wrap="square" rtlCol="0" anchor="ctr"/>
            <a:lstStyle/>
            <a:p>
              <a:pPr algn="r" rtl="1"/>
              <a:r>
                <a:rPr lang="ar-EG" sz="2000" b="1" noProof="0" dirty="0">
                  <a:solidFill>
                    <a:srgbClr val="2E7D52"/>
                  </a:solidFill>
                  <a:latin typeface="Sakkal Majalla" panose="02000000000000000000" pitchFamily="2" charset="-78"/>
                  <a:ea typeface="Arial" pitchFamily="34" charset="-122"/>
                  <a:cs typeface="Sakkal Majalla" panose="02000000000000000000" pitchFamily="2" charset="-78"/>
                </a:rPr>
                <a:t>التطوير الدوري</a:t>
              </a:r>
              <a:endParaRPr lang="ar-EG" sz="2000" noProof="0" dirty="0">
                <a:latin typeface="Sakkal Majalla" panose="02000000000000000000" pitchFamily="2" charset="-78"/>
                <a:cs typeface="Sakkal Majalla" panose="02000000000000000000" pitchFamily="2" charset="-78"/>
              </a:endParaRPr>
            </a:p>
          </p:txBody>
        </p:sp>
        <p:sp>
          <p:nvSpPr>
            <p:cNvPr id="24" name="Shape 22"/>
            <p:cNvSpPr/>
            <p:nvPr/>
          </p:nvSpPr>
          <p:spPr>
            <a:xfrm>
              <a:off x="6339840" y="4450080"/>
              <a:ext cx="5303520" cy="24384"/>
            </a:xfrm>
            <a:prstGeom prst="rect">
              <a:avLst/>
            </a:prstGeom>
            <a:solidFill>
              <a:srgbClr val="E0E8E4"/>
            </a:solidFill>
            <a:ln/>
          </p:spPr>
          <p:txBody>
            <a:bodyPr/>
            <a:lstStyle/>
            <a:p>
              <a:endParaRPr lang="ar-EG" sz="3200" noProof="0" dirty="0">
                <a:latin typeface="Sakkal Majalla" panose="02000000000000000000" pitchFamily="2" charset="-78"/>
                <a:cs typeface="Sakkal Majalla" panose="02000000000000000000" pitchFamily="2" charset="-78"/>
              </a:endParaRPr>
            </a:p>
          </p:txBody>
        </p:sp>
        <p:sp>
          <p:nvSpPr>
            <p:cNvPr id="25" name="Text 23"/>
            <p:cNvSpPr/>
            <p:nvPr/>
          </p:nvSpPr>
          <p:spPr>
            <a:xfrm>
              <a:off x="6339840" y="4535424"/>
              <a:ext cx="5303520" cy="1341120"/>
            </a:xfrm>
            <a:prstGeom prst="rect">
              <a:avLst/>
            </a:prstGeom>
            <a:noFill/>
            <a:ln/>
          </p:spPr>
          <p:txBody>
            <a:bodyPr wrap="square" rtlCol="0" anchor="t"/>
            <a:lstStyle/>
            <a:p>
              <a:pPr algn="r" rtl="1"/>
              <a:r>
                <a:rPr lang="ar-EG" noProof="0" dirty="0">
                  <a:solidFill>
                    <a:srgbClr val="1C2B22"/>
                  </a:solidFill>
                  <a:latin typeface="Sakkal Majalla" panose="02000000000000000000" pitchFamily="2" charset="-78"/>
                  <a:ea typeface="Arial" pitchFamily="34" charset="-122"/>
                  <a:cs typeface="Sakkal Majalla" panose="02000000000000000000" pitchFamily="2" charset="-78"/>
                </a:rPr>
                <a:t>مراجعة السياسات سنوياً أو عند صدور لوائح جديدة لسد الفجوات وتحسين الأداء وتحديثها بناءً على المستجدات.</a:t>
              </a:r>
              <a:endParaRPr lang="ar-EG" noProof="0" dirty="0">
                <a:latin typeface="Sakkal Majalla" panose="02000000000000000000" pitchFamily="2" charset="-78"/>
                <a:cs typeface="Sakkal Majalla" panose="02000000000000000000" pitchFamily="2" charset="-78"/>
              </a:endParaRPr>
            </a:p>
          </p:txBody>
        </p:sp>
        <p:sp>
          <p:nvSpPr>
            <p:cNvPr id="26" name="Shape 24"/>
            <p:cNvSpPr/>
            <p:nvPr/>
          </p:nvSpPr>
          <p:spPr>
            <a:xfrm>
              <a:off x="426720" y="3779520"/>
              <a:ext cx="5547360" cy="225552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ar-EG" sz="3200" noProof="0" dirty="0">
                <a:latin typeface="Sakkal Majalla" panose="02000000000000000000" pitchFamily="2" charset="-78"/>
                <a:cs typeface="Sakkal Majalla" panose="02000000000000000000" pitchFamily="2" charset="-78"/>
              </a:endParaRPr>
            </a:p>
          </p:txBody>
        </p:sp>
        <p:sp>
          <p:nvSpPr>
            <p:cNvPr id="27" name="Shape 25"/>
            <p:cNvSpPr/>
            <p:nvPr/>
          </p:nvSpPr>
          <p:spPr>
            <a:xfrm>
              <a:off x="426720" y="3779520"/>
              <a:ext cx="5547360" cy="73152"/>
            </a:xfrm>
            <a:prstGeom prst="rect">
              <a:avLst/>
            </a:prstGeom>
            <a:solidFill>
              <a:srgbClr val="2E7D52"/>
            </a:solidFill>
            <a:ln/>
          </p:spPr>
          <p:txBody>
            <a:bodyPr/>
            <a:lstStyle/>
            <a:p>
              <a:endParaRPr lang="ar-EG" sz="3200" noProof="0" dirty="0">
                <a:latin typeface="Sakkal Majalla" panose="02000000000000000000" pitchFamily="2" charset="-78"/>
                <a:cs typeface="Sakkal Majalla" panose="02000000000000000000" pitchFamily="2" charset="-78"/>
              </a:endParaRPr>
            </a:p>
          </p:txBody>
        </p:sp>
        <p:sp>
          <p:nvSpPr>
            <p:cNvPr id="28" name="Shape 26"/>
            <p:cNvSpPr/>
            <p:nvPr/>
          </p:nvSpPr>
          <p:spPr>
            <a:xfrm>
              <a:off x="5340096" y="3925824"/>
              <a:ext cx="463296" cy="463296"/>
            </a:xfrm>
            <a:prstGeom prst="ellipse">
              <a:avLst/>
            </a:prstGeom>
            <a:solidFill>
              <a:srgbClr val="2E7D52"/>
            </a:solidFill>
            <a:ln w="12700">
              <a:solidFill>
                <a:srgbClr val="2E7D52"/>
              </a:solidFill>
              <a:prstDash val="solid"/>
            </a:ln>
          </p:spPr>
          <p:txBody>
            <a:bodyPr/>
            <a:lstStyle/>
            <a:p>
              <a:endParaRPr lang="ar-EG" sz="3200" noProof="0" dirty="0">
                <a:latin typeface="Sakkal Majalla" panose="02000000000000000000" pitchFamily="2" charset="-78"/>
                <a:cs typeface="Sakkal Majalla" panose="02000000000000000000" pitchFamily="2" charset="-78"/>
              </a:endParaRPr>
            </a:p>
          </p:txBody>
        </p:sp>
        <p:sp>
          <p:nvSpPr>
            <p:cNvPr id="29" name="Text 27"/>
            <p:cNvSpPr/>
            <p:nvPr/>
          </p:nvSpPr>
          <p:spPr>
            <a:xfrm>
              <a:off x="5340096" y="3938016"/>
              <a:ext cx="463296" cy="438912"/>
            </a:xfrm>
            <a:prstGeom prst="rect">
              <a:avLst/>
            </a:prstGeom>
            <a:noFill/>
            <a:ln/>
          </p:spPr>
          <p:txBody>
            <a:bodyPr wrap="square" rtlCol="0" anchor="ctr"/>
            <a:lstStyle/>
            <a:p>
              <a:pPr algn="ctr"/>
              <a:r>
                <a:rPr lang="ar-EG" sz="2000" b="1" noProof="0" dirty="0">
                  <a:solidFill>
                    <a:srgbClr val="FFFFFF"/>
                  </a:solidFill>
                  <a:latin typeface="Sakkal Majalla" panose="02000000000000000000" pitchFamily="2" charset="-78"/>
                  <a:ea typeface="Calibri" pitchFamily="34" charset="-122"/>
                  <a:cs typeface="Sakkal Majalla" panose="02000000000000000000" pitchFamily="2" charset="-78"/>
                </a:rPr>
                <a:t>4</a:t>
              </a:r>
              <a:endParaRPr lang="ar-EG" sz="2000" noProof="0" dirty="0">
                <a:latin typeface="Sakkal Majalla" panose="02000000000000000000" pitchFamily="2" charset="-78"/>
                <a:cs typeface="Sakkal Majalla" panose="02000000000000000000" pitchFamily="2" charset="-78"/>
              </a:endParaRPr>
            </a:p>
          </p:txBody>
        </p:sp>
        <p:sp>
          <p:nvSpPr>
            <p:cNvPr id="30" name="Text 28"/>
            <p:cNvSpPr/>
            <p:nvPr/>
          </p:nvSpPr>
          <p:spPr>
            <a:xfrm>
              <a:off x="548640" y="3901440"/>
              <a:ext cx="4693920" cy="512064"/>
            </a:xfrm>
            <a:prstGeom prst="rect">
              <a:avLst/>
            </a:prstGeom>
            <a:noFill/>
            <a:ln/>
          </p:spPr>
          <p:txBody>
            <a:bodyPr wrap="square" rtlCol="0" anchor="ctr"/>
            <a:lstStyle/>
            <a:p>
              <a:pPr algn="r" rtl="1"/>
              <a:r>
                <a:rPr lang="ar-EG" sz="2000" b="1" noProof="0" dirty="0">
                  <a:solidFill>
                    <a:srgbClr val="2E7D52"/>
                  </a:solidFill>
                  <a:latin typeface="Sakkal Majalla" panose="02000000000000000000" pitchFamily="2" charset="-78"/>
                  <a:ea typeface="Arial" pitchFamily="34" charset="-122"/>
                  <a:cs typeface="Sakkal Majalla" panose="02000000000000000000" pitchFamily="2" charset="-78"/>
                </a:rPr>
                <a:t>مثال تطبيقي – مكافحة العدوى</a:t>
              </a:r>
              <a:endParaRPr lang="ar-EG" sz="2000" noProof="0" dirty="0">
                <a:latin typeface="Sakkal Majalla" panose="02000000000000000000" pitchFamily="2" charset="-78"/>
                <a:cs typeface="Sakkal Majalla" panose="02000000000000000000" pitchFamily="2" charset="-78"/>
              </a:endParaRPr>
            </a:p>
          </p:txBody>
        </p:sp>
        <p:sp>
          <p:nvSpPr>
            <p:cNvPr id="31" name="Shape 29"/>
            <p:cNvSpPr/>
            <p:nvPr/>
          </p:nvSpPr>
          <p:spPr>
            <a:xfrm>
              <a:off x="548640" y="4450080"/>
              <a:ext cx="5303520" cy="24384"/>
            </a:xfrm>
            <a:prstGeom prst="rect">
              <a:avLst/>
            </a:prstGeom>
            <a:solidFill>
              <a:srgbClr val="E0E8E4"/>
            </a:solidFill>
            <a:ln/>
          </p:spPr>
          <p:txBody>
            <a:bodyPr/>
            <a:lstStyle/>
            <a:p>
              <a:endParaRPr lang="ar-EG" sz="3200" noProof="0" dirty="0">
                <a:latin typeface="Sakkal Majalla" panose="02000000000000000000" pitchFamily="2" charset="-78"/>
                <a:cs typeface="Sakkal Majalla" panose="02000000000000000000" pitchFamily="2" charset="-78"/>
              </a:endParaRPr>
            </a:p>
          </p:txBody>
        </p:sp>
        <p:sp>
          <p:nvSpPr>
            <p:cNvPr id="32" name="Text 30"/>
            <p:cNvSpPr/>
            <p:nvPr/>
          </p:nvSpPr>
          <p:spPr>
            <a:xfrm>
              <a:off x="548640" y="4535424"/>
              <a:ext cx="5303520" cy="1341120"/>
            </a:xfrm>
            <a:prstGeom prst="rect">
              <a:avLst/>
            </a:prstGeom>
            <a:noFill/>
            <a:ln/>
          </p:spPr>
          <p:txBody>
            <a:bodyPr wrap="square" rtlCol="0" anchor="t"/>
            <a:lstStyle/>
            <a:p>
              <a:pPr algn="r" rtl="1"/>
              <a:r>
                <a:rPr lang="ar-EG" noProof="0" dirty="0">
                  <a:solidFill>
                    <a:srgbClr val="1C2B22"/>
                  </a:solidFill>
                  <a:latin typeface="Sakkal Majalla" panose="02000000000000000000" pitchFamily="2" charset="-78"/>
                  <a:ea typeface="Arial" pitchFamily="34" charset="-122"/>
                  <a:cs typeface="Sakkal Majalla" panose="02000000000000000000" pitchFamily="2" charset="-78"/>
                </a:rPr>
                <a:t>الهدف: ضمان بيئة آمنة | النطاق: جميع الأقسام الطبية | الإجراءات: بروتوكولات الوقاية | المراجعة: سنوياً أو عند حادثة.</a:t>
              </a:r>
              <a:endParaRPr lang="ar-EG" noProof="0" dirty="0">
                <a:latin typeface="Sakkal Majalla" panose="02000000000000000000" pitchFamily="2" charset="-78"/>
                <a:cs typeface="Sakkal Majalla" panose="02000000000000000000" pitchFamily="2" charset="-78"/>
              </a:endParaRPr>
            </a:p>
          </p:txBody>
        </p:sp>
      </p:grpSp>
    </p:spTree>
    <p:extLst>
      <p:ext uri="{BB962C8B-B14F-4D97-AF65-F5344CB8AC3E}">
        <p14:creationId xmlns:p14="http://schemas.microsoft.com/office/powerpoint/2010/main" val="812542575"/>
      </p:ext>
    </p:extLst>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F7C9AF-75DF-0386-1EBD-7359057EF346}"/>
            </a:ext>
          </a:extLst>
        </p:cNvPr>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729044E0-4C34-9CFE-756F-F01856D660C0}"/>
              </a:ext>
            </a:extLst>
          </p:cNvPr>
          <p:cNvGraphicFramePr>
            <a:graphicFrameLocks noChangeAspect="1"/>
          </p:cNvGraphicFramePr>
          <p:nvPr>
            <p:custDataLst>
              <p:tags r:id="rId1"/>
            </p:custDataLst>
          </p:nvPr>
        </p:nvGraphicFramePr>
        <p:xfrm>
          <a:off x="11163" y="1489"/>
          <a:ext cx="1489" cy="1489"/>
        </p:xfrm>
        <a:graphic>
          <a:graphicData uri="http://schemas.openxmlformats.org/presentationml/2006/ole">
            <mc:AlternateContent xmlns:mc="http://schemas.openxmlformats.org/markup-compatibility/2006">
              <mc:Choice xmlns:v="urn:schemas-microsoft-com:vml" Requires="v">
                <p:oleObj name="think-cell Slide" r:id="rId4" imgW="395" imgH="396" progId="TCLayout.ActiveDocument.1">
                  <p:embed/>
                </p:oleObj>
              </mc:Choice>
              <mc:Fallback>
                <p:oleObj name="think-cell Slide" r:id="rId4" imgW="395" imgH="396" progId="TCLayout.ActiveDocument.1">
                  <p:embed/>
                  <p:pic>
                    <p:nvPicPr>
                      <p:cNvPr id="4" name="Object 3" hidden="1">
                        <a:extLst>
                          <a:ext uri="{FF2B5EF4-FFF2-40B4-BE49-F238E27FC236}">
                            <a16:creationId xmlns:a16="http://schemas.microsoft.com/office/drawing/2014/main" id="{9A4506A7-33ED-F7D8-DD3A-D3FD67C19605}"/>
                          </a:ext>
                        </a:extLst>
                      </p:cNvPr>
                      <p:cNvPicPr/>
                      <p:nvPr/>
                    </p:nvPicPr>
                    <p:blipFill>
                      <a:blip r:embed="rId5"/>
                      <a:stretch>
                        <a:fillRect/>
                      </a:stretch>
                    </p:blipFill>
                    <p:spPr>
                      <a:xfrm>
                        <a:off x="11163" y="1489"/>
                        <a:ext cx="1489" cy="1489"/>
                      </a:xfrm>
                      <a:prstGeom prst="rect">
                        <a:avLst/>
                      </a:prstGeom>
                    </p:spPr>
                  </p:pic>
                </p:oleObj>
              </mc:Fallback>
            </mc:AlternateContent>
          </a:graphicData>
        </a:graphic>
      </p:graphicFrame>
      <p:sp>
        <p:nvSpPr>
          <p:cNvPr id="2" name="Text Placeholder 1">
            <a:extLst>
              <a:ext uri="{FF2B5EF4-FFF2-40B4-BE49-F238E27FC236}">
                <a16:creationId xmlns:a16="http://schemas.microsoft.com/office/drawing/2014/main" id="{E1F75624-A93A-9569-481B-EC7870A986E0}"/>
              </a:ext>
            </a:extLst>
          </p:cNvPr>
          <p:cNvSpPr txBox="1">
            <a:spLocks/>
          </p:cNvSpPr>
          <p:nvPr/>
        </p:nvSpPr>
        <p:spPr>
          <a:xfrm>
            <a:off x="5495081" y="159153"/>
            <a:ext cx="6389688" cy="523220"/>
          </a:xfrm>
          <a:prstGeom prst="rect">
            <a:avLst/>
          </a:prstGeom>
        </p:spPr>
        <p:txBody>
          <a:bodyPr vert="horz" lIns="91440" tIns="45720" rIns="91440" bIns="45720" rtlCol="0">
            <a:spAutoFit/>
          </a:bodyPr>
          <a:lstStyle>
            <a:lvl1pPr marL="0" indent="0" algn="r" defTabSz="685800" rtl="1" eaLnBrk="1" latinLnBrk="0" hangingPunct="1">
              <a:lnSpc>
                <a:spcPct val="100000"/>
              </a:lnSpc>
              <a:spcBef>
                <a:spcPts val="750"/>
              </a:spcBef>
              <a:buFont typeface="Arial" panose="020B0604020202020204" pitchFamily="34" charset="0"/>
              <a:buNone/>
              <a:defRPr sz="2000" b="1" kern="1200">
                <a:solidFill>
                  <a:schemeClr val="accent3"/>
                </a:solidFill>
                <a:latin typeface="+mn-lt"/>
                <a:ea typeface="+mn-ea"/>
                <a:cs typeface="+mj-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defRPr/>
            </a:pPr>
            <a:r>
              <a:rPr lang="ar-EG" sz="2800" dirty="0">
                <a:solidFill>
                  <a:srgbClr val="008658"/>
                </a:solidFill>
                <a:latin typeface="Calibri" pitchFamily="34" charset="0"/>
                <a:cs typeface="Calibri" pitchFamily="34" charset="-120"/>
              </a:rPr>
              <a:t>نشاط: تطوير سياسة صحية</a:t>
            </a:r>
          </a:p>
        </p:txBody>
      </p:sp>
      <p:sp>
        <p:nvSpPr>
          <p:cNvPr id="5" name="Shape 3"/>
          <p:cNvSpPr/>
          <p:nvPr/>
        </p:nvSpPr>
        <p:spPr>
          <a:xfrm>
            <a:off x="8152384" y="1280160"/>
            <a:ext cx="3673856" cy="2218944"/>
          </a:xfrm>
          <a:prstGeom prst="rect">
            <a:avLst/>
          </a:prstGeom>
          <a:solidFill>
            <a:srgbClr val="FFFFFF"/>
          </a:solidFill>
          <a:ln/>
          <a:effectLst>
            <a:outerShdw blurRad="63500" dist="25400" dir="8100000" algn="bl" rotWithShape="0">
              <a:srgbClr val="000000">
                <a:alpha val="10000"/>
              </a:srgbClr>
            </a:outerShdw>
          </a:effectLst>
        </p:spPr>
        <p:txBody>
          <a:bodyPr/>
          <a:lstStyle/>
          <a:p>
            <a:endParaRPr lang="ar-EG" sz="3200" noProof="0" dirty="0">
              <a:latin typeface="Sakkal Majalla" panose="02000000000000000000" pitchFamily="2" charset="-78"/>
              <a:cs typeface="Sakkal Majalla" panose="02000000000000000000" pitchFamily="2" charset="-78"/>
            </a:endParaRPr>
          </a:p>
        </p:txBody>
      </p:sp>
      <p:sp>
        <p:nvSpPr>
          <p:cNvPr id="6" name="Shape 4"/>
          <p:cNvSpPr/>
          <p:nvPr/>
        </p:nvSpPr>
        <p:spPr>
          <a:xfrm>
            <a:off x="8152384" y="1280160"/>
            <a:ext cx="3673856" cy="85344"/>
          </a:xfrm>
          <a:prstGeom prst="rect">
            <a:avLst/>
          </a:prstGeom>
          <a:solidFill>
            <a:srgbClr val="B8963E"/>
          </a:solidFill>
          <a:ln/>
        </p:spPr>
        <p:txBody>
          <a:bodyPr/>
          <a:lstStyle/>
          <a:p>
            <a:endParaRPr lang="ar-EG" sz="3200" noProof="0" dirty="0">
              <a:latin typeface="Sakkal Majalla" panose="02000000000000000000" pitchFamily="2" charset="-78"/>
              <a:cs typeface="Sakkal Majalla" panose="02000000000000000000" pitchFamily="2" charset="-78"/>
            </a:endParaRPr>
          </a:p>
        </p:txBody>
      </p:sp>
      <p:sp>
        <p:nvSpPr>
          <p:cNvPr id="7" name="Shape 5"/>
          <p:cNvSpPr/>
          <p:nvPr/>
        </p:nvSpPr>
        <p:spPr>
          <a:xfrm>
            <a:off x="11277600" y="1402080"/>
            <a:ext cx="414528" cy="414528"/>
          </a:xfrm>
          <a:prstGeom prst="rect">
            <a:avLst/>
          </a:prstGeom>
          <a:solidFill>
            <a:srgbClr val="B8963E"/>
          </a:solidFill>
          <a:ln w="12700">
            <a:solidFill>
              <a:srgbClr val="B8963E"/>
            </a:solidFill>
            <a:prstDash val="solid"/>
          </a:ln>
        </p:spPr>
        <p:txBody>
          <a:bodyPr/>
          <a:lstStyle/>
          <a:p>
            <a:endParaRPr lang="ar-EG" sz="3200" noProof="0" dirty="0">
              <a:latin typeface="Sakkal Majalla" panose="02000000000000000000" pitchFamily="2" charset="-78"/>
              <a:cs typeface="Sakkal Majalla" panose="02000000000000000000" pitchFamily="2" charset="-78"/>
            </a:endParaRPr>
          </a:p>
        </p:txBody>
      </p:sp>
      <p:sp>
        <p:nvSpPr>
          <p:cNvPr id="8" name="Text 6"/>
          <p:cNvSpPr/>
          <p:nvPr/>
        </p:nvSpPr>
        <p:spPr>
          <a:xfrm>
            <a:off x="11277600" y="1402080"/>
            <a:ext cx="414528" cy="414528"/>
          </a:xfrm>
          <a:prstGeom prst="rect">
            <a:avLst/>
          </a:prstGeom>
          <a:noFill/>
          <a:ln/>
        </p:spPr>
        <p:txBody>
          <a:bodyPr wrap="square" rtlCol="0" anchor="ctr"/>
          <a:lstStyle/>
          <a:p>
            <a:pPr algn="ctr"/>
            <a:r>
              <a:rPr lang="ar-EG" sz="2000" b="1" noProof="0" dirty="0">
                <a:solidFill>
                  <a:srgbClr val="FFFFFF"/>
                </a:solidFill>
                <a:latin typeface="Sakkal Majalla" panose="02000000000000000000" pitchFamily="2" charset="-78"/>
                <a:ea typeface="Calibri" pitchFamily="34" charset="-122"/>
                <a:cs typeface="Sakkal Majalla" panose="02000000000000000000" pitchFamily="2" charset="-78"/>
              </a:rPr>
              <a:t>1</a:t>
            </a:r>
            <a:endParaRPr lang="ar-EG" sz="2000" noProof="0" dirty="0">
              <a:latin typeface="Sakkal Majalla" panose="02000000000000000000" pitchFamily="2" charset="-78"/>
              <a:cs typeface="Sakkal Majalla" panose="02000000000000000000" pitchFamily="2" charset="-78"/>
            </a:endParaRPr>
          </a:p>
        </p:txBody>
      </p:sp>
      <p:sp>
        <p:nvSpPr>
          <p:cNvPr id="9" name="Text 7"/>
          <p:cNvSpPr/>
          <p:nvPr/>
        </p:nvSpPr>
        <p:spPr>
          <a:xfrm>
            <a:off x="8249920" y="1402080"/>
            <a:ext cx="2966720" cy="463296"/>
          </a:xfrm>
          <a:prstGeom prst="rect">
            <a:avLst/>
          </a:prstGeom>
          <a:noFill/>
          <a:ln/>
        </p:spPr>
        <p:txBody>
          <a:bodyPr wrap="square" rtlCol="0" anchor="ctr"/>
          <a:lstStyle/>
          <a:p>
            <a:pPr algn="r" rtl="1"/>
            <a:r>
              <a:rPr lang="ar-EG" sz="2000" b="1" noProof="0" dirty="0">
                <a:solidFill>
                  <a:srgbClr val="154F31"/>
                </a:solidFill>
                <a:latin typeface="Sakkal Majalla" panose="02000000000000000000" pitchFamily="2" charset="-78"/>
                <a:ea typeface="Arial" pitchFamily="34" charset="-122"/>
                <a:cs typeface="Sakkal Majalla" panose="02000000000000000000" pitchFamily="2" charset="-78"/>
              </a:rPr>
              <a:t>السيناريو (1)</a:t>
            </a:r>
            <a:endParaRPr lang="ar-EG" sz="2000" noProof="0" dirty="0">
              <a:latin typeface="Sakkal Majalla" panose="02000000000000000000" pitchFamily="2" charset="-78"/>
              <a:cs typeface="Sakkal Majalla" panose="02000000000000000000" pitchFamily="2" charset="-78"/>
            </a:endParaRPr>
          </a:p>
        </p:txBody>
      </p:sp>
      <p:sp>
        <p:nvSpPr>
          <p:cNvPr id="10" name="Shape 8"/>
          <p:cNvSpPr/>
          <p:nvPr/>
        </p:nvSpPr>
        <p:spPr>
          <a:xfrm>
            <a:off x="8249920" y="1914144"/>
            <a:ext cx="3478784" cy="24384"/>
          </a:xfrm>
          <a:prstGeom prst="rect">
            <a:avLst/>
          </a:prstGeom>
          <a:solidFill>
            <a:srgbClr val="E0E8E4"/>
          </a:solidFill>
          <a:ln/>
        </p:spPr>
        <p:txBody>
          <a:bodyPr/>
          <a:lstStyle/>
          <a:p>
            <a:endParaRPr lang="ar-EG" sz="3200" noProof="0" dirty="0">
              <a:latin typeface="Sakkal Majalla" panose="02000000000000000000" pitchFamily="2" charset="-78"/>
              <a:cs typeface="Sakkal Majalla" panose="02000000000000000000" pitchFamily="2" charset="-78"/>
            </a:endParaRPr>
          </a:p>
        </p:txBody>
      </p:sp>
      <p:sp>
        <p:nvSpPr>
          <p:cNvPr id="11" name="Text 9"/>
          <p:cNvSpPr/>
          <p:nvPr/>
        </p:nvSpPr>
        <p:spPr>
          <a:xfrm>
            <a:off x="8249920" y="1987296"/>
            <a:ext cx="3478784" cy="1365504"/>
          </a:xfrm>
          <a:prstGeom prst="rect">
            <a:avLst/>
          </a:prstGeom>
          <a:noFill/>
          <a:ln/>
        </p:spPr>
        <p:txBody>
          <a:bodyPr wrap="square" rtlCol="0" anchor="t"/>
          <a:lstStyle/>
          <a:p>
            <a:pPr algn="r" rtl="1"/>
            <a:r>
              <a:rPr lang="ar-EG" noProof="0" dirty="0">
                <a:solidFill>
                  <a:srgbClr val="1C2B22"/>
                </a:solidFill>
                <a:latin typeface="Sakkal Majalla" panose="02000000000000000000" pitchFamily="2" charset="-78"/>
                <a:ea typeface="Arial" pitchFamily="34" charset="-122"/>
                <a:cs typeface="Sakkal Majalla" panose="02000000000000000000" pitchFamily="2" charset="-78"/>
              </a:rPr>
              <a:t>سياسة تلقيح الموظفين لجميع العاملين – توفير اللقاحات، آلية التسجيل، التوثيق</a:t>
            </a:r>
            <a:endParaRPr lang="ar-EG" noProof="0" dirty="0">
              <a:latin typeface="Sakkal Majalla" panose="02000000000000000000" pitchFamily="2" charset="-78"/>
              <a:cs typeface="Sakkal Majalla" panose="02000000000000000000" pitchFamily="2" charset="-78"/>
            </a:endParaRPr>
          </a:p>
        </p:txBody>
      </p:sp>
      <p:sp>
        <p:nvSpPr>
          <p:cNvPr id="12" name="Shape 10"/>
          <p:cNvSpPr/>
          <p:nvPr/>
        </p:nvSpPr>
        <p:spPr>
          <a:xfrm>
            <a:off x="4259072" y="1280160"/>
            <a:ext cx="3673856" cy="2218944"/>
          </a:xfrm>
          <a:prstGeom prst="rect">
            <a:avLst/>
          </a:prstGeom>
          <a:solidFill>
            <a:srgbClr val="FFFFFF"/>
          </a:solidFill>
          <a:ln/>
          <a:effectLst>
            <a:outerShdw blurRad="63500" dist="25400" dir="8100000" algn="bl" rotWithShape="0">
              <a:srgbClr val="000000">
                <a:alpha val="10000"/>
              </a:srgbClr>
            </a:outerShdw>
          </a:effectLst>
        </p:spPr>
        <p:txBody>
          <a:bodyPr/>
          <a:lstStyle/>
          <a:p>
            <a:endParaRPr lang="ar-EG" sz="3200" noProof="0" dirty="0">
              <a:latin typeface="Sakkal Majalla" panose="02000000000000000000" pitchFamily="2" charset="-78"/>
              <a:cs typeface="Sakkal Majalla" panose="02000000000000000000" pitchFamily="2" charset="-78"/>
            </a:endParaRPr>
          </a:p>
        </p:txBody>
      </p:sp>
      <p:sp>
        <p:nvSpPr>
          <p:cNvPr id="13" name="Shape 11"/>
          <p:cNvSpPr/>
          <p:nvPr/>
        </p:nvSpPr>
        <p:spPr>
          <a:xfrm>
            <a:off x="4259072" y="1280160"/>
            <a:ext cx="3673856" cy="85344"/>
          </a:xfrm>
          <a:prstGeom prst="rect">
            <a:avLst/>
          </a:prstGeom>
          <a:solidFill>
            <a:srgbClr val="B8963E"/>
          </a:solidFill>
          <a:ln/>
        </p:spPr>
        <p:txBody>
          <a:bodyPr/>
          <a:lstStyle/>
          <a:p>
            <a:endParaRPr lang="ar-EG" sz="3200" noProof="0" dirty="0">
              <a:latin typeface="Sakkal Majalla" panose="02000000000000000000" pitchFamily="2" charset="-78"/>
              <a:cs typeface="Sakkal Majalla" panose="02000000000000000000" pitchFamily="2" charset="-78"/>
            </a:endParaRPr>
          </a:p>
        </p:txBody>
      </p:sp>
      <p:sp>
        <p:nvSpPr>
          <p:cNvPr id="14" name="Shape 12"/>
          <p:cNvSpPr/>
          <p:nvPr/>
        </p:nvSpPr>
        <p:spPr>
          <a:xfrm>
            <a:off x="7384288" y="1402080"/>
            <a:ext cx="414528" cy="414528"/>
          </a:xfrm>
          <a:prstGeom prst="rect">
            <a:avLst/>
          </a:prstGeom>
          <a:solidFill>
            <a:srgbClr val="B8963E"/>
          </a:solidFill>
          <a:ln w="12700">
            <a:solidFill>
              <a:srgbClr val="B8963E"/>
            </a:solidFill>
            <a:prstDash val="solid"/>
          </a:ln>
        </p:spPr>
        <p:txBody>
          <a:bodyPr/>
          <a:lstStyle/>
          <a:p>
            <a:endParaRPr lang="ar-EG" sz="3200" noProof="0" dirty="0">
              <a:latin typeface="Sakkal Majalla" panose="02000000000000000000" pitchFamily="2" charset="-78"/>
              <a:cs typeface="Sakkal Majalla" panose="02000000000000000000" pitchFamily="2" charset="-78"/>
            </a:endParaRPr>
          </a:p>
        </p:txBody>
      </p:sp>
      <p:sp>
        <p:nvSpPr>
          <p:cNvPr id="15" name="Text 13"/>
          <p:cNvSpPr/>
          <p:nvPr/>
        </p:nvSpPr>
        <p:spPr>
          <a:xfrm>
            <a:off x="7384288" y="1402080"/>
            <a:ext cx="414528" cy="414528"/>
          </a:xfrm>
          <a:prstGeom prst="rect">
            <a:avLst/>
          </a:prstGeom>
          <a:noFill/>
          <a:ln/>
        </p:spPr>
        <p:txBody>
          <a:bodyPr wrap="square" rtlCol="0" anchor="ctr"/>
          <a:lstStyle/>
          <a:p>
            <a:pPr algn="ctr"/>
            <a:r>
              <a:rPr lang="ar-EG" sz="2000" b="1" noProof="0" dirty="0">
                <a:solidFill>
                  <a:srgbClr val="FFFFFF"/>
                </a:solidFill>
                <a:latin typeface="Sakkal Majalla" panose="02000000000000000000" pitchFamily="2" charset="-78"/>
                <a:ea typeface="Calibri" pitchFamily="34" charset="-122"/>
                <a:cs typeface="Sakkal Majalla" panose="02000000000000000000" pitchFamily="2" charset="-78"/>
              </a:rPr>
              <a:t>2</a:t>
            </a:r>
            <a:endParaRPr lang="ar-EG" sz="2000" noProof="0" dirty="0">
              <a:latin typeface="Sakkal Majalla" panose="02000000000000000000" pitchFamily="2" charset="-78"/>
              <a:cs typeface="Sakkal Majalla" panose="02000000000000000000" pitchFamily="2" charset="-78"/>
            </a:endParaRPr>
          </a:p>
        </p:txBody>
      </p:sp>
      <p:sp>
        <p:nvSpPr>
          <p:cNvPr id="16" name="Text 14"/>
          <p:cNvSpPr/>
          <p:nvPr/>
        </p:nvSpPr>
        <p:spPr>
          <a:xfrm>
            <a:off x="4356608" y="1402080"/>
            <a:ext cx="2966720" cy="463296"/>
          </a:xfrm>
          <a:prstGeom prst="rect">
            <a:avLst/>
          </a:prstGeom>
          <a:noFill/>
          <a:ln/>
        </p:spPr>
        <p:txBody>
          <a:bodyPr wrap="square" rtlCol="0" anchor="ctr"/>
          <a:lstStyle/>
          <a:p>
            <a:pPr algn="r" rtl="1"/>
            <a:r>
              <a:rPr lang="ar-EG" sz="2000" b="1" noProof="0" dirty="0">
                <a:solidFill>
                  <a:srgbClr val="154F31"/>
                </a:solidFill>
                <a:latin typeface="Sakkal Majalla" panose="02000000000000000000" pitchFamily="2" charset="-78"/>
                <a:ea typeface="Arial" pitchFamily="34" charset="-122"/>
                <a:cs typeface="Sakkal Majalla" panose="02000000000000000000" pitchFamily="2" charset="-78"/>
              </a:rPr>
              <a:t>السيناريو  (2)</a:t>
            </a:r>
            <a:endParaRPr lang="ar-EG" sz="2000" noProof="0" dirty="0">
              <a:latin typeface="Sakkal Majalla" panose="02000000000000000000" pitchFamily="2" charset="-78"/>
              <a:cs typeface="Sakkal Majalla" panose="02000000000000000000" pitchFamily="2" charset="-78"/>
            </a:endParaRPr>
          </a:p>
        </p:txBody>
      </p:sp>
      <p:sp>
        <p:nvSpPr>
          <p:cNvPr id="17" name="Shape 15"/>
          <p:cNvSpPr/>
          <p:nvPr/>
        </p:nvSpPr>
        <p:spPr>
          <a:xfrm>
            <a:off x="4356608" y="1914144"/>
            <a:ext cx="3478784" cy="24384"/>
          </a:xfrm>
          <a:prstGeom prst="rect">
            <a:avLst/>
          </a:prstGeom>
          <a:solidFill>
            <a:srgbClr val="E0E8E4"/>
          </a:solidFill>
          <a:ln/>
        </p:spPr>
        <p:txBody>
          <a:bodyPr/>
          <a:lstStyle/>
          <a:p>
            <a:endParaRPr lang="ar-EG" sz="3200" noProof="0" dirty="0">
              <a:latin typeface="Sakkal Majalla" panose="02000000000000000000" pitchFamily="2" charset="-78"/>
              <a:cs typeface="Sakkal Majalla" panose="02000000000000000000" pitchFamily="2" charset="-78"/>
            </a:endParaRPr>
          </a:p>
        </p:txBody>
      </p:sp>
      <p:sp>
        <p:nvSpPr>
          <p:cNvPr id="18" name="Text 16"/>
          <p:cNvSpPr/>
          <p:nvPr/>
        </p:nvSpPr>
        <p:spPr>
          <a:xfrm>
            <a:off x="4356608" y="1987296"/>
            <a:ext cx="3478784" cy="1365504"/>
          </a:xfrm>
          <a:prstGeom prst="rect">
            <a:avLst/>
          </a:prstGeom>
          <a:noFill/>
          <a:ln/>
        </p:spPr>
        <p:txBody>
          <a:bodyPr wrap="square" rtlCol="0" anchor="t"/>
          <a:lstStyle/>
          <a:p>
            <a:pPr algn="r" rtl="1"/>
            <a:r>
              <a:rPr lang="ar-EG" noProof="0" dirty="0">
                <a:solidFill>
                  <a:srgbClr val="1C2B22"/>
                </a:solidFill>
                <a:latin typeface="Sakkal Majalla" panose="02000000000000000000" pitchFamily="2" charset="-78"/>
                <a:ea typeface="Arial" pitchFamily="34" charset="-122"/>
                <a:cs typeface="Sakkal Majalla" panose="02000000000000000000" pitchFamily="2" charset="-78"/>
              </a:rPr>
              <a:t>حماية بيانات المرضى (خصوصية) – صلاحيات الوصول، حماية السجلات، الإبلاغ عن الاختراقات</a:t>
            </a:r>
            <a:endParaRPr lang="ar-EG" noProof="0" dirty="0">
              <a:latin typeface="Sakkal Majalla" panose="02000000000000000000" pitchFamily="2" charset="-78"/>
              <a:cs typeface="Sakkal Majalla" panose="02000000000000000000" pitchFamily="2" charset="-78"/>
            </a:endParaRPr>
          </a:p>
        </p:txBody>
      </p:sp>
      <p:sp>
        <p:nvSpPr>
          <p:cNvPr id="19" name="Shape 17"/>
          <p:cNvSpPr/>
          <p:nvPr/>
        </p:nvSpPr>
        <p:spPr>
          <a:xfrm>
            <a:off x="365760" y="1280160"/>
            <a:ext cx="3673856" cy="2218944"/>
          </a:xfrm>
          <a:prstGeom prst="rect">
            <a:avLst/>
          </a:prstGeom>
          <a:solidFill>
            <a:srgbClr val="FFFFFF"/>
          </a:solidFill>
          <a:ln/>
          <a:effectLst>
            <a:outerShdw blurRad="63500" dist="25400" dir="8100000" algn="bl" rotWithShape="0">
              <a:srgbClr val="000000">
                <a:alpha val="10000"/>
              </a:srgbClr>
            </a:outerShdw>
          </a:effectLst>
        </p:spPr>
        <p:txBody>
          <a:bodyPr/>
          <a:lstStyle/>
          <a:p>
            <a:endParaRPr lang="ar-EG" sz="3200" noProof="0" dirty="0">
              <a:latin typeface="Sakkal Majalla" panose="02000000000000000000" pitchFamily="2" charset="-78"/>
              <a:cs typeface="Sakkal Majalla" panose="02000000000000000000" pitchFamily="2" charset="-78"/>
            </a:endParaRPr>
          </a:p>
        </p:txBody>
      </p:sp>
      <p:sp>
        <p:nvSpPr>
          <p:cNvPr id="20" name="Shape 18"/>
          <p:cNvSpPr/>
          <p:nvPr/>
        </p:nvSpPr>
        <p:spPr>
          <a:xfrm>
            <a:off x="365760" y="1280160"/>
            <a:ext cx="3673856" cy="85344"/>
          </a:xfrm>
          <a:prstGeom prst="rect">
            <a:avLst/>
          </a:prstGeom>
          <a:solidFill>
            <a:srgbClr val="B8963E"/>
          </a:solidFill>
          <a:ln/>
        </p:spPr>
        <p:txBody>
          <a:bodyPr/>
          <a:lstStyle/>
          <a:p>
            <a:endParaRPr lang="ar-EG" sz="3200" noProof="0" dirty="0">
              <a:latin typeface="Sakkal Majalla" panose="02000000000000000000" pitchFamily="2" charset="-78"/>
              <a:cs typeface="Sakkal Majalla" panose="02000000000000000000" pitchFamily="2" charset="-78"/>
            </a:endParaRPr>
          </a:p>
        </p:txBody>
      </p:sp>
      <p:sp>
        <p:nvSpPr>
          <p:cNvPr id="21" name="Shape 19"/>
          <p:cNvSpPr/>
          <p:nvPr/>
        </p:nvSpPr>
        <p:spPr>
          <a:xfrm>
            <a:off x="3490976" y="1402080"/>
            <a:ext cx="414528" cy="414528"/>
          </a:xfrm>
          <a:prstGeom prst="rect">
            <a:avLst/>
          </a:prstGeom>
          <a:solidFill>
            <a:srgbClr val="B8963E"/>
          </a:solidFill>
          <a:ln w="12700">
            <a:solidFill>
              <a:srgbClr val="B8963E"/>
            </a:solidFill>
            <a:prstDash val="solid"/>
          </a:ln>
        </p:spPr>
        <p:txBody>
          <a:bodyPr/>
          <a:lstStyle/>
          <a:p>
            <a:endParaRPr lang="ar-EG" sz="3200" noProof="0" dirty="0">
              <a:latin typeface="Sakkal Majalla" panose="02000000000000000000" pitchFamily="2" charset="-78"/>
              <a:cs typeface="Sakkal Majalla" panose="02000000000000000000" pitchFamily="2" charset="-78"/>
            </a:endParaRPr>
          </a:p>
        </p:txBody>
      </p:sp>
      <p:sp>
        <p:nvSpPr>
          <p:cNvPr id="22" name="Text 20"/>
          <p:cNvSpPr/>
          <p:nvPr/>
        </p:nvSpPr>
        <p:spPr>
          <a:xfrm>
            <a:off x="3490976" y="1402080"/>
            <a:ext cx="414528" cy="414528"/>
          </a:xfrm>
          <a:prstGeom prst="rect">
            <a:avLst/>
          </a:prstGeom>
          <a:noFill/>
          <a:ln/>
        </p:spPr>
        <p:txBody>
          <a:bodyPr wrap="square" rtlCol="0" anchor="ctr"/>
          <a:lstStyle/>
          <a:p>
            <a:pPr algn="ctr"/>
            <a:r>
              <a:rPr lang="ar-EG" sz="2000" b="1" noProof="0" dirty="0">
                <a:solidFill>
                  <a:srgbClr val="FFFFFF"/>
                </a:solidFill>
                <a:latin typeface="Sakkal Majalla" panose="02000000000000000000" pitchFamily="2" charset="-78"/>
                <a:ea typeface="Calibri" pitchFamily="34" charset="-122"/>
                <a:cs typeface="Sakkal Majalla" panose="02000000000000000000" pitchFamily="2" charset="-78"/>
              </a:rPr>
              <a:t>3</a:t>
            </a:r>
            <a:endParaRPr lang="ar-EG" sz="2000" noProof="0" dirty="0">
              <a:latin typeface="Sakkal Majalla" panose="02000000000000000000" pitchFamily="2" charset="-78"/>
              <a:cs typeface="Sakkal Majalla" panose="02000000000000000000" pitchFamily="2" charset="-78"/>
            </a:endParaRPr>
          </a:p>
        </p:txBody>
      </p:sp>
      <p:sp>
        <p:nvSpPr>
          <p:cNvPr id="23" name="Text 21"/>
          <p:cNvSpPr/>
          <p:nvPr/>
        </p:nvSpPr>
        <p:spPr>
          <a:xfrm>
            <a:off x="463296" y="1402080"/>
            <a:ext cx="2966720" cy="463296"/>
          </a:xfrm>
          <a:prstGeom prst="rect">
            <a:avLst/>
          </a:prstGeom>
          <a:noFill/>
          <a:ln/>
        </p:spPr>
        <p:txBody>
          <a:bodyPr wrap="square" rtlCol="0" anchor="ctr"/>
          <a:lstStyle/>
          <a:p>
            <a:pPr algn="r" rtl="1"/>
            <a:r>
              <a:rPr lang="ar-EG" sz="2000" b="1" noProof="0" dirty="0">
                <a:solidFill>
                  <a:srgbClr val="154F31"/>
                </a:solidFill>
                <a:latin typeface="Sakkal Majalla" panose="02000000000000000000" pitchFamily="2" charset="-78"/>
                <a:ea typeface="Arial" pitchFamily="34" charset="-122"/>
                <a:cs typeface="Sakkal Majalla" panose="02000000000000000000" pitchFamily="2" charset="-78"/>
              </a:rPr>
              <a:t>السيناريو  (3)</a:t>
            </a:r>
            <a:endParaRPr lang="ar-EG" sz="2000" noProof="0" dirty="0">
              <a:latin typeface="Sakkal Majalla" panose="02000000000000000000" pitchFamily="2" charset="-78"/>
              <a:cs typeface="Sakkal Majalla" panose="02000000000000000000" pitchFamily="2" charset="-78"/>
            </a:endParaRPr>
          </a:p>
        </p:txBody>
      </p:sp>
      <p:sp>
        <p:nvSpPr>
          <p:cNvPr id="24" name="Shape 22"/>
          <p:cNvSpPr/>
          <p:nvPr/>
        </p:nvSpPr>
        <p:spPr>
          <a:xfrm>
            <a:off x="463296" y="1914144"/>
            <a:ext cx="3478784" cy="24384"/>
          </a:xfrm>
          <a:prstGeom prst="rect">
            <a:avLst/>
          </a:prstGeom>
          <a:solidFill>
            <a:srgbClr val="E0E8E4"/>
          </a:solidFill>
          <a:ln/>
        </p:spPr>
        <p:txBody>
          <a:bodyPr/>
          <a:lstStyle/>
          <a:p>
            <a:endParaRPr lang="ar-EG" sz="3200" noProof="0" dirty="0">
              <a:latin typeface="Sakkal Majalla" panose="02000000000000000000" pitchFamily="2" charset="-78"/>
              <a:cs typeface="Sakkal Majalla" panose="02000000000000000000" pitchFamily="2" charset="-78"/>
            </a:endParaRPr>
          </a:p>
        </p:txBody>
      </p:sp>
      <p:sp>
        <p:nvSpPr>
          <p:cNvPr id="25" name="Text 23"/>
          <p:cNvSpPr/>
          <p:nvPr/>
        </p:nvSpPr>
        <p:spPr>
          <a:xfrm>
            <a:off x="463296" y="1987296"/>
            <a:ext cx="3478784" cy="1365504"/>
          </a:xfrm>
          <a:prstGeom prst="rect">
            <a:avLst/>
          </a:prstGeom>
          <a:noFill/>
          <a:ln/>
        </p:spPr>
        <p:txBody>
          <a:bodyPr wrap="square" rtlCol="0" anchor="t"/>
          <a:lstStyle/>
          <a:p>
            <a:pPr algn="r" rtl="1"/>
            <a:r>
              <a:rPr lang="ar-EG" noProof="0" dirty="0">
                <a:solidFill>
                  <a:srgbClr val="1C2B22"/>
                </a:solidFill>
                <a:latin typeface="Sakkal Majalla" panose="02000000000000000000" pitchFamily="2" charset="-78"/>
                <a:ea typeface="Arial" pitchFamily="34" charset="-122"/>
                <a:cs typeface="Sakkal Majalla" panose="02000000000000000000" pitchFamily="2" charset="-78"/>
              </a:rPr>
              <a:t>التعامل مع الأوبئة وإجراءات الطوارئ – بروتوكولات الحجر، إدارة الحالات، التنسيق مع الجهات</a:t>
            </a:r>
            <a:endParaRPr lang="ar-EG" noProof="0" dirty="0">
              <a:latin typeface="Sakkal Majalla" panose="02000000000000000000" pitchFamily="2" charset="-78"/>
              <a:cs typeface="Sakkal Majalla" panose="02000000000000000000" pitchFamily="2" charset="-78"/>
            </a:endParaRPr>
          </a:p>
        </p:txBody>
      </p:sp>
      <p:sp>
        <p:nvSpPr>
          <p:cNvPr id="26" name="Shape 24"/>
          <p:cNvSpPr/>
          <p:nvPr/>
        </p:nvSpPr>
        <p:spPr>
          <a:xfrm>
            <a:off x="8152384" y="3669792"/>
            <a:ext cx="3673856" cy="2218944"/>
          </a:xfrm>
          <a:prstGeom prst="rect">
            <a:avLst/>
          </a:prstGeom>
          <a:solidFill>
            <a:srgbClr val="FFFFFF"/>
          </a:solidFill>
          <a:ln/>
          <a:effectLst>
            <a:outerShdw blurRad="63500" dist="25400" dir="8100000" algn="bl" rotWithShape="0">
              <a:srgbClr val="000000">
                <a:alpha val="10000"/>
              </a:srgbClr>
            </a:outerShdw>
          </a:effectLst>
        </p:spPr>
        <p:txBody>
          <a:bodyPr/>
          <a:lstStyle/>
          <a:p>
            <a:endParaRPr lang="ar-EG" sz="3200" noProof="0" dirty="0">
              <a:latin typeface="Sakkal Majalla" panose="02000000000000000000" pitchFamily="2" charset="-78"/>
              <a:cs typeface="Sakkal Majalla" panose="02000000000000000000" pitchFamily="2" charset="-78"/>
            </a:endParaRPr>
          </a:p>
        </p:txBody>
      </p:sp>
      <p:sp>
        <p:nvSpPr>
          <p:cNvPr id="27" name="Shape 25"/>
          <p:cNvSpPr/>
          <p:nvPr/>
        </p:nvSpPr>
        <p:spPr>
          <a:xfrm>
            <a:off x="8152384" y="3669792"/>
            <a:ext cx="3673856" cy="85344"/>
          </a:xfrm>
          <a:prstGeom prst="rect">
            <a:avLst/>
          </a:prstGeom>
          <a:solidFill>
            <a:srgbClr val="B8963E"/>
          </a:solidFill>
          <a:ln/>
        </p:spPr>
        <p:txBody>
          <a:bodyPr/>
          <a:lstStyle/>
          <a:p>
            <a:endParaRPr lang="ar-EG" sz="3200" noProof="0" dirty="0">
              <a:latin typeface="Sakkal Majalla" panose="02000000000000000000" pitchFamily="2" charset="-78"/>
              <a:cs typeface="Sakkal Majalla" panose="02000000000000000000" pitchFamily="2" charset="-78"/>
            </a:endParaRPr>
          </a:p>
        </p:txBody>
      </p:sp>
      <p:sp>
        <p:nvSpPr>
          <p:cNvPr id="28" name="Shape 26"/>
          <p:cNvSpPr/>
          <p:nvPr/>
        </p:nvSpPr>
        <p:spPr>
          <a:xfrm>
            <a:off x="11277600" y="3791712"/>
            <a:ext cx="414528" cy="414528"/>
          </a:xfrm>
          <a:prstGeom prst="rect">
            <a:avLst/>
          </a:prstGeom>
          <a:solidFill>
            <a:srgbClr val="B8963E"/>
          </a:solidFill>
          <a:ln w="12700">
            <a:solidFill>
              <a:srgbClr val="B8963E"/>
            </a:solidFill>
            <a:prstDash val="solid"/>
          </a:ln>
        </p:spPr>
        <p:txBody>
          <a:bodyPr/>
          <a:lstStyle/>
          <a:p>
            <a:endParaRPr lang="ar-EG" sz="3200" noProof="0" dirty="0">
              <a:latin typeface="Sakkal Majalla" panose="02000000000000000000" pitchFamily="2" charset="-78"/>
              <a:cs typeface="Sakkal Majalla" panose="02000000000000000000" pitchFamily="2" charset="-78"/>
            </a:endParaRPr>
          </a:p>
        </p:txBody>
      </p:sp>
      <p:sp>
        <p:nvSpPr>
          <p:cNvPr id="29" name="Text 27"/>
          <p:cNvSpPr/>
          <p:nvPr/>
        </p:nvSpPr>
        <p:spPr>
          <a:xfrm>
            <a:off x="11277600" y="3791712"/>
            <a:ext cx="414528" cy="414528"/>
          </a:xfrm>
          <a:prstGeom prst="rect">
            <a:avLst/>
          </a:prstGeom>
          <a:noFill/>
          <a:ln/>
        </p:spPr>
        <p:txBody>
          <a:bodyPr wrap="square" rtlCol="0" anchor="ctr"/>
          <a:lstStyle/>
          <a:p>
            <a:pPr algn="ctr"/>
            <a:r>
              <a:rPr lang="ar-EG" sz="2000" b="1" noProof="0" dirty="0">
                <a:solidFill>
                  <a:srgbClr val="FFFFFF"/>
                </a:solidFill>
                <a:latin typeface="Sakkal Majalla" panose="02000000000000000000" pitchFamily="2" charset="-78"/>
                <a:ea typeface="Calibri" pitchFamily="34" charset="-122"/>
                <a:cs typeface="Sakkal Majalla" panose="02000000000000000000" pitchFamily="2" charset="-78"/>
              </a:rPr>
              <a:t>4</a:t>
            </a:r>
            <a:endParaRPr lang="ar-EG" sz="2000" noProof="0" dirty="0">
              <a:latin typeface="Sakkal Majalla" panose="02000000000000000000" pitchFamily="2" charset="-78"/>
              <a:cs typeface="Sakkal Majalla" panose="02000000000000000000" pitchFamily="2" charset="-78"/>
            </a:endParaRPr>
          </a:p>
        </p:txBody>
      </p:sp>
      <p:sp>
        <p:nvSpPr>
          <p:cNvPr id="30" name="Text 28"/>
          <p:cNvSpPr/>
          <p:nvPr/>
        </p:nvSpPr>
        <p:spPr>
          <a:xfrm>
            <a:off x="8249920" y="3791712"/>
            <a:ext cx="2966720" cy="463296"/>
          </a:xfrm>
          <a:prstGeom prst="rect">
            <a:avLst/>
          </a:prstGeom>
          <a:noFill/>
          <a:ln/>
        </p:spPr>
        <p:txBody>
          <a:bodyPr wrap="square" rtlCol="0" anchor="ctr"/>
          <a:lstStyle/>
          <a:p>
            <a:pPr algn="r" rtl="1"/>
            <a:r>
              <a:rPr lang="ar-EG" sz="2000" b="1" noProof="0" dirty="0">
                <a:solidFill>
                  <a:srgbClr val="154F31"/>
                </a:solidFill>
                <a:latin typeface="Sakkal Majalla" panose="02000000000000000000" pitchFamily="2" charset="-78"/>
                <a:ea typeface="Arial" pitchFamily="34" charset="-122"/>
                <a:cs typeface="Sakkal Majalla" panose="02000000000000000000" pitchFamily="2" charset="-78"/>
              </a:rPr>
              <a:t>السيناريو  (4)</a:t>
            </a:r>
            <a:endParaRPr lang="ar-EG" sz="2000" noProof="0" dirty="0">
              <a:latin typeface="Sakkal Majalla" panose="02000000000000000000" pitchFamily="2" charset="-78"/>
              <a:cs typeface="Sakkal Majalla" panose="02000000000000000000" pitchFamily="2" charset="-78"/>
            </a:endParaRPr>
          </a:p>
        </p:txBody>
      </p:sp>
      <p:sp>
        <p:nvSpPr>
          <p:cNvPr id="31" name="Shape 29"/>
          <p:cNvSpPr/>
          <p:nvPr/>
        </p:nvSpPr>
        <p:spPr>
          <a:xfrm>
            <a:off x="8249920" y="4303776"/>
            <a:ext cx="3478784" cy="24384"/>
          </a:xfrm>
          <a:prstGeom prst="rect">
            <a:avLst/>
          </a:prstGeom>
          <a:solidFill>
            <a:srgbClr val="E0E8E4"/>
          </a:solidFill>
          <a:ln/>
        </p:spPr>
        <p:txBody>
          <a:bodyPr/>
          <a:lstStyle/>
          <a:p>
            <a:endParaRPr lang="ar-EG" sz="3200" noProof="0" dirty="0">
              <a:latin typeface="Sakkal Majalla" panose="02000000000000000000" pitchFamily="2" charset="-78"/>
              <a:cs typeface="Sakkal Majalla" panose="02000000000000000000" pitchFamily="2" charset="-78"/>
            </a:endParaRPr>
          </a:p>
        </p:txBody>
      </p:sp>
      <p:sp>
        <p:nvSpPr>
          <p:cNvPr id="32" name="Text 30"/>
          <p:cNvSpPr/>
          <p:nvPr/>
        </p:nvSpPr>
        <p:spPr>
          <a:xfrm>
            <a:off x="8249920" y="4376928"/>
            <a:ext cx="3478784" cy="1365504"/>
          </a:xfrm>
          <a:prstGeom prst="rect">
            <a:avLst/>
          </a:prstGeom>
          <a:noFill/>
          <a:ln/>
        </p:spPr>
        <p:txBody>
          <a:bodyPr wrap="square" rtlCol="0" anchor="t"/>
          <a:lstStyle/>
          <a:p>
            <a:pPr algn="r" rtl="1"/>
            <a:r>
              <a:rPr lang="ar-EG" noProof="0" dirty="0">
                <a:solidFill>
                  <a:srgbClr val="1C2B22"/>
                </a:solidFill>
                <a:latin typeface="Sakkal Majalla" panose="02000000000000000000" pitchFamily="2" charset="-78"/>
                <a:ea typeface="Arial" pitchFamily="34" charset="-122"/>
                <a:cs typeface="Sakkal Majalla" panose="02000000000000000000" pitchFamily="2" charset="-78"/>
              </a:rPr>
              <a:t>إدارة مخاطر الجهات الخارجية – تقييم المورّدين، معايير العقود، متابعة الامتثال</a:t>
            </a:r>
            <a:endParaRPr lang="ar-EG" noProof="0" dirty="0">
              <a:latin typeface="Sakkal Majalla" panose="02000000000000000000" pitchFamily="2" charset="-78"/>
              <a:cs typeface="Sakkal Majalla" panose="02000000000000000000" pitchFamily="2" charset="-78"/>
            </a:endParaRPr>
          </a:p>
        </p:txBody>
      </p:sp>
      <p:sp>
        <p:nvSpPr>
          <p:cNvPr id="33" name="Shape 31"/>
          <p:cNvSpPr/>
          <p:nvPr/>
        </p:nvSpPr>
        <p:spPr>
          <a:xfrm>
            <a:off x="4259072" y="3669792"/>
            <a:ext cx="3673856" cy="2218944"/>
          </a:xfrm>
          <a:prstGeom prst="rect">
            <a:avLst/>
          </a:prstGeom>
          <a:solidFill>
            <a:srgbClr val="FFFFFF"/>
          </a:solidFill>
          <a:ln/>
          <a:effectLst>
            <a:outerShdw blurRad="63500" dist="25400" dir="8100000" algn="bl" rotWithShape="0">
              <a:srgbClr val="000000">
                <a:alpha val="10000"/>
              </a:srgbClr>
            </a:outerShdw>
          </a:effectLst>
        </p:spPr>
        <p:txBody>
          <a:bodyPr/>
          <a:lstStyle/>
          <a:p>
            <a:endParaRPr lang="ar-EG" sz="3200" noProof="0" dirty="0">
              <a:latin typeface="Sakkal Majalla" panose="02000000000000000000" pitchFamily="2" charset="-78"/>
              <a:cs typeface="Sakkal Majalla" panose="02000000000000000000" pitchFamily="2" charset="-78"/>
            </a:endParaRPr>
          </a:p>
        </p:txBody>
      </p:sp>
      <p:sp>
        <p:nvSpPr>
          <p:cNvPr id="34" name="Shape 32"/>
          <p:cNvSpPr/>
          <p:nvPr/>
        </p:nvSpPr>
        <p:spPr>
          <a:xfrm>
            <a:off x="4259072" y="3669792"/>
            <a:ext cx="3673856" cy="85344"/>
          </a:xfrm>
          <a:prstGeom prst="rect">
            <a:avLst/>
          </a:prstGeom>
          <a:solidFill>
            <a:srgbClr val="B8963E"/>
          </a:solidFill>
          <a:ln/>
        </p:spPr>
        <p:txBody>
          <a:bodyPr/>
          <a:lstStyle/>
          <a:p>
            <a:endParaRPr lang="ar-EG" sz="3200" noProof="0" dirty="0">
              <a:latin typeface="Sakkal Majalla" panose="02000000000000000000" pitchFamily="2" charset="-78"/>
              <a:cs typeface="Sakkal Majalla" panose="02000000000000000000" pitchFamily="2" charset="-78"/>
            </a:endParaRPr>
          </a:p>
        </p:txBody>
      </p:sp>
      <p:sp>
        <p:nvSpPr>
          <p:cNvPr id="35" name="Shape 33"/>
          <p:cNvSpPr/>
          <p:nvPr/>
        </p:nvSpPr>
        <p:spPr>
          <a:xfrm>
            <a:off x="7384288" y="3791712"/>
            <a:ext cx="414528" cy="414528"/>
          </a:xfrm>
          <a:prstGeom prst="rect">
            <a:avLst/>
          </a:prstGeom>
          <a:solidFill>
            <a:srgbClr val="B8963E"/>
          </a:solidFill>
          <a:ln w="12700">
            <a:solidFill>
              <a:srgbClr val="B8963E"/>
            </a:solidFill>
            <a:prstDash val="solid"/>
          </a:ln>
        </p:spPr>
        <p:txBody>
          <a:bodyPr/>
          <a:lstStyle/>
          <a:p>
            <a:endParaRPr lang="ar-EG" sz="3200" noProof="0" dirty="0">
              <a:latin typeface="Sakkal Majalla" panose="02000000000000000000" pitchFamily="2" charset="-78"/>
              <a:cs typeface="Sakkal Majalla" panose="02000000000000000000" pitchFamily="2" charset="-78"/>
            </a:endParaRPr>
          </a:p>
        </p:txBody>
      </p:sp>
      <p:sp>
        <p:nvSpPr>
          <p:cNvPr id="36" name="Text 34"/>
          <p:cNvSpPr/>
          <p:nvPr/>
        </p:nvSpPr>
        <p:spPr>
          <a:xfrm>
            <a:off x="7384288" y="3791712"/>
            <a:ext cx="414528" cy="414528"/>
          </a:xfrm>
          <a:prstGeom prst="rect">
            <a:avLst/>
          </a:prstGeom>
          <a:noFill/>
          <a:ln/>
        </p:spPr>
        <p:txBody>
          <a:bodyPr wrap="square" rtlCol="0" anchor="ctr"/>
          <a:lstStyle/>
          <a:p>
            <a:pPr algn="ctr"/>
            <a:r>
              <a:rPr lang="ar-EG" sz="2000" b="1" noProof="0" dirty="0">
                <a:solidFill>
                  <a:srgbClr val="FFFFFF"/>
                </a:solidFill>
                <a:latin typeface="Sakkal Majalla" panose="02000000000000000000" pitchFamily="2" charset="-78"/>
                <a:ea typeface="Calibri" pitchFamily="34" charset="-122"/>
                <a:cs typeface="Sakkal Majalla" panose="02000000000000000000" pitchFamily="2" charset="-78"/>
              </a:rPr>
              <a:t>5</a:t>
            </a:r>
            <a:endParaRPr lang="ar-EG" sz="2000" noProof="0" dirty="0">
              <a:latin typeface="Sakkal Majalla" panose="02000000000000000000" pitchFamily="2" charset="-78"/>
              <a:cs typeface="Sakkal Majalla" panose="02000000000000000000" pitchFamily="2" charset="-78"/>
            </a:endParaRPr>
          </a:p>
        </p:txBody>
      </p:sp>
      <p:sp>
        <p:nvSpPr>
          <p:cNvPr id="37" name="Text 35"/>
          <p:cNvSpPr/>
          <p:nvPr/>
        </p:nvSpPr>
        <p:spPr>
          <a:xfrm>
            <a:off x="4356608" y="3791712"/>
            <a:ext cx="2966720" cy="463296"/>
          </a:xfrm>
          <a:prstGeom prst="rect">
            <a:avLst/>
          </a:prstGeom>
          <a:noFill/>
          <a:ln/>
        </p:spPr>
        <p:txBody>
          <a:bodyPr wrap="square" rtlCol="0" anchor="ctr"/>
          <a:lstStyle/>
          <a:p>
            <a:pPr algn="r" rtl="1"/>
            <a:r>
              <a:rPr lang="ar-EG" sz="2000" b="1" noProof="0" dirty="0">
                <a:solidFill>
                  <a:srgbClr val="154F31"/>
                </a:solidFill>
                <a:latin typeface="Sakkal Majalla" panose="02000000000000000000" pitchFamily="2" charset="-78"/>
                <a:ea typeface="Arial" pitchFamily="34" charset="-122"/>
                <a:cs typeface="Sakkal Majalla" panose="02000000000000000000" pitchFamily="2" charset="-78"/>
              </a:rPr>
              <a:t>السيناريو  (5)</a:t>
            </a:r>
            <a:endParaRPr lang="ar-EG" sz="2000" noProof="0" dirty="0">
              <a:latin typeface="Sakkal Majalla" panose="02000000000000000000" pitchFamily="2" charset="-78"/>
              <a:cs typeface="Sakkal Majalla" panose="02000000000000000000" pitchFamily="2" charset="-78"/>
            </a:endParaRPr>
          </a:p>
        </p:txBody>
      </p:sp>
      <p:sp>
        <p:nvSpPr>
          <p:cNvPr id="38" name="Shape 36"/>
          <p:cNvSpPr/>
          <p:nvPr/>
        </p:nvSpPr>
        <p:spPr>
          <a:xfrm>
            <a:off x="4356608" y="4303776"/>
            <a:ext cx="3478784" cy="24384"/>
          </a:xfrm>
          <a:prstGeom prst="rect">
            <a:avLst/>
          </a:prstGeom>
          <a:solidFill>
            <a:srgbClr val="E0E8E4"/>
          </a:solidFill>
          <a:ln/>
        </p:spPr>
        <p:txBody>
          <a:bodyPr/>
          <a:lstStyle/>
          <a:p>
            <a:endParaRPr lang="ar-EG" sz="3200" noProof="0" dirty="0">
              <a:latin typeface="Sakkal Majalla" panose="02000000000000000000" pitchFamily="2" charset="-78"/>
              <a:cs typeface="Sakkal Majalla" panose="02000000000000000000" pitchFamily="2" charset="-78"/>
            </a:endParaRPr>
          </a:p>
        </p:txBody>
      </p:sp>
      <p:sp>
        <p:nvSpPr>
          <p:cNvPr id="39" name="Text 37"/>
          <p:cNvSpPr/>
          <p:nvPr/>
        </p:nvSpPr>
        <p:spPr>
          <a:xfrm>
            <a:off x="4356608" y="4376928"/>
            <a:ext cx="3478784" cy="1365504"/>
          </a:xfrm>
          <a:prstGeom prst="rect">
            <a:avLst/>
          </a:prstGeom>
          <a:noFill/>
          <a:ln/>
        </p:spPr>
        <p:txBody>
          <a:bodyPr wrap="square" rtlCol="0" anchor="t"/>
          <a:lstStyle/>
          <a:p>
            <a:pPr algn="r" rtl="1"/>
            <a:r>
              <a:rPr lang="ar-EG" noProof="0" dirty="0">
                <a:solidFill>
                  <a:srgbClr val="1C2B22"/>
                </a:solidFill>
                <a:latin typeface="Sakkal Majalla" panose="02000000000000000000" pitchFamily="2" charset="-78"/>
                <a:ea typeface="Arial" pitchFamily="34" charset="-122"/>
                <a:cs typeface="Sakkal Majalla" panose="02000000000000000000" pitchFamily="2" charset="-78"/>
              </a:rPr>
              <a:t>حقوق المريض والإبلاغ عن الحوادث – الحق في المعلومة، آليات الشكاوى، التحقيق وإجراء التصحيح</a:t>
            </a:r>
            <a:endParaRPr lang="ar-EG" noProof="0"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1665137920"/>
      </p:ext>
    </p:extLst>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AD3FFD-2255-5A19-C7D8-9AAD2FD3C594}"/>
            </a:ext>
          </a:extLst>
        </p:cNvPr>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F10B7483-56D2-9018-CE80-15E85B2C682A}"/>
              </a:ext>
            </a:extLst>
          </p:cNvPr>
          <p:cNvGraphicFramePr>
            <a:graphicFrameLocks noChangeAspect="1"/>
          </p:cNvGraphicFramePr>
          <p:nvPr>
            <p:custDataLst>
              <p:tags r:id="rId1"/>
            </p:custDataLst>
          </p:nvPr>
        </p:nvGraphicFramePr>
        <p:xfrm>
          <a:off x="11163" y="1489"/>
          <a:ext cx="1489" cy="1489"/>
        </p:xfrm>
        <a:graphic>
          <a:graphicData uri="http://schemas.openxmlformats.org/presentationml/2006/ole">
            <mc:AlternateContent xmlns:mc="http://schemas.openxmlformats.org/markup-compatibility/2006">
              <mc:Choice xmlns:v="urn:schemas-microsoft-com:vml" Requires="v">
                <p:oleObj name="think-cell Slide" r:id="rId4" imgW="395" imgH="396" progId="TCLayout.ActiveDocument.1">
                  <p:embed/>
                </p:oleObj>
              </mc:Choice>
              <mc:Fallback>
                <p:oleObj name="think-cell Slide" r:id="rId4" imgW="395" imgH="396" progId="TCLayout.ActiveDocument.1">
                  <p:embed/>
                  <p:pic>
                    <p:nvPicPr>
                      <p:cNvPr id="4" name="Object 3" hidden="1">
                        <a:extLst>
                          <a:ext uri="{FF2B5EF4-FFF2-40B4-BE49-F238E27FC236}">
                            <a16:creationId xmlns:a16="http://schemas.microsoft.com/office/drawing/2014/main" id="{9A4506A7-33ED-F7D8-DD3A-D3FD67C19605}"/>
                          </a:ext>
                        </a:extLst>
                      </p:cNvPr>
                      <p:cNvPicPr/>
                      <p:nvPr/>
                    </p:nvPicPr>
                    <p:blipFill>
                      <a:blip r:embed="rId5"/>
                      <a:stretch>
                        <a:fillRect/>
                      </a:stretch>
                    </p:blipFill>
                    <p:spPr>
                      <a:xfrm>
                        <a:off x="11163" y="1489"/>
                        <a:ext cx="1489" cy="1489"/>
                      </a:xfrm>
                      <a:prstGeom prst="rect">
                        <a:avLst/>
                      </a:prstGeom>
                    </p:spPr>
                  </p:pic>
                </p:oleObj>
              </mc:Fallback>
            </mc:AlternateContent>
          </a:graphicData>
        </a:graphic>
      </p:graphicFrame>
      <p:sp>
        <p:nvSpPr>
          <p:cNvPr id="2" name="Text Placeholder 1">
            <a:extLst>
              <a:ext uri="{FF2B5EF4-FFF2-40B4-BE49-F238E27FC236}">
                <a16:creationId xmlns:a16="http://schemas.microsoft.com/office/drawing/2014/main" id="{71DAA0AD-7E76-8674-398F-8E1F806D0AB4}"/>
              </a:ext>
            </a:extLst>
          </p:cNvPr>
          <p:cNvSpPr txBox="1">
            <a:spLocks/>
          </p:cNvSpPr>
          <p:nvPr/>
        </p:nvSpPr>
        <p:spPr>
          <a:xfrm>
            <a:off x="5495081" y="159153"/>
            <a:ext cx="6389688" cy="523220"/>
          </a:xfrm>
          <a:prstGeom prst="rect">
            <a:avLst/>
          </a:prstGeom>
        </p:spPr>
        <p:txBody>
          <a:bodyPr vert="horz" lIns="91440" tIns="45720" rIns="91440" bIns="45720" rtlCol="0">
            <a:spAutoFit/>
          </a:bodyPr>
          <a:lstStyle>
            <a:lvl1pPr marL="0" indent="0" algn="r" defTabSz="685800" rtl="1" eaLnBrk="1" latinLnBrk="0" hangingPunct="1">
              <a:lnSpc>
                <a:spcPct val="100000"/>
              </a:lnSpc>
              <a:spcBef>
                <a:spcPts val="750"/>
              </a:spcBef>
              <a:buFont typeface="Arial" panose="020B0604020202020204" pitchFamily="34" charset="0"/>
              <a:buNone/>
              <a:defRPr sz="2000" b="1" kern="1200">
                <a:solidFill>
                  <a:schemeClr val="accent3"/>
                </a:solidFill>
                <a:latin typeface="+mn-lt"/>
                <a:ea typeface="+mn-ea"/>
                <a:cs typeface="+mj-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defRPr/>
            </a:pPr>
            <a:r>
              <a:rPr lang="ar-EG" sz="2800" dirty="0">
                <a:solidFill>
                  <a:srgbClr val="008658"/>
                </a:solidFill>
                <a:latin typeface="Calibri" pitchFamily="34" charset="0"/>
                <a:cs typeface="Calibri" pitchFamily="34" charset="-120"/>
              </a:rPr>
              <a:t>نماذج وهياكل الحوكمة الصحية</a:t>
            </a:r>
          </a:p>
        </p:txBody>
      </p:sp>
      <p:grpSp>
        <p:nvGrpSpPr>
          <p:cNvPr id="49" name="Group 48">
            <a:extLst>
              <a:ext uri="{FF2B5EF4-FFF2-40B4-BE49-F238E27FC236}">
                <a16:creationId xmlns:a16="http://schemas.microsoft.com/office/drawing/2014/main" id="{95B413EB-ABFC-C42D-3B26-B40DD8AA4346}"/>
              </a:ext>
            </a:extLst>
          </p:cNvPr>
          <p:cNvGrpSpPr/>
          <p:nvPr/>
        </p:nvGrpSpPr>
        <p:grpSpPr>
          <a:xfrm>
            <a:off x="426720" y="1341120"/>
            <a:ext cx="11338560" cy="4693920"/>
            <a:chOff x="426720" y="1341120"/>
            <a:chExt cx="11338560" cy="4693920"/>
          </a:xfrm>
        </p:grpSpPr>
        <p:sp>
          <p:nvSpPr>
            <p:cNvPr id="5" name="Shape 3"/>
            <p:cNvSpPr/>
            <p:nvPr/>
          </p:nvSpPr>
          <p:spPr>
            <a:xfrm>
              <a:off x="8148320" y="1341120"/>
              <a:ext cx="3616960" cy="225552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ar-EG" sz="3200" noProof="0" dirty="0">
                <a:latin typeface="Sakkal Majalla" panose="02000000000000000000" pitchFamily="2" charset="-78"/>
                <a:cs typeface="Sakkal Majalla" panose="02000000000000000000" pitchFamily="2" charset="-78"/>
              </a:endParaRPr>
            </a:p>
          </p:txBody>
        </p:sp>
        <p:sp>
          <p:nvSpPr>
            <p:cNvPr id="6" name="Shape 4"/>
            <p:cNvSpPr/>
            <p:nvPr/>
          </p:nvSpPr>
          <p:spPr>
            <a:xfrm>
              <a:off x="8148320" y="1341120"/>
              <a:ext cx="3616960" cy="73152"/>
            </a:xfrm>
            <a:prstGeom prst="rect">
              <a:avLst/>
            </a:prstGeom>
            <a:solidFill>
              <a:srgbClr val="2E7D52"/>
            </a:solidFill>
            <a:ln/>
          </p:spPr>
          <p:txBody>
            <a:bodyPr/>
            <a:lstStyle/>
            <a:p>
              <a:endParaRPr lang="ar-EG" sz="3200" noProof="0" dirty="0">
                <a:latin typeface="Sakkal Majalla" panose="02000000000000000000" pitchFamily="2" charset="-78"/>
                <a:cs typeface="Sakkal Majalla" panose="02000000000000000000" pitchFamily="2" charset="-78"/>
              </a:endParaRPr>
            </a:p>
          </p:txBody>
        </p:sp>
        <p:sp>
          <p:nvSpPr>
            <p:cNvPr id="7" name="Shape 5"/>
            <p:cNvSpPr/>
            <p:nvPr/>
          </p:nvSpPr>
          <p:spPr>
            <a:xfrm>
              <a:off x="11131296" y="1487424"/>
              <a:ext cx="463296" cy="463296"/>
            </a:xfrm>
            <a:prstGeom prst="ellipse">
              <a:avLst/>
            </a:prstGeom>
            <a:solidFill>
              <a:srgbClr val="2E7D52"/>
            </a:solidFill>
            <a:ln w="12700">
              <a:solidFill>
                <a:srgbClr val="2E7D52"/>
              </a:solidFill>
              <a:prstDash val="solid"/>
            </a:ln>
          </p:spPr>
          <p:txBody>
            <a:bodyPr/>
            <a:lstStyle/>
            <a:p>
              <a:endParaRPr lang="ar-EG" sz="3200" noProof="0" dirty="0">
                <a:latin typeface="Sakkal Majalla" panose="02000000000000000000" pitchFamily="2" charset="-78"/>
                <a:cs typeface="Sakkal Majalla" panose="02000000000000000000" pitchFamily="2" charset="-78"/>
              </a:endParaRPr>
            </a:p>
          </p:txBody>
        </p:sp>
        <p:sp>
          <p:nvSpPr>
            <p:cNvPr id="8" name="Text 6"/>
            <p:cNvSpPr/>
            <p:nvPr/>
          </p:nvSpPr>
          <p:spPr>
            <a:xfrm>
              <a:off x="11131296" y="1499616"/>
              <a:ext cx="463296" cy="438912"/>
            </a:xfrm>
            <a:prstGeom prst="rect">
              <a:avLst/>
            </a:prstGeom>
            <a:noFill/>
            <a:ln/>
          </p:spPr>
          <p:txBody>
            <a:bodyPr wrap="square" rtlCol="0" anchor="ctr"/>
            <a:lstStyle/>
            <a:p>
              <a:pPr algn="ctr"/>
              <a:r>
                <a:rPr lang="ar-EG" sz="2000" b="1" noProof="0" dirty="0">
                  <a:solidFill>
                    <a:srgbClr val="FFFFFF"/>
                  </a:solidFill>
                  <a:latin typeface="Sakkal Majalla" panose="02000000000000000000" pitchFamily="2" charset="-78"/>
                  <a:ea typeface="Calibri" pitchFamily="34" charset="-122"/>
                  <a:cs typeface="Sakkal Majalla" panose="02000000000000000000" pitchFamily="2" charset="-78"/>
                </a:rPr>
                <a:t>1</a:t>
              </a:r>
              <a:endParaRPr lang="ar-EG" sz="2000" noProof="0" dirty="0">
                <a:latin typeface="Sakkal Majalla" panose="02000000000000000000" pitchFamily="2" charset="-78"/>
                <a:cs typeface="Sakkal Majalla" panose="02000000000000000000" pitchFamily="2" charset="-78"/>
              </a:endParaRPr>
            </a:p>
          </p:txBody>
        </p:sp>
        <p:sp>
          <p:nvSpPr>
            <p:cNvPr id="9" name="Text 7"/>
            <p:cNvSpPr/>
            <p:nvPr/>
          </p:nvSpPr>
          <p:spPr>
            <a:xfrm>
              <a:off x="8270240" y="1463040"/>
              <a:ext cx="2763520" cy="512064"/>
            </a:xfrm>
            <a:prstGeom prst="rect">
              <a:avLst/>
            </a:prstGeom>
            <a:noFill/>
            <a:ln/>
          </p:spPr>
          <p:txBody>
            <a:bodyPr wrap="square" rtlCol="0" anchor="ctr"/>
            <a:lstStyle/>
            <a:p>
              <a:pPr algn="r" rtl="1"/>
              <a:r>
                <a:rPr lang="ar-EG" sz="2000" b="1" noProof="0" dirty="0">
                  <a:solidFill>
                    <a:srgbClr val="2E7D52"/>
                  </a:solidFill>
                  <a:latin typeface="Sakkal Majalla" panose="02000000000000000000" pitchFamily="2" charset="-78"/>
                  <a:ea typeface="Arial" pitchFamily="34" charset="-122"/>
                  <a:cs typeface="Sakkal Majalla" panose="02000000000000000000" pitchFamily="2" charset="-78"/>
                </a:rPr>
                <a:t>تعريف الحوكمة</a:t>
              </a:r>
              <a:endParaRPr lang="ar-EG" sz="2000" noProof="0" dirty="0">
                <a:latin typeface="Sakkal Majalla" panose="02000000000000000000" pitchFamily="2" charset="-78"/>
                <a:cs typeface="Sakkal Majalla" panose="02000000000000000000" pitchFamily="2" charset="-78"/>
              </a:endParaRPr>
            </a:p>
          </p:txBody>
        </p:sp>
        <p:sp>
          <p:nvSpPr>
            <p:cNvPr id="10" name="Shape 8"/>
            <p:cNvSpPr/>
            <p:nvPr/>
          </p:nvSpPr>
          <p:spPr>
            <a:xfrm>
              <a:off x="8270240" y="2011680"/>
              <a:ext cx="3373120" cy="24384"/>
            </a:xfrm>
            <a:prstGeom prst="rect">
              <a:avLst/>
            </a:prstGeom>
            <a:solidFill>
              <a:srgbClr val="E0E8E4"/>
            </a:solidFill>
            <a:ln/>
          </p:spPr>
          <p:txBody>
            <a:bodyPr/>
            <a:lstStyle/>
            <a:p>
              <a:endParaRPr lang="ar-EG" sz="3200" noProof="0" dirty="0">
                <a:latin typeface="Sakkal Majalla" panose="02000000000000000000" pitchFamily="2" charset="-78"/>
                <a:cs typeface="Sakkal Majalla" panose="02000000000000000000" pitchFamily="2" charset="-78"/>
              </a:endParaRPr>
            </a:p>
          </p:txBody>
        </p:sp>
        <p:sp>
          <p:nvSpPr>
            <p:cNvPr id="11" name="Text 9"/>
            <p:cNvSpPr/>
            <p:nvPr/>
          </p:nvSpPr>
          <p:spPr>
            <a:xfrm>
              <a:off x="8270240" y="2097024"/>
              <a:ext cx="3373120" cy="1341120"/>
            </a:xfrm>
            <a:prstGeom prst="rect">
              <a:avLst/>
            </a:prstGeom>
            <a:noFill/>
            <a:ln/>
          </p:spPr>
          <p:txBody>
            <a:bodyPr wrap="square" rtlCol="0" anchor="t"/>
            <a:lstStyle/>
            <a:p>
              <a:pPr algn="r" rtl="1"/>
              <a:r>
                <a:rPr lang="ar-EG" noProof="0" dirty="0">
                  <a:solidFill>
                    <a:srgbClr val="1C2B22"/>
                  </a:solidFill>
                  <a:latin typeface="Sakkal Majalla" panose="02000000000000000000" pitchFamily="2" charset="-78"/>
                  <a:ea typeface="Arial" pitchFamily="34" charset="-122"/>
                  <a:cs typeface="Sakkal Majalla" panose="02000000000000000000" pitchFamily="2" charset="-78"/>
                </a:rPr>
                <a:t>الإطار الذي يحدد توزيع الأدوار والمسؤوليات بين مجلس الإدارة، الإدارة التنفيذية، واللجان المتخصصة مع آليات المساءلة والشفافية.</a:t>
              </a:r>
              <a:endParaRPr lang="ar-EG" noProof="0" dirty="0">
                <a:latin typeface="Sakkal Majalla" panose="02000000000000000000" pitchFamily="2" charset="-78"/>
                <a:cs typeface="Sakkal Majalla" panose="02000000000000000000" pitchFamily="2" charset="-78"/>
              </a:endParaRPr>
            </a:p>
          </p:txBody>
        </p:sp>
        <p:sp>
          <p:nvSpPr>
            <p:cNvPr id="12" name="Shape 10"/>
            <p:cNvSpPr/>
            <p:nvPr/>
          </p:nvSpPr>
          <p:spPr>
            <a:xfrm>
              <a:off x="4287520" y="1341120"/>
              <a:ext cx="3616960" cy="225552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ar-EG" sz="3200" noProof="0" dirty="0">
                <a:latin typeface="Sakkal Majalla" panose="02000000000000000000" pitchFamily="2" charset="-78"/>
                <a:cs typeface="Sakkal Majalla" panose="02000000000000000000" pitchFamily="2" charset="-78"/>
              </a:endParaRPr>
            </a:p>
          </p:txBody>
        </p:sp>
        <p:sp>
          <p:nvSpPr>
            <p:cNvPr id="13" name="Shape 11"/>
            <p:cNvSpPr/>
            <p:nvPr/>
          </p:nvSpPr>
          <p:spPr>
            <a:xfrm>
              <a:off x="4287520" y="1341120"/>
              <a:ext cx="3616960" cy="73152"/>
            </a:xfrm>
            <a:prstGeom prst="rect">
              <a:avLst/>
            </a:prstGeom>
            <a:solidFill>
              <a:srgbClr val="2E7D52"/>
            </a:solidFill>
            <a:ln/>
          </p:spPr>
          <p:txBody>
            <a:bodyPr/>
            <a:lstStyle/>
            <a:p>
              <a:endParaRPr lang="ar-EG" sz="3200" noProof="0" dirty="0">
                <a:latin typeface="Sakkal Majalla" panose="02000000000000000000" pitchFamily="2" charset="-78"/>
                <a:cs typeface="Sakkal Majalla" panose="02000000000000000000" pitchFamily="2" charset="-78"/>
              </a:endParaRPr>
            </a:p>
          </p:txBody>
        </p:sp>
        <p:sp>
          <p:nvSpPr>
            <p:cNvPr id="14" name="Shape 12"/>
            <p:cNvSpPr/>
            <p:nvPr/>
          </p:nvSpPr>
          <p:spPr>
            <a:xfrm>
              <a:off x="7270496" y="1487424"/>
              <a:ext cx="463296" cy="463296"/>
            </a:xfrm>
            <a:prstGeom prst="ellipse">
              <a:avLst/>
            </a:prstGeom>
            <a:solidFill>
              <a:srgbClr val="2E7D52"/>
            </a:solidFill>
            <a:ln w="12700">
              <a:solidFill>
                <a:srgbClr val="2E7D52"/>
              </a:solidFill>
              <a:prstDash val="solid"/>
            </a:ln>
          </p:spPr>
          <p:txBody>
            <a:bodyPr/>
            <a:lstStyle/>
            <a:p>
              <a:endParaRPr lang="ar-EG" sz="3200" noProof="0" dirty="0">
                <a:latin typeface="Sakkal Majalla" panose="02000000000000000000" pitchFamily="2" charset="-78"/>
                <a:cs typeface="Sakkal Majalla" panose="02000000000000000000" pitchFamily="2" charset="-78"/>
              </a:endParaRPr>
            </a:p>
          </p:txBody>
        </p:sp>
        <p:sp>
          <p:nvSpPr>
            <p:cNvPr id="15" name="Text 13"/>
            <p:cNvSpPr/>
            <p:nvPr/>
          </p:nvSpPr>
          <p:spPr>
            <a:xfrm>
              <a:off x="7270496" y="1499616"/>
              <a:ext cx="463296" cy="438912"/>
            </a:xfrm>
            <a:prstGeom prst="rect">
              <a:avLst/>
            </a:prstGeom>
            <a:noFill/>
            <a:ln/>
          </p:spPr>
          <p:txBody>
            <a:bodyPr wrap="square" rtlCol="0" anchor="ctr"/>
            <a:lstStyle/>
            <a:p>
              <a:pPr algn="ctr"/>
              <a:r>
                <a:rPr lang="ar-EG" sz="2000" b="1" noProof="0" dirty="0">
                  <a:solidFill>
                    <a:srgbClr val="FFFFFF"/>
                  </a:solidFill>
                  <a:latin typeface="Sakkal Majalla" panose="02000000000000000000" pitchFamily="2" charset="-78"/>
                  <a:ea typeface="Calibri" pitchFamily="34" charset="-122"/>
                  <a:cs typeface="Sakkal Majalla" panose="02000000000000000000" pitchFamily="2" charset="-78"/>
                </a:rPr>
                <a:t>2</a:t>
              </a:r>
              <a:endParaRPr lang="ar-EG" sz="2000" noProof="0" dirty="0">
                <a:latin typeface="Sakkal Majalla" panose="02000000000000000000" pitchFamily="2" charset="-78"/>
                <a:cs typeface="Sakkal Majalla" panose="02000000000000000000" pitchFamily="2" charset="-78"/>
              </a:endParaRPr>
            </a:p>
          </p:txBody>
        </p:sp>
        <p:sp>
          <p:nvSpPr>
            <p:cNvPr id="16" name="Text 14"/>
            <p:cNvSpPr/>
            <p:nvPr/>
          </p:nvSpPr>
          <p:spPr>
            <a:xfrm>
              <a:off x="4409440" y="1463040"/>
              <a:ext cx="2763520" cy="512064"/>
            </a:xfrm>
            <a:prstGeom prst="rect">
              <a:avLst/>
            </a:prstGeom>
            <a:noFill/>
            <a:ln/>
          </p:spPr>
          <p:txBody>
            <a:bodyPr wrap="square" rtlCol="0" anchor="ctr"/>
            <a:lstStyle/>
            <a:p>
              <a:pPr algn="r" rtl="1"/>
              <a:r>
                <a:rPr lang="ar-EG" sz="2000" b="1" noProof="0" dirty="0">
                  <a:solidFill>
                    <a:srgbClr val="2E7D52"/>
                  </a:solidFill>
                  <a:latin typeface="Sakkal Majalla" panose="02000000000000000000" pitchFamily="2" charset="-78"/>
                  <a:ea typeface="Arial" pitchFamily="34" charset="-122"/>
                  <a:cs typeface="Sakkal Majalla" panose="02000000000000000000" pitchFamily="2" charset="-78"/>
                </a:rPr>
                <a:t>نموذج ثلاثة خطوط دفاع</a:t>
              </a:r>
              <a:endParaRPr lang="ar-EG" sz="2000" noProof="0" dirty="0">
                <a:latin typeface="Sakkal Majalla" panose="02000000000000000000" pitchFamily="2" charset="-78"/>
                <a:cs typeface="Sakkal Majalla" panose="02000000000000000000" pitchFamily="2" charset="-78"/>
              </a:endParaRPr>
            </a:p>
          </p:txBody>
        </p:sp>
        <p:sp>
          <p:nvSpPr>
            <p:cNvPr id="17" name="Shape 15"/>
            <p:cNvSpPr/>
            <p:nvPr/>
          </p:nvSpPr>
          <p:spPr>
            <a:xfrm>
              <a:off x="4409440" y="2011680"/>
              <a:ext cx="3373120" cy="24384"/>
            </a:xfrm>
            <a:prstGeom prst="rect">
              <a:avLst/>
            </a:prstGeom>
            <a:solidFill>
              <a:srgbClr val="E0E8E4"/>
            </a:solidFill>
            <a:ln/>
          </p:spPr>
          <p:txBody>
            <a:bodyPr/>
            <a:lstStyle/>
            <a:p>
              <a:endParaRPr lang="ar-EG" sz="3200" noProof="0" dirty="0">
                <a:latin typeface="Sakkal Majalla" panose="02000000000000000000" pitchFamily="2" charset="-78"/>
                <a:cs typeface="Sakkal Majalla" panose="02000000000000000000" pitchFamily="2" charset="-78"/>
              </a:endParaRPr>
            </a:p>
          </p:txBody>
        </p:sp>
        <p:sp>
          <p:nvSpPr>
            <p:cNvPr id="18" name="Text 16"/>
            <p:cNvSpPr/>
            <p:nvPr/>
          </p:nvSpPr>
          <p:spPr>
            <a:xfrm>
              <a:off x="4409440" y="2097024"/>
              <a:ext cx="3373120" cy="1341120"/>
            </a:xfrm>
            <a:prstGeom prst="rect">
              <a:avLst/>
            </a:prstGeom>
            <a:noFill/>
            <a:ln/>
          </p:spPr>
          <p:txBody>
            <a:bodyPr wrap="square" rtlCol="0" anchor="t"/>
            <a:lstStyle/>
            <a:p>
              <a:pPr algn="r" rtl="1"/>
              <a:r>
                <a:rPr lang="ar-EG" noProof="0" dirty="0">
                  <a:solidFill>
                    <a:srgbClr val="1C2B22"/>
                  </a:solidFill>
                  <a:latin typeface="Sakkal Majalla" panose="02000000000000000000" pitchFamily="2" charset="-78"/>
                  <a:ea typeface="Arial" pitchFamily="34" charset="-122"/>
                  <a:cs typeface="Sakkal Majalla" panose="02000000000000000000" pitchFamily="2" charset="-78"/>
                </a:rPr>
                <a:t>الخط الأول: الإدارة التنفيذية (التنفيذ اليومي) </a:t>
              </a:r>
            </a:p>
            <a:p>
              <a:pPr algn="r" rtl="1"/>
              <a:r>
                <a:rPr lang="ar-EG" noProof="0" dirty="0">
                  <a:solidFill>
                    <a:srgbClr val="1C2B22"/>
                  </a:solidFill>
                  <a:latin typeface="Sakkal Majalla" panose="02000000000000000000" pitchFamily="2" charset="-78"/>
                  <a:ea typeface="Arial" pitchFamily="34" charset="-122"/>
                  <a:cs typeface="Sakkal Majalla" panose="02000000000000000000" pitchFamily="2" charset="-78"/>
                </a:rPr>
                <a:t>الخط الثاني: إدارة المخاطر والامتثال </a:t>
              </a:r>
            </a:p>
            <a:p>
              <a:pPr algn="r" rtl="1"/>
              <a:r>
                <a:rPr lang="ar-EG" noProof="0" dirty="0">
                  <a:solidFill>
                    <a:srgbClr val="1C2B22"/>
                  </a:solidFill>
                  <a:latin typeface="Sakkal Majalla" panose="02000000000000000000" pitchFamily="2" charset="-78"/>
                  <a:ea typeface="Arial" pitchFamily="34" charset="-122"/>
                  <a:cs typeface="Sakkal Majalla" panose="02000000000000000000" pitchFamily="2" charset="-78"/>
                </a:rPr>
                <a:t>الخط الثالث: التدقيق الداخلي المستقل</a:t>
              </a:r>
              <a:endParaRPr lang="ar-EG" noProof="0" dirty="0">
                <a:latin typeface="Sakkal Majalla" panose="02000000000000000000" pitchFamily="2" charset="-78"/>
                <a:cs typeface="Sakkal Majalla" panose="02000000000000000000" pitchFamily="2" charset="-78"/>
              </a:endParaRPr>
            </a:p>
          </p:txBody>
        </p:sp>
        <p:sp>
          <p:nvSpPr>
            <p:cNvPr id="19" name="Shape 17"/>
            <p:cNvSpPr/>
            <p:nvPr/>
          </p:nvSpPr>
          <p:spPr>
            <a:xfrm>
              <a:off x="426720" y="1341120"/>
              <a:ext cx="3616960" cy="225552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ar-EG" sz="3200" noProof="0" dirty="0">
                <a:latin typeface="Sakkal Majalla" panose="02000000000000000000" pitchFamily="2" charset="-78"/>
                <a:cs typeface="Sakkal Majalla" panose="02000000000000000000" pitchFamily="2" charset="-78"/>
              </a:endParaRPr>
            </a:p>
          </p:txBody>
        </p:sp>
        <p:sp>
          <p:nvSpPr>
            <p:cNvPr id="20" name="Shape 18"/>
            <p:cNvSpPr/>
            <p:nvPr/>
          </p:nvSpPr>
          <p:spPr>
            <a:xfrm>
              <a:off x="426720" y="1341120"/>
              <a:ext cx="3616960" cy="73152"/>
            </a:xfrm>
            <a:prstGeom prst="rect">
              <a:avLst/>
            </a:prstGeom>
            <a:solidFill>
              <a:srgbClr val="2E7D52"/>
            </a:solidFill>
            <a:ln/>
          </p:spPr>
          <p:txBody>
            <a:bodyPr/>
            <a:lstStyle/>
            <a:p>
              <a:endParaRPr lang="ar-EG" sz="3200" noProof="0" dirty="0">
                <a:latin typeface="Sakkal Majalla" panose="02000000000000000000" pitchFamily="2" charset="-78"/>
                <a:cs typeface="Sakkal Majalla" panose="02000000000000000000" pitchFamily="2" charset="-78"/>
              </a:endParaRPr>
            </a:p>
          </p:txBody>
        </p:sp>
        <p:sp>
          <p:nvSpPr>
            <p:cNvPr id="21" name="Shape 19"/>
            <p:cNvSpPr/>
            <p:nvPr/>
          </p:nvSpPr>
          <p:spPr>
            <a:xfrm>
              <a:off x="3409696" y="1487424"/>
              <a:ext cx="463296" cy="463296"/>
            </a:xfrm>
            <a:prstGeom prst="ellipse">
              <a:avLst/>
            </a:prstGeom>
            <a:solidFill>
              <a:srgbClr val="2E7D52"/>
            </a:solidFill>
            <a:ln w="12700">
              <a:solidFill>
                <a:srgbClr val="2E7D52"/>
              </a:solidFill>
              <a:prstDash val="solid"/>
            </a:ln>
          </p:spPr>
          <p:txBody>
            <a:bodyPr/>
            <a:lstStyle/>
            <a:p>
              <a:endParaRPr lang="ar-EG" sz="3200" noProof="0" dirty="0">
                <a:latin typeface="Sakkal Majalla" panose="02000000000000000000" pitchFamily="2" charset="-78"/>
                <a:cs typeface="Sakkal Majalla" panose="02000000000000000000" pitchFamily="2" charset="-78"/>
              </a:endParaRPr>
            </a:p>
          </p:txBody>
        </p:sp>
        <p:sp>
          <p:nvSpPr>
            <p:cNvPr id="22" name="Text 20"/>
            <p:cNvSpPr/>
            <p:nvPr/>
          </p:nvSpPr>
          <p:spPr>
            <a:xfrm>
              <a:off x="3409696" y="1499616"/>
              <a:ext cx="463296" cy="438912"/>
            </a:xfrm>
            <a:prstGeom prst="rect">
              <a:avLst/>
            </a:prstGeom>
            <a:noFill/>
            <a:ln/>
          </p:spPr>
          <p:txBody>
            <a:bodyPr wrap="square" rtlCol="0" anchor="ctr"/>
            <a:lstStyle/>
            <a:p>
              <a:pPr algn="ctr"/>
              <a:r>
                <a:rPr lang="ar-EG" sz="2000" b="1" noProof="0" dirty="0">
                  <a:solidFill>
                    <a:srgbClr val="FFFFFF"/>
                  </a:solidFill>
                  <a:latin typeface="Sakkal Majalla" panose="02000000000000000000" pitchFamily="2" charset="-78"/>
                  <a:ea typeface="Calibri" pitchFamily="34" charset="-122"/>
                  <a:cs typeface="Sakkal Majalla" panose="02000000000000000000" pitchFamily="2" charset="-78"/>
                </a:rPr>
                <a:t>3</a:t>
              </a:r>
              <a:endParaRPr lang="ar-EG" sz="2000" noProof="0" dirty="0">
                <a:latin typeface="Sakkal Majalla" panose="02000000000000000000" pitchFamily="2" charset="-78"/>
                <a:cs typeface="Sakkal Majalla" panose="02000000000000000000" pitchFamily="2" charset="-78"/>
              </a:endParaRPr>
            </a:p>
          </p:txBody>
        </p:sp>
        <p:sp>
          <p:nvSpPr>
            <p:cNvPr id="23" name="Text 21"/>
            <p:cNvSpPr/>
            <p:nvPr/>
          </p:nvSpPr>
          <p:spPr>
            <a:xfrm>
              <a:off x="548640" y="1463040"/>
              <a:ext cx="2763520" cy="512064"/>
            </a:xfrm>
            <a:prstGeom prst="rect">
              <a:avLst/>
            </a:prstGeom>
            <a:noFill/>
            <a:ln/>
          </p:spPr>
          <p:txBody>
            <a:bodyPr wrap="square" rtlCol="0" anchor="ctr"/>
            <a:lstStyle/>
            <a:p>
              <a:pPr algn="r" rtl="1"/>
              <a:r>
                <a:rPr lang="ar-EG" sz="2000" b="1" noProof="0" dirty="0">
                  <a:solidFill>
                    <a:srgbClr val="2E7D52"/>
                  </a:solidFill>
                  <a:latin typeface="Sakkal Majalla" panose="02000000000000000000" pitchFamily="2" charset="-78"/>
                  <a:ea typeface="Arial" pitchFamily="34" charset="-122"/>
                  <a:cs typeface="Sakkal Majalla" panose="02000000000000000000" pitchFamily="2" charset="-78"/>
                </a:rPr>
                <a:t>مجلس الإدارة</a:t>
              </a:r>
              <a:endParaRPr lang="ar-EG" sz="2000" noProof="0" dirty="0">
                <a:latin typeface="Sakkal Majalla" panose="02000000000000000000" pitchFamily="2" charset="-78"/>
                <a:cs typeface="Sakkal Majalla" panose="02000000000000000000" pitchFamily="2" charset="-78"/>
              </a:endParaRPr>
            </a:p>
          </p:txBody>
        </p:sp>
        <p:sp>
          <p:nvSpPr>
            <p:cNvPr id="24" name="Shape 22"/>
            <p:cNvSpPr/>
            <p:nvPr/>
          </p:nvSpPr>
          <p:spPr>
            <a:xfrm>
              <a:off x="548640" y="2011680"/>
              <a:ext cx="3373120" cy="24384"/>
            </a:xfrm>
            <a:prstGeom prst="rect">
              <a:avLst/>
            </a:prstGeom>
            <a:solidFill>
              <a:srgbClr val="E0E8E4"/>
            </a:solidFill>
            <a:ln/>
          </p:spPr>
          <p:txBody>
            <a:bodyPr/>
            <a:lstStyle/>
            <a:p>
              <a:endParaRPr lang="ar-EG" sz="3200" noProof="0" dirty="0">
                <a:latin typeface="Sakkal Majalla" panose="02000000000000000000" pitchFamily="2" charset="-78"/>
                <a:cs typeface="Sakkal Majalla" panose="02000000000000000000" pitchFamily="2" charset="-78"/>
              </a:endParaRPr>
            </a:p>
          </p:txBody>
        </p:sp>
        <p:sp>
          <p:nvSpPr>
            <p:cNvPr id="25" name="Text 23"/>
            <p:cNvSpPr/>
            <p:nvPr/>
          </p:nvSpPr>
          <p:spPr>
            <a:xfrm>
              <a:off x="548640" y="2097024"/>
              <a:ext cx="3373120" cy="1341120"/>
            </a:xfrm>
            <a:prstGeom prst="rect">
              <a:avLst/>
            </a:prstGeom>
            <a:noFill/>
            <a:ln/>
          </p:spPr>
          <p:txBody>
            <a:bodyPr wrap="square" rtlCol="0" anchor="t"/>
            <a:lstStyle/>
            <a:p>
              <a:pPr algn="r" rtl="1"/>
              <a:r>
                <a:rPr lang="ar-EG" noProof="0" dirty="0">
                  <a:solidFill>
                    <a:srgbClr val="1C2B22"/>
                  </a:solidFill>
                  <a:latin typeface="Sakkal Majalla" panose="02000000000000000000" pitchFamily="2" charset="-78"/>
                  <a:ea typeface="Arial" pitchFamily="34" charset="-122"/>
                  <a:cs typeface="Sakkal Majalla" panose="02000000000000000000" pitchFamily="2" charset="-78"/>
                </a:rPr>
                <a:t>اعتماد الاستراتيجية، الإشراف على الأداء، ضمان الامتثال، حماية حقوق أصحاب المصلحة – مجلس يوجه ويشرف لا يُشغل.</a:t>
              </a:r>
              <a:endParaRPr lang="ar-EG" noProof="0" dirty="0">
                <a:latin typeface="Sakkal Majalla" panose="02000000000000000000" pitchFamily="2" charset="-78"/>
                <a:cs typeface="Sakkal Majalla" panose="02000000000000000000" pitchFamily="2" charset="-78"/>
              </a:endParaRPr>
            </a:p>
          </p:txBody>
        </p:sp>
        <p:sp>
          <p:nvSpPr>
            <p:cNvPr id="26" name="Shape 24"/>
            <p:cNvSpPr/>
            <p:nvPr/>
          </p:nvSpPr>
          <p:spPr>
            <a:xfrm>
              <a:off x="8148320" y="3779520"/>
              <a:ext cx="3616960" cy="225552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ar-EG" sz="3200" noProof="0" dirty="0">
                <a:latin typeface="Sakkal Majalla" panose="02000000000000000000" pitchFamily="2" charset="-78"/>
                <a:cs typeface="Sakkal Majalla" panose="02000000000000000000" pitchFamily="2" charset="-78"/>
              </a:endParaRPr>
            </a:p>
          </p:txBody>
        </p:sp>
        <p:sp>
          <p:nvSpPr>
            <p:cNvPr id="27" name="Shape 25"/>
            <p:cNvSpPr/>
            <p:nvPr/>
          </p:nvSpPr>
          <p:spPr>
            <a:xfrm>
              <a:off x="8148320" y="3779520"/>
              <a:ext cx="3616960" cy="73152"/>
            </a:xfrm>
            <a:prstGeom prst="rect">
              <a:avLst/>
            </a:prstGeom>
            <a:solidFill>
              <a:srgbClr val="2E7D52"/>
            </a:solidFill>
            <a:ln/>
          </p:spPr>
          <p:txBody>
            <a:bodyPr/>
            <a:lstStyle/>
            <a:p>
              <a:endParaRPr lang="ar-EG" sz="3200" noProof="0" dirty="0">
                <a:latin typeface="Sakkal Majalla" panose="02000000000000000000" pitchFamily="2" charset="-78"/>
                <a:cs typeface="Sakkal Majalla" panose="02000000000000000000" pitchFamily="2" charset="-78"/>
              </a:endParaRPr>
            </a:p>
          </p:txBody>
        </p:sp>
        <p:sp>
          <p:nvSpPr>
            <p:cNvPr id="28" name="Shape 26"/>
            <p:cNvSpPr/>
            <p:nvPr/>
          </p:nvSpPr>
          <p:spPr>
            <a:xfrm>
              <a:off x="11131296" y="3925824"/>
              <a:ext cx="463296" cy="463296"/>
            </a:xfrm>
            <a:prstGeom prst="ellipse">
              <a:avLst/>
            </a:prstGeom>
            <a:solidFill>
              <a:srgbClr val="2E7D52"/>
            </a:solidFill>
            <a:ln w="12700">
              <a:solidFill>
                <a:srgbClr val="2E7D52"/>
              </a:solidFill>
              <a:prstDash val="solid"/>
            </a:ln>
          </p:spPr>
          <p:txBody>
            <a:bodyPr/>
            <a:lstStyle/>
            <a:p>
              <a:endParaRPr lang="ar-EG" sz="3200" noProof="0" dirty="0">
                <a:latin typeface="Sakkal Majalla" panose="02000000000000000000" pitchFamily="2" charset="-78"/>
                <a:cs typeface="Sakkal Majalla" panose="02000000000000000000" pitchFamily="2" charset="-78"/>
              </a:endParaRPr>
            </a:p>
          </p:txBody>
        </p:sp>
        <p:sp>
          <p:nvSpPr>
            <p:cNvPr id="29" name="Text 27"/>
            <p:cNvSpPr/>
            <p:nvPr/>
          </p:nvSpPr>
          <p:spPr>
            <a:xfrm>
              <a:off x="11131296" y="3938016"/>
              <a:ext cx="463296" cy="438912"/>
            </a:xfrm>
            <a:prstGeom prst="rect">
              <a:avLst/>
            </a:prstGeom>
            <a:noFill/>
            <a:ln/>
          </p:spPr>
          <p:txBody>
            <a:bodyPr wrap="square" rtlCol="0" anchor="ctr"/>
            <a:lstStyle/>
            <a:p>
              <a:pPr algn="ctr"/>
              <a:r>
                <a:rPr lang="ar-EG" sz="2000" b="1" noProof="0" dirty="0">
                  <a:solidFill>
                    <a:srgbClr val="FFFFFF"/>
                  </a:solidFill>
                  <a:latin typeface="Sakkal Majalla" panose="02000000000000000000" pitchFamily="2" charset="-78"/>
                  <a:ea typeface="Calibri" pitchFamily="34" charset="-122"/>
                  <a:cs typeface="Sakkal Majalla" panose="02000000000000000000" pitchFamily="2" charset="-78"/>
                </a:rPr>
                <a:t>4</a:t>
              </a:r>
              <a:endParaRPr lang="ar-EG" sz="2000" noProof="0" dirty="0">
                <a:latin typeface="Sakkal Majalla" panose="02000000000000000000" pitchFamily="2" charset="-78"/>
                <a:cs typeface="Sakkal Majalla" panose="02000000000000000000" pitchFamily="2" charset="-78"/>
              </a:endParaRPr>
            </a:p>
          </p:txBody>
        </p:sp>
        <p:sp>
          <p:nvSpPr>
            <p:cNvPr id="30" name="Text 28"/>
            <p:cNvSpPr/>
            <p:nvPr/>
          </p:nvSpPr>
          <p:spPr>
            <a:xfrm>
              <a:off x="8270240" y="3901440"/>
              <a:ext cx="2763520" cy="512064"/>
            </a:xfrm>
            <a:prstGeom prst="rect">
              <a:avLst/>
            </a:prstGeom>
            <a:noFill/>
            <a:ln/>
          </p:spPr>
          <p:txBody>
            <a:bodyPr wrap="square" rtlCol="0" anchor="ctr"/>
            <a:lstStyle/>
            <a:p>
              <a:pPr algn="r" rtl="1"/>
              <a:r>
                <a:rPr lang="ar-EG" sz="2000" b="1" noProof="0" dirty="0">
                  <a:solidFill>
                    <a:srgbClr val="2E7D52"/>
                  </a:solidFill>
                  <a:latin typeface="Sakkal Majalla" panose="02000000000000000000" pitchFamily="2" charset="-78"/>
                  <a:ea typeface="Arial" pitchFamily="34" charset="-122"/>
                  <a:cs typeface="Sakkal Majalla" panose="02000000000000000000" pitchFamily="2" charset="-78"/>
                </a:rPr>
                <a:t>اللجان التابعة</a:t>
              </a:r>
              <a:endParaRPr lang="ar-EG" sz="2000" noProof="0" dirty="0">
                <a:latin typeface="Sakkal Majalla" panose="02000000000000000000" pitchFamily="2" charset="-78"/>
                <a:cs typeface="Sakkal Majalla" panose="02000000000000000000" pitchFamily="2" charset="-78"/>
              </a:endParaRPr>
            </a:p>
          </p:txBody>
        </p:sp>
        <p:sp>
          <p:nvSpPr>
            <p:cNvPr id="31" name="Shape 29"/>
            <p:cNvSpPr/>
            <p:nvPr/>
          </p:nvSpPr>
          <p:spPr>
            <a:xfrm>
              <a:off x="8270240" y="4450080"/>
              <a:ext cx="3373120" cy="24384"/>
            </a:xfrm>
            <a:prstGeom prst="rect">
              <a:avLst/>
            </a:prstGeom>
            <a:solidFill>
              <a:srgbClr val="E0E8E4"/>
            </a:solidFill>
            <a:ln/>
          </p:spPr>
          <p:txBody>
            <a:bodyPr/>
            <a:lstStyle/>
            <a:p>
              <a:endParaRPr lang="ar-EG" sz="3200" noProof="0" dirty="0">
                <a:latin typeface="Sakkal Majalla" panose="02000000000000000000" pitchFamily="2" charset="-78"/>
                <a:cs typeface="Sakkal Majalla" panose="02000000000000000000" pitchFamily="2" charset="-78"/>
              </a:endParaRPr>
            </a:p>
          </p:txBody>
        </p:sp>
        <p:sp>
          <p:nvSpPr>
            <p:cNvPr id="32" name="Text 30"/>
            <p:cNvSpPr/>
            <p:nvPr/>
          </p:nvSpPr>
          <p:spPr>
            <a:xfrm>
              <a:off x="8270240" y="4535424"/>
              <a:ext cx="3373120" cy="1341120"/>
            </a:xfrm>
            <a:prstGeom prst="rect">
              <a:avLst/>
            </a:prstGeom>
            <a:noFill/>
            <a:ln/>
          </p:spPr>
          <p:txBody>
            <a:bodyPr wrap="square" rtlCol="0" anchor="t"/>
            <a:lstStyle/>
            <a:p>
              <a:pPr algn="r" rtl="1"/>
              <a:r>
                <a:rPr lang="ar-EG" noProof="0" dirty="0">
                  <a:solidFill>
                    <a:srgbClr val="1C2B22"/>
                  </a:solidFill>
                  <a:latin typeface="Sakkal Majalla" panose="02000000000000000000" pitchFamily="2" charset="-78"/>
                  <a:ea typeface="Arial" pitchFamily="34" charset="-122"/>
                  <a:cs typeface="Sakkal Majalla" panose="02000000000000000000" pitchFamily="2" charset="-78"/>
                </a:rPr>
                <a:t>لجنة الجودة وسلامة المرضى: مراجعة نسب الأخطاء الجسيمة وخطط التحسين.</a:t>
              </a:r>
            </a:p>
            <a:p>
              <a:pPr algn="r" rtl="1"/>
              <a:r>
                <a:rPr lang="ar-EG" noProof="0" dirty="0">
                  <a:solidFill>
                    <a:srgbClr val="1C2B22"/>
                  </a:solidFill>
                  <a:latin typeface="Sakkal Majalla" panose="02000000000000000000" pitchFamily="2" charset="-78"/>
                  <a:ea typeface="Arial" pitchFamily="34" charset="-122"/>
                  <a:cs typeface="Sakkal Majalla" panose="02000000000000000000" pitchFamily="2" charset="-78"/>
                </a:rPr>
                <a:t>لجنة الامتثال والأخلاقيات: برامج الامتثال وتضارب المصالح.</a:t>
              </a:r>
              <a:endParaRPr lang="ar-EG" noProof="0" dirty="0">
                <a:latin typeface="Sakkal Majalla" panose="02000000000000000000" pitchFamily="2" charset="-78"/>
                <a:cs typeface="Sakkal Majalla" panose="02000000000000000000" pitchFamily="2" charset="-78"/>
              </a:endParaRPr>
            </a:p>
          </p:txBody>
        </p:sp>
        <p:sp>
          <p:nvSpPr>
            <p:cNvPr id="33" name="Shape 31"/>
            <p:cNvSpPr/>
            <p:nvPr/>
          </p:nvSpPr>
          <p:spPr>
            <a:xfrm>
              <a:off x="4287520" y="3779520"/>
              <a:ext cx="3616960" cy="225552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ar-EG" sz="3200" noProof="0" dirty="0">
                <a:latin typeface="Sakkal Majalla" panose="02000000000000000000" pitchFamily="2" charset="-78"/>
                <a:cs typeface="Sakkal Majalla" panose="02000000000000000000" pitchFamily="2" charset="-78"/>
              </a:endParaRPr>
            </a:p>
          </p:txBody>
        </p:sp>
        <p:sp>
          <p:nvSpPr>
            <p:cNvPr id="34" name="Shape 32"/>
            <p:cNvSpPr/>
            <p:nvPr/>
          </p:nvSpPr>
          <p:spPr>
            <a:xfrm>
              <a:off x="4287520" y="3779520"/>
              <a:ext cx="3616960" cy="73152"/>
            </a:xfrm>
            <a:prstGeom prst="rect">
              <a:avLst/>
            </a:prstGeom>
            <a:solidFill>
              <a:srgbClr val="2E7D52"/>
            </a:solidFill>
            <a:ln/>
          </p:spPr>
          <p:txBody>
            <a:bodyPr/>
            <a:lstStyle/>
            <a:p>
              <a:endParaRPr lang="ar-EG" sz="3200" noProof="0" dirty="0">
                <a:latin typeface="Sakkal Majalla" panose="02000000000000000000" pitchFamily="2" charset="-78"/>
                <a:cs typeface="Sakkal Majalla" panose="02000000000000000000" pitchFamily="2" charset="-78"/>
              </a:endParaRPr>
            </a:p>
          </p:txBody>
        </p:sp>
        <p:sp>
          <p:nvSpPr>
            <p:cNvPr id="35" name="Shape 33"/>
            <p:cNvSpPr/>
            <p:nvPr/>
          </p:nvSpPr>
          <p:spPr>
            <a:xfrm>
              <a:off x="7270496" y="3925824"/>
              <a:ext cx="463296" cy="463296"/>
            </a:xfrm>
            <a:prstGeom prst="ellipse">
              <a:avLst/>
            </a:prstGeom>
            <a:solidFill>
              <a:srgbClr val="2E7D52"/>
            </a:solidFill>
            <a:ln w="12700">
              <a:solidFill>
                <a:srgbClr val="2E7D52"/>
              </a:solidFill>
              <a:prstDash val="solid"/>
            </a:ln>
          </p:spPr>
          <p:txBody>
            <a:bodyPr/>
            <a:lstStyle/>
            <a:p>
              <a:endParaRPr lang="ar-EG" sz="3200" noProof="0" dirty="0">
                <a:latin typeface="Sakkal Majalla" panose="02000000000000000000" pitchFamily="2" charset="-78"/>
                <a:cs typeface="Sakkal Majalla" panose="02000000000000000000" pitchFamily="2" charset="-78"/>
              </a:endParaRPr>
            </a:p>
          </p:txBody>
        </p:sp>
        <p:sp>
          <p:nvSpPr>
            <p:cNvPr id="36" name="Text 34"/>
            <p:cNvSpPr/>
            <p:nvPr/>
          </p:nvSpPr>
          <p:spPr>
            <a:xfrm>
              <a:off x="7270496" y="3938016"/>
              <a:ext cx="463296" cy="438912"/>
            </a:xfrm>
            <a:prstGeom prst="rect">
              <a:avLst/>
            </a:prstGeom>
            <a:noFill/>
            <a:ln/>
          </p:spPr>
          <p:txBody>
            <a:bodyPr wrap="square" rtlCol="0" anchor="ctr"/>
            <a:lstStyle/>
            <a:p>
              <a:pPr algn="ctr"/>
              <a:r>
                <a:rPr lang="ar-EG" sz="2000" b="1" noProof="0" dirty="0">
                  <a:solidFill>
                    <a:srgbClr val="FFFFFF"/>
                  </a:solidFill>
                  <a:latin typeface="Sakkal Majalla" panose="02000000000000000000" pitchFamily="2" charset="-78"/>
                  <a:ea typeface="Calibri" pitchFamily="34" charset="-122"/>
                  <a:cs typeface="Sakkal Majalla" panose="02000000000000000000" pitchFamily="2" charset="-78"/>
                </a:rPr>
                <a:t>5</a:t>
              </a:r>
              <a:endParaRPr lang="ar-EG" sz="2000" noProof="0" dirty="0">
                <a:latin typeface="Sakkal Majalla" panose="02000000000000000000" pitchFamily="2" charset="-78"/>
                <a:cs typeface="Sakkal Majalla" panose="02000000000000000000" pitchFamily="2" charset="-78"/>
              </a:endParaRPr>
            </a:p>
          </p:txBody>
        </p:sp>
        <p:sp>
          <p:nvSpPr>
            <p:cNvPr id="37" name="Text 35"/>
            <p:cNvSpPr/>
            <p:nvPr/>
          </p:nvSpPr>
          <p:spPr>
            <a:xfrm>
              <a:off x="4409440" y="3901440"/>
              <a:ext cx="2763520" cy="512064"/>
            </a:xfrm>
            <a:prstGeom prst="rect">
              <a:avLst/>
            </a:prstGeom>
            <a:noFill/>
            <a:ln/>
          </p:spPr>
          <p:txBody>
            <a:bodyPr wrap="square" rtlCol="0" anchor="ctr"/>
            <a:lstStyle/>
            <a:p>
              <a:pPr algn="r" rtl="1"/>
              <a:r>
                <a:rPr lang="ar-EG" sz="2000" b="1" noProof="0" dirty="0">
                  <a:solidFill>
                    <a:srgbClr val="2E7D52"/>
                  </a:solidFill>
                  <a:latin typeface="Sakkal Majalla" panose="02000000000000000000" pitchFamily="2" charset="-78"/>
                  <a:ea typeface="Arial" pitchFamily="34" charset="-122"/>
                  <a:cs typeface="Sakkal Majalla" panose="02000000000000000000" pitchFamily="2" charset="-78"/>
                </a:rPr>
                <a:t>مصفوفة الصلاحيات DoA</a:t>
              </a:r>
              <a:endParaRPr lang="ar-EG" sz="2000" noProof="0" dirty="0">
                <a:latin typeface="Sakkal Majalla" panose="02000000000000000000" pitchFamily="2" charset="-78"/>
                <a:cs typeface="Sakkal Majalla" panose="02000000000000000000" pitchFamily="2" charset="-78"/>
              </a:endParaRPr>
            </a:p>
          </p:txBody>
        </p:sp>
        <p:sp>
          <p:nvSpPr>
            <p:cNvPr id="38" name="Shape 36"/>
            <p:cNvSpPr/>
            <p:nvPr/>
          </p:nvSpPr>
          <p:spPr>
            <a:xfrm>
              <a:off x="4409440" y="4450080"/>
              <a:ext cx="3373120" cy="24384"/>
            </a:xfrm>
            <a:prstGeom prst="rect">
              <a:avLst/>
            </a:prstGeom>
            <a:solidFill>
              <a:srgbClr val="E0E8E4"/>
            </a:solidFill>
            <a:ln/>
          </p:spPr>
          <p:txBody>
            <a:bodyPr/>
            <a:lstStyle/>
            <a:p>
              <a:endParaRPr lang="ar-EG" sz="3200" noProof="0" dirty="0">
                <a:latin typeface="Sakkal Majalla" panose="02000000000000000000" pitchFamily="2" charset="-78"/>
                <a:cs typeface="Sakkal Majalla" panose="02000000000000000000" pitchFamily="2" charset="-78"/>
              </a:endParaRPr>
            </a:p>
          </p:txBody>
        </p:sp>
        <p:sp>
          <p:nvSpPr>
            <p:cNvPr id="39" name="Text 37"/>
            <p:cNvSpPr/>
            <p:nvPr/>
          </p:nvSpPr>
          <p:spPr>
            <a:xfrm>
              <a:off x="4409440" y="4535424"/>
              <a:ext cx="3373120" cy="1341120"/>
            </a:xfrm>
            <a:prstGeom prst="rect">
              <a:avLst/>
            </a:prstGeom>
            <a:noFill/>
            <a:ln/>
          </p:spPr>
          <p:txBody>
            <a:bodyPr wrap="square" rtlCol="0" anchor="t"/>
            <a:lstStyle/>
            <a:p>
              <a:pPr algn="r" rtl="1"/>
              <a:r>
                <a:rPr lang="ar-EG" noProof="0" dirty="0">
                  <a:solidFill>
                    <a:srgbClr val="1C2B22"/>
                  </a:solidFill>
                  <a:latin typeface="Sakkal Majalla" panose="02000000000000000000" pitchFamily="2" charset="-78"/>
                  <a:ea typeface="Arial" pitchFamily="34" charset="-122"/>
                  <a:cs typeface="Sakkal Majalla" panose="02000000000000000000" pitchFamily="2" charset="-78"/>
                </a:rPr>
                <a:t>وثيقة تحدد من يملك القرار، بأي مستوى، وأي حدود مالية أو تنظيمية – تضبط القرار وتوضح المساءلة.</a:t>
              </a:r>
              <a:endParaRPr lang="ar-EG" noProof="0" dirty="0">
                <a:latin typeface="Sakkal Majalla" panose="02000000000000000000" pitchFamily="2" charset="-78"/>
                <a:cs typeface="Sakkal Majalla" panose="02000000000000000000" pitchFamily="2" charset="-78"/>
              </a:endParaRPr>
            </a:p>
          </p:txBody>
        </p:sp>
        <p:sp>
          <p:nvSpPr>
            <p:cNvPr id="40" name="Shape 38"/>
            <p:cNvSpPr/>
            <p:nvPr/>
          </p:nvSpPr>
          <p:spPr>
            <a:xfrm>
              <a:off x="426720" y="3779520"/>
              <a:ext cx="3616960" cy="225552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ar-EG" sz="3200" noProof="0" dirty="0">
                <a:latin typeface="Sakkal Majalla" panose="02000000000000000000" pitchFamily="2" charset="-78"/>
                <a:cs typeface="Sakkal Majalla" panose="02000000000000000000" pitchFamily="2" charset="-78"/>
              </a:endParaRPr>
            </a:p>
          </p:txBody>
        </p:sp>
        <p:sp>
          <p:nvSpPr>
            <p:cNvPr id="41" name="Shape 39"/>
            <p:cNvSpPr/>
            <p:nvPr/>
          </p:nvSpPr>
          <p:spPr>
            <a:xfrm>
              <a:off x="426720" y="3779520"/>
              <a:ext cx="3616960" cy="73152"/>
            </a:xfrm>
            <a:prstGeom prst="rect">
              <a:avLst/>
            </a:prstGeom>
            <a:solidFill>
              <a:srgbClr val="2E7D52"/>
            </a:solidFill>
            <a:ln/>
          </p:spPr>
          <p:txBody>
            <a:bodyPr/>
            <a:lstStyle/>
            <a:p>
              <a:endParaRPr lang="ar-EG" sz="3200" noProof="0" dirty="0">
                <a:latin typeface="Sakkal Majalla" panose="02000000000000000000" pitchFamily="2" charset="-78"/>
                <a:cs typeface="Sakkal Majalla" panose="02000000000000000000" pitchFamily="2" charset="-78"/>
              </a:endParaRPr>
            </a:p>
          </p:txBody>
        </p:sp>
        <p:sp>
          <p:nvSpPr>
            <p:cNvPr id="42" name="Shape 40"/>
            <p:cNvSpPr/>
            <p:nvPr/>
          </p:nvSpPr>
          <p:spPr>
            <a:xfrm>
              <a:off x="3409696" y="3925824"/>
              <a:ext cx="463296" cy="463296"/>
            </a:xfrm>
            <a:prstGeom prst="ellipse">
              <a:avLst/>
            </a:prstGeom>
            <a:solidFill>
              <a:srgbClr val="2E7D52"/>
            </a:solidFill>
            <a:ln w="12700">
              <a:solidFill>
                <a:srgbClr val="2E7D52"/>
              </a:solidFill>
              <a:prstDash val="solid"/>
            </a:ln>
          </p:spPr>
          <p:txBody>
            <a:bodyPr/>
            <a:lstStyle/>
            <a:p>
              <a:endParaRPr lang="ar-EG" sz="3200" noProof="0" dirty="0">
                <a:latin typeface="Sakkal Majalla" panose="02000000000000000000" pitchFamily="2" charset="-78"/>
                <a:cs typeface="Sakkal Majalla" panose="02000000000000000000" pitchFamily="2" charset="-78"/>
              </a:endParaRPr>
            </a:p>
          </p:txBody>
        </p:sp>
        <p:sp>
          <p:nvSpPr>
            <p:cNvPr id="43" name="Text 41"/>
            <p:cNvSpPr/>
            <p:nvPr/>
          </p:nvSpPr>
          <p:spPr>
            <a:xfrm>
              <a:off x="3409696" y="3938016"/>
              <a:ext cx="463296" cy="438912"/>
            </a:xfrm>
            <a:prstGeom prst="rect">
              <a:avLst/>
            </a:prstGeom>
            <a:noFill/>
            <a:ln/>
          </p:spPr>
          <p:txBody>
            <a:bodyPr wrap="square" rtlCol="0" anchor="ctr"/>
            <a:lstStyle/>
            <a:p>
              <a:pPr algn="ctr"/>
              <a:r>
                <a:rPr lang="ar-EG" sz="2000" b="1" noProof="0" dirty="0">
                  <a:solidFill>
                    <a:srgbClr val="FFFFFF"/>
                  </a:solidFill>
                  <a:latin typeface="Sakkal Majalla" panose="02000000000000000000" pitchFamily="2" charset="-78"/>
                  <a:ea typeface="Calibri" pitchFamily="34" charset="-122"/>
                  <a:cs typeface="Sakkal Majalla" panose="02000000000000000000" pitchFamily="2" charset="-78"/>
                </a:rPr>
                <a:t>6</a:t>
              </a:r>
              <a:endParaRPr lang="ar-EG" sz="2000" noProof="0" dirty="0">
                <a:latin typeface="Sakkal Majalla" panose="02000000000000000000" pitchFamily="2" charset="-78"/>
                <a:cs typeface="Sakkal Majalla" panose="02000000000000000000" pitchFamily="2" charset="-78"/>
              </a:endParaRPr>
            </a:p>
          </p:txBody>
        </p:sp>
        <p:sp>
          <p:nvSpPr>
            <p:cNvPr id="44" name="Text 42"/>
            <p:cNvSpPr/>
            <p:nvPr/>
          </p:nvSpPr>
          <p:spPr>
            <a:xfrm>
              <a:off x="548640" y="3901440"/>
              <a:ext cx="2763520" cy="512064"/>
            </a:xfrm>
            <a:prstGeom prst="rect">
              <a:avLst/>
            </a:prstGeom>
            <a:noFill/>
            <a:ln/>
          </p:spPr>
          <p:txBody>
            <a:bodyPr wrap="square" rtlCol="0" anchor="ctr"/>
            <a:lstStyle/>
            <a:p>
              <a:pPr algn="r" rtl="1"/>
              <a:r>
                <a:rPr lang="ar-EG" sz="2000" b="1" noProof="0" dirty="0">
                  <a:solidFill>
                    <a:srgbClr val="2E7D52"/>
                  </a:solidFill>
                  <a:latin typeface="Sakkal Majalla" panose="02000000000000000000" pitchFamily="2" charset="-78"/>
                  <a:ea typeface="Arial" pitchFamily="34" charset="-122"/>
                  <a:cs typeface="Sakkal Majalla" panose="02000000000000000000" pitchFamily="2" charset="-78"/>
                </a:rPr>
                <a:t>ملخص العلاقة التكاملية</a:t>
              </a:r>
              <a:endParaRPr lang="ar-EG" sz="2000" noProof="0" dirty="0">
                <a:latin typeface="Sakkal Majalla" panose="02000000000000000000" pitchFamily="2" charset="-78"/>
                <a:cs typeface="Sakkal Majalla" panose="02000000000000000000" pitchFamily="2" charset="-78"/>
              </a:endParaRPr>
            </a:p>
          </p:txBody>
        </p:sp>
        <p:sp>
          <p:nvSpPr>
            <p:cNvPr id="45" name="Shape 43"/>
            <p:cNvSpPr/>
            <p:nvPr/>
          </p:nvSpPr>
          <p:spPr>
            <a:xfrm>
              <a:off x="548640" y="4450080"/>
              <a:ext cx="3373120" cy="24384"/>
            </a:xfrm>
            <a:prstGeom prst="rect">
              <a:avLst/>
            </a:prstGeom>
            <a:solidFill>
              <a:srgbClr val="E0E8E4"/>
            </a:solidFill>
            <a:ln/>
          </p:spPr>
          <p:txBody>
            <a:bodyPr/>
            <a:lstStyle/>
            <a:p>
              <a:endParaRPr lang="ar-EG" sz="3200" noProof="0" dirty="0">
                <a:latin typeface="Sakkal Majalla" panose="02000000000000000000" pitchFamily="2" charset="-78"/>
                <a:cs typeface="Sakkal Majalla" panose="02000000000000000000" pitchFamily="2" charset="-78"/>
              </a:endParaRPr>
            </a:p>
          </p:txBody>
        </p:sp>
        <p:sp>
          <p:nvSpPr>
            <p:cNvPr id="46" name="Text 44"/>
            <p:cNvSpPr/>
            <p:nvPr/>
          </p:nvSpPr>
          <p:spPr>
            <a:xfrm>
              <a:off x="548640" y="4535424"/>
              <a:ext cx="3373120" cy="1341120"/>
            </a:xfrm>
            <a:prstGeom prst="rect">
              <a:avLst/>
            </a:prstGeom>
            <a:noFill/>
            <a:ln/>
          </p:spPr>
          <p:txBody>
            <a:bodyPr wrap="square" rtlCol="0" anchor="t"/>
            <a:lstStyle/>
            <a:p>
              <a:pPr algn="r" rtl="1"/>
              <a:r>
                <a:rPr lang="ar-EG" noProof="0" dirty="0">
                  <a:solidFill>
                    <a:srgbClr val="1C2B22"/>
                  </a:solidFill>
                  <a:latin typeface="Sakkal Majalla" panose="02000000000000000000" pitchFamily="2" charset="-78"/>
                  <a:ea typeface="Arial" pitchFamily="34" charset="-122"/>
                  <a:cs typeface="Sakkal Majalla" panose="02000000000000000000" pitchFamily="2" charset="-78"/>
                </a:rPr>
                <a:t>مجلس الإدارة يوجه - اللجان تحلل وتوصي -مصفوفة الصلاحيات تضبط - السياسات تحدد الالتزام - الإجراءات تترجمه ممارسةً.</a:t>
              </a:r>
              <a:endParaRPr lang="ar-EG" noProof="0" dirty="0">
                <a:latin typeface="Sakkal Majalla" panose="02000000000000000000" pitchFamily="2" charset="-78"/>
                <a:cs typeface="Sakkal Majalla" panose="02000000000000000000" pitchFamily="2" charset="-78"/>
              </a:endParaRPr>
            </a:p>
          </p:txBody>
        </p:sp>
      </p:grpSp>
    </p:spTree>
    <p:extLst>
      <p:ext uri="{BB962C8B-B14F-4D97-AF65-F5344CB8AC3E}">
        <p14:creationId xmlns:p14="http://schemas.microsoft.com/office/powerpoint/2010/main" val="2815771509"/>
      </p:ext>
    </p:extLst>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A3DAD8-7B90-1E03-9DE9-C89ED90F76D6}"/>
            </a:ext>
          </a:extLst>
        </p:cNvPr>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3C71A6E5-EC39-37BF-8936-6ABE9D9D01B8}"/>
              </a:ext>
            </a:extLst>
          </p:cNvPr>
          <p:cNvGraphicFramePr>
            <a:graphicFrameLocks noChangeAspect="1"/>
          </p:cNvGraphicFramePr>
          <p:nvPr>
            <p:custDataLst>
              <p:tags r:id="rId1"/>
            </p:custDataLst>
          </p:nvPr>
        </p:nvGraphicFramePr>
        <p:xfrm>
          <a:off x="11163" y="1489"/>
          <a:ext cx="1489" cy="1489"/>
        </p:xfrm>
        <a:graphic>
          <a:graphicData uri="http://schemas.openxmlformats.org/presentationml/2006/ole">
            <mc:AlternateContent xmlns:mc="http://schemas.openxmlformats.org/markup-compatibility/2006">
              <mc:Choice xmlns:v="urn:schemas-microsoft-com:vml" Requires="v">
                <p:oleObj name="think-cell Slide" r:id="rId4" imgW="395" imgH="396" progId="TCLayout.ActiveDocument.1">
                  <p:embed/>
                </p:oleObj>
              </mc:Choice>
              <mc:Fallback>
                <p:oleObj name="think-cell Slide" r:id="rId4" imgW="395" imgH="396" progId="TCLayout.ActiveDocument.1">
                  <p:embed/>
                  <p:pic>
                    <p:nvPicPr>
                      <p:cNvPr id="4" name="Object 3" hidden="1">
                        <a:extLst>
                          <a:ext uri="{FF2B5EF4-FFF2-40B4-BE49-F238E27FC236}">
                            <a16:creationId xmlns:a16="http://schemas.microsoft.com/office/drawing/2014/main" id="{F10B7483-56D2-9018-CE80-15E85B2C682A}"/>
                          </a:ext>
                        </a:extLst>
                      </p:cNvPr>
                      <p:cNvPicPr/>
                      <p:nvPr/>
                    </p:nvPicPr>
                    <p:blipFill>
                      <a:blip r:embed="rId5"/>
                      <a:stretch>
                        <a:fillRect/>
                      </a:stretch>
                    </p:blipFill>
                    <p:spPr>
                      <a:xfrm>
                        <a:off x="11163" y="1489"/>
                        <a:ext cx="1489" cy="1489"/>
                      </a:xfrm>
                      <a:prstGeom prst="rect">
                        <a:avLst/>
                      </a:prstGeom>
                    </p:spPr>
                  </p:pic>
                </p:oleObj>
              </mc:Fallback>
            </mc:AlternateContent>
          </a:graphicData>
        </a:graphic>
      </p:graphicFrame>
      <p:sp>
        <p:nvSpPr>
          <p:cNvPr id="2" name="Text Placeholder 1">
            <a:extLst>
              <a:ext uri="{FF2B5EF4-FFF2-40B4-BE49-F238E27FC236}">
                <a16:creationId xmlns:a16="http://schemas.microsoft.com/office/drawing/2014/main" id="{2B9118AF-573D-3F00-27FE-8F4DF3F1D796}"/>
              </a:ext>
            </a:extLst>
          </p:cNvPr>
          <p:cNvSpPr txBox="1">
            <a:spLocks/>
          </p:cNvSpPr>
          <p:nvPr/>
        </p:nvSpPr>
        <p:spPr>
          <a:xfrm>
            <a:off x="5495081" y="159153"/>
            <a:ext cx="6389688" cy="523220"/>
          </a:xfrm>
          <a:prstGeom prst="rect">
            <a:avLst/>
          </a:prstGeom>
        </p:spPr>
        <p:txBody>
          <a:bodyPr vert="horz" lIns="91440" tIns="45720" rIns="91440" bIns="45720" rtlCol="0">
            <a:spAutoFit/>
          </a:bodyPr>
          <a:lstStyle>
            <a:lvl1pPr marL="0" indent="0" algn="r" defTabSz="685800" rtl="1" eaLnBrk="1" latinLnBrk="0" hangingPunct="1">
              <a:lnSpc>
                <a:spcPct val="100000"/>
              </a:lnSpc>
              <a:spcBef>
                <a:spcPts val="750"/>
              </a:spcBef>
              <a:buFont typeface="Arial" panose="020B0604020202020204" pitchFamily="34" charset="0"/>
              <a:buNone/>
              <a:defRPr sz="2000" b="1" kern="1200">
                <a:solidFill>
                  <a:schemeClr val="accent3"/>
                </a:solidFill>
                <a:latin typeface="+mn-lt"/>
                <a:ea typeface="+mn-ea"/>
                <a:cs typeface="+mj-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defRPr/>
            </a:pPr>
            <a:r>
              <a:rPr lang="ar-EG" sz="2800" dirty="0">
                <a:solidFill>
                  <a:srgbClr val="008658"/>
                </a:solidFill>
                <a:latin typeface="Calibri" pitchFamily="34" charset="0"/>
                <a:cs typeface="Calibri" pitchFamily="34" charset="-120"/>
              </a:rPr>
              <a:t>تطوير وتطبيق أطر الحوكمة</a:t>
            </a:r>
          </a:p>
        </p:txBody>
      </p:sp>
      <p:grpSp>
        <p:nvGrpSpPr>
          <p:cNvPr id="3" name="Group 2">
            <a:extLst>
              <a:ext uri="{FF2B5EF4-FFF2-40B4-BE49-F238E27FC236}">
                <a16:creationId xmlns:a16="http://schemas.microsoft.com/office/drawing/2014/main" id="{F0068EE4-AC20-03DE-927D-A1ACFA4624F7}"/>
              </a:ext>
            </a:extLst>
          </p:cNvPr>
          <p:cNvGrpSpPr/>
          <p:nvPr/>
        </p:nvGrpSpPr>
        <p:grpSpPr>
          <a:xfrm>
            <a:off x="434109" y="1446415"/>
            <a:ext cx="11268364" cy="4053840"/>
            <a:chOff x="341376" y="1280160"/>
            <a:chExt cx="11728704" cy="4053840"/>
          </a:xfrm>
        </p:grpSpPr>
        <p:sp>
          <p:nvSpPr>
            <p:cNvPr id="5" name="Shape 3"/>
            <p:cNvSpPr/>
            <p:nvPr/>
          </p:nvSpPr>
          <p:spPr>
            <a:xfrm>
              <a:off x="341376" y="1280160"/>
              <a:ext cx="5754624" cy="4053840"/>
            </a:xfrm>
            <a:prstGeom prst="rect">
              <a:avLst/>
            </a:prstGeom>
            <a:solidFill>
              <a:srgbClr val="FFFFFF"/>
            </a:solidFill>
            <a:ln/>
            <a:effectLst>
              <a:outerShdw blurRad="63500" dist="25400" dir="8100000" algn="bl" rotWithShape="0">
                <a:srgbClr val="000000">
                  <a:alpha val="10000"/>
                </a:srgbClr>
              </a:outerShdw>
            </a:effectLst>
          </p:spPr>
          <p:txBody>
            <a:bodyPr/>
            <a:lstStyle/>
            <a:p>
              <a:endParaRPr lang="ar-EG" sz="2800" noProof="0" dirty="0">
                <a:latin typeface="Sakkal Majalla" panose="02000000000000000000" pitchFamily="2" charset="-78"/>
                <a:cs typeface="Sakkal Majalla" panose="02000000000000000000" pitchFamily="2" charset="-78"/>
              </a:endParaRPr>
            </a:p>
          </p:txBody>
        </p:sp>
        <p:sp>
          <p:nvSpPr>
            <p:cNvPr id="6" name="Shape 4"/>
            <p:cNvSpPr/>
            <p:nvPr/>
          </p:nvSpPr>
          <p:spPr>
            <a:xfrm>
              <a:off x="341376" y="1280160"/>
              <a:ext cx="5754624" cy="633984"/>
            </a:xfrm>
            <a:prstGeom prst="rect">
              <a:avLst/>
            </a:prstGeom>
            <a:solidFill>
              <a:srgbClr val="2E7D52"/>
            </a:solidFill>
            <a:ln/>
          </p:spPr>
          <p:txBody>
            <a:bodyPr/>
            <a:lstStyle/>
            <a:p>
              <a:endParaRPr lang="ar-EG" sz="2800" noProof="0" dirty="0">
                <a:latin typeface="Sakkal Majalla" panose="02000000000000000000" pitchFamily="2" charset="-78"/>
                <a:cs typeface="Sakkal Majalla" panose="02000000000000000000" pitchFamily="2" charset="-78"/>
              </a:endParaRPr>
            </a:p>
          </p:txBody>
        </p:sp>
        <p:sp>
          <p:nvSpPr>
            <p:cNvPr id="7" name="Text 5"/>
            <p:cNvSpPr/>
            <p:nvPr/>
          </p:nvSpPr>
          <p:spPr>
            <a:xfrm>
              <a:off x="463296" y="1316736"/>
              <a:ext cx="5510784" cy="536448"/>
            </a:xfrm>
            <a:prstGeom prst="rect">
              <a:avLst/>
            </a:prstGeom>
            <a:noFill/>
            <a:ln/>
          </p:spPr>
          <p:txBody>
            <a:bodyPr wrap="square" rtlCol="0" anchor="ctr"/>
            <a:lstStyle/>
            <a:p>
              <a:pPr algn="r" rtl="1"/>
              <a:r>
                <a:rPr lang="ar-EG" sz="2000" b="1" noProof="0" dirty="0">
                  <a:solidFill>
                    <a:srgbClr val="FFFFFF"/>
                  </a:solidFill>
                  <a:latin typeface="Sakkal Majalla" panose="02000000000000000000" pitchFamily="2" charset="-78"/>
                  <a:ea typeface="Arial" pitchFamily="34" charset="-122"/>
                  <a:cs typeface="Sakkal Majalla" panose="02000000000000000000" pitchFamily="2" charset="-78"/>
                </a:rPr>
                <a:t>مكونات إطار الحوكمة الفعّال</a:t>
              </a:r>
              <a:endParaRPr lang="ar-EG" sz="2000" noProof="0" dirty="0">
                <a:latin typeface="Sakkal Majalla" panose="02000000000000000000" pitchFamily="2" charset="-78"/>
                <a:cs typeface="Sakkal Majalla" panose="02000000000000000000" pitchFamily="2" charset="-78"/>
              </a:endParaRPr>
            </a:p>
          </p:txBody>
        </p:sp>
        <p:sp>
          <p:nvSpPr>
            <p:cNvPr id="8" name="Text 6"/>
            <p:cNvSpPr/>
            <p:nvPr/>
          </p:nvSpPr>
          <p:spPr>
            <a:xfrm>
              <a:off x="463296" y="2104414"/>
              <a:ext cx="5510784" cy="2901696"/>
            </a:xfrm>
            <a:prstGeom prst="rect">
              <a:avLst/>
            </a:prstGeom>
            <a:noFill/>
            <a:ln/>
          </p:spPr>
          <p:txBody>
            <a:bodyPr wrap="square" rtlCol="0" anchor="t"/>
            <a:lstStyle/>
            <a:p>
              <a:pPr marL="457189" indent="-457189" algn="r" rtl="1">
                <a:spcAft>
                  <a:spcPts val="800"/>
                </a:spcAft>
                <a:buSzPct val="100000"/>
                <a:buChar char="•"/>
              </a:pPr>
              <a:r>
                <a:rPr lang="ar-EG" noProof="0" dirty="0">
                  <a:solidFill>
                    <a:srgbClr val="1C2B22"/>
                  </a:solidFill>
                  <a:latin typeface="Sakkal Majalla" panose="02000000000000000000" pitchFamily="2" charset="-78"/>
                  <a:ea typeface="Arial" pitchFamily="34" charset="-122"/>
                  <a:cs typeface="Sakkal Majalla" panose="02000000000000000000" pitchFamily="2" charset="-78"/>
                </a:rPr>
                <a:t>مجلس الإدارة: يوجه ويشرف</a:t>
              </a:r>
              <a:endParaRPr lang="ar-EG" noProof="0" dirty="0">
                <a:latin typeface="Sakkal Majalla" panose="02000000000000000000" pitchFamily="2" charset="-78"/>
                <a:cs typeface="Sakkal Majalla" panose="02000000000000000000" pitchFamily="2" charset="-78"/>
              </a:endParaRPr>
            </a:p>
            <a:p>
              <a:pPr marL="457189" indent="-457189" algn="r" rtl="1">
                <a:spcAft>
                  <a:spcPts val="800"/>
                </a:spcAft>
                <a:buSzPct val="100000"/>
                <a:buChar char="•"/>
              </a:pPr>
              <a:r>
                <a:rPr lang="ar-EG" noProof="0" dirty="0">
                  <a:solidFill>
                    <a:srgbClr val="1C2B22"/>
                  </a:solidFill>
                  <a:latin typeface="Sakkal Majalla" panose="02000000000000000000" pitchFamily="2" charset="-78"/>
                  <a:ea typeface="Arial" pitchFamily="34" charset="-122"/>
                  <a:cs typeface="Sakkal Majalla" panose="02000000000000000000" pitchFamily="2" charset="-78"/>
                </a:rPr>
                <a:t>اللجان المتخصصة: تحلل وتوصي</a:t>
              </a:r>
              <a:endParaRPr lang="ar-EG" noProof="0" dirty="0">
                <a:latin typeface="Sakkal Majalla" panose="02000000000000000000" pitchFamily="2" charset="-78"/>
                <a:cs typeface="Sakkal Majalla" panose="02000000000000000000" pitchFamily="2" charset="-78"/>
              </a:endParaRPr>
            </a:p>
            <a:p>
              <a:pPr marL="457189" indent="-457189" algn="r" rtl="1">
                <a:spcAft>
                  <a:spcPts val="800"/>
                </a:spcAft>
                <a:buSzPct val="100000"/>
                <a:buChar char="•"/>
              </a:pPr>
              <a:r>
                <a:rPr lang="ar-EG" noProof="0" dirty="0">
                  <a:solidFill>
                    <a:srgbClr val="1C2B22"/>
                  </a:solidFill>
                  <a:latin typeface="Sakkal Majalla" panose="02000000000000000000" pitchFamily="2" charset="-78"/>
                  <a:ea typeface="Arial" pitchFamily="34" charset="-122"/>
                  <a:cs typeface="Sakkal Majalla" panose="02000000000000000000" pitchFamily="2" charset="-78"/>
                </a:rPr>
                <a:t>مصفوفة الصلاحيات: تضبط القرار</a:t>
              </a:r>
              <a:endParaRPr lang="ar-EG" noProof="0" dirty="0">
                <a:latin typeface="Sakkal Majalla" panose="02000000000000000000" pitchFamily="2" charset="-78"/>
                <a:cs typeface="Sakkal Majalla" panose="02000000000000000000" pitchFamily="2" charset="-78"/>
              </a:endParaRPr>
            </a:p>
            <a:p>
              <a:pPr marL="457189" indent="-457189" algn="r" rtl="1">
                <a:spcAft>
                  <a:spcPts val="800"/>
                </a:spcAft>
                <a:buSzPct val="100000"/>
                <a:buChar char="•"/>
              </a:pPr>
              <a:r>
                <a:rPr lang="ar-EG" noProof="0" dirty="0">
                  <a:solidFill>
                    <a:srgbClr val="1C2B22"/>
                  </a:solidFill>
                  <a:latin typeface="Sakkal Majalla" panose="02000000000000000000" pitchFamily="2" charset="-78"/>
                  <a:ea typeface="Arial" pitchFamily="34" charset="-122"/>
                  <a:cs typeface="Sakkal Majalla" panose="02000000000000000000" pitchFamily="2" charset="-78"/>
                </a:rPr>
                <a:t>السياسات: تحدد الالتزام</a:t>
              </a:r>
              <a:endParaRPr lang="ar-EG" noProof="0" dirty="0">
                <a:latin typeface="Sakkal Majalla" panose="02000000000000000000" pitchFamily="2" charset="-78"/>
                <a:cs typeface="Sakkal Majalla" panose="02000000000000000000" pitchFamily="2" charset="-78"/>
              </a:endParaRPr>
            </a:p>
            <a:p>
              <a:pPr marL="457189" indent="-457189" algn="r" rtl="1">
                <a:spcAft>
                  <a:spcPts val="800"/>
                </a:spcAft>
                <a:buSzPct val="100000"/>
                <a:buChar char="•"/>
              </a:pPr>
              <a:r>
                <a:rPr lang="ar-EG" noProof="0" dirty="0">
                  <a:solidFill>
                    <a:srgbClr val="1C2B22"/>
                  </a:solidFill>
                  <a:latin typeface="Sakkal Majalla" panose="02000000000000000000" pitchFamily="2" charset="-78"/>
                  <a:ea typeface="Arial" pitchFamily="34" charset="-122"/>
                  <a:cs typeface="Sakkal Majalla" panose="02000000000000000000" pitchFamily="2" charset="-78"/>
                </a:rPr>
                <a:t>الإجراءات: تترجم الالتزام إلى ممارسة يومية</a:t>
              </a:r>
              <a:endParaRPr lang="ar-EG" noProof="0" dirty="0">
                <a:latin typeface="Sakkal Majalla" panose="02000000000000000000" pitchFamily="2" charset="-78"/>
                <a:cs typeface="Sakkal Majalla" panose="02000000000000000000" pitchFamily="2" charset="-78"/>
              </a:endParaRPr>
            </a:p>
          </p:txBody>
        </p:sp>
        <p:sp>
          <p:nvSpPr>
            <p:cNvPr id="9" name="Shape 7"/>
            <p:cNvSpPr/>
            <p:nvPr/>
          </p:nvSpPr>
          <p:spPr>
            <a:xfrm>
              <a:off x="6315456" y="1280160"/>
              <a:ext cx="5754624" cy="4053840"/>
            </a:xfrm>
            <a:prstGeom prst="rect">
              <a:avLst/>
            </a:prstGeom>
            <a:solidFill>
              <a:srgbClr val="FFFFFF"/>
            </a:solidFill>
            <a:ln/>
            <a:effectLst>
              <a:outerShdw blurRad="63500" dist="25400" dir="8100000" algn="bl" rotWithShape="0">
                <a:srgbClr val="000000">
                  <a:alpha val="10000"/>
                </a:srgbClr>
              </a:outerShdw>
            </a:effectLst>
          </p:spPr>
          <p:txBody>
            <a:bodyPr/>
            <a:lstStyle/>
            <a:p>
              <a:endParaRPr lang="ar-EG" sz="2800" noProof="0" dirty="0">
                <a:latin typeface="Sakkal Majalla" panose="02000000000000000000" pitchFamily="2" charset="-78"/>
                <a:cs typeface="Sakkal Majalla" panose="02000000000000000000" pitchFamily="2" charset="-78"/>
              </a:endParaRPr>
            </a:p>
          </p:txBody>
        </p:sp>
        <p:sp>
          <p:nvSpPr>
            <p:cNvPr id="10" name="Shape 8"/>
            <p:cNvSpPr/>
            <p:nvPr/>
          </p:nvSpPr>
          <p:spPr>
            <a:xfrm>
              <a:off x="6315456" y="1280160"/>
              <a:ext cx="5754624" cy="633984"/>
            </a:xfrm>
            <a:prstGeom prst="rect">
              <a:avLst/>
            </a:prstGeom>
            <a:solidFill>
              <a:srgbClr val="2E7D52"/>
            </a:solidFill>
            <a:ln/>
          </p:spPr>
          <p:txBody>
            <a:bodyPr/>
            <a:lstStyle/>
            <a:p>
              <a:endParaRPr lang="ar-EG" sz="2800" noProof="0" dirty="0">
                <a:latin typeface="Sakkal Majalla" panose="02000000000000000000" pitchFamily="2" charset="-78"/>
                <a:cs typeface="Sakkal Majalla" panose="02000000000000000000" pitchFamily="2" charset="-78"/>
              </a:endParaRPr>
            </a:p>
          </p:txBody>
        </p:sp>
        <p:sp>
          <p:nvSpPr>
            <p:cNvPr id="11" name="Text 9"/>
            <p:cNvSpPr/>
            <p:nvPr/>
          </p:nvSpPr>
          <p:spPr>
            <a:xfrm>
              <a:off x="6437376" y="1316736"/>
              <a:ext cx="5510784" cy="536448"/>
            </a:xfrm>
            <a:prstGeom prst="rect">
              <a:avLst/>
            </a:prstGeom>
            <a:noFill/>
            <a:ln/>
          </p:spPr>
          <p:txBody>
            <a:bodyPr wrap="square" rtlCol="0" anchor="ctr"/>
            <a:lstStyle/>
            <a:p>
              <a:pPr algn="r" rtl="1"/>
              <a:r>
                <a:rPr lang="ar-EG" sz="2000" b="1" noProof="0" dirty="0">
                  <a:solidFill>
                    <a:srgbClr val="FFFFFF"/>
                  </a:solidFill>
                  <a:latin typeface="Sakkal Majalla" panose="02000000000000000000" pitchFamily="2" charset="-78"/>
                  <a:ea typeface="Arial" pitchFamily="34" charset="-122"/>
                  <a:cs typeface="Sakkal Majalla" panose="02000000000000000000" pitchFamily="2" charset="-78"/>
                </a:rPr>
                <a:t>خطوات بناء الإطار</a:t>
              </a:r>
              <a:endParaRPr lang="ar-EG" sz="2000" noProof="0" dirty="0">
                <a:latin typeface="Sakkal Majalla" panose="02000000000000000000" pitchFamily="2" charset="-78"/>
                <a:cs typeface="Sakkal Majalla" panose="02000000000000000000" pitchFamily="2" charset="-78"/>
              </a:endParaRPr>
            </a:p>
          </p:txBody>
        </p:sp>
        <p:sp>
          <p:nvSpPr>
            <p:cNvPr id="12" name="Text 10"/>
            <p:cNvSpPr/>
            <p:nvPr/>
          </p:nvSpPr>
          <p:spPr>
            <a:xfrm>
              <a:off x="6437376" y="2104414"/>
              <a:ext cx="5510784" cy="2901696"/>
            </a:xfrm>
            <a:prstGeom prst="rect">
              <a:avLst/>
            </a:prstGeom>
            <a:noFill/>
            <a:ln/>
          </p:spPr>
          <p:txBody>
            <a:bodyPr wrap="square" rtlCol="0" anchor="t"/>
            <a:lstStyle/>
            <a:p>
              <a:pPr marL="457189" indent="-457189" algn="r" rtl="1">
                <a:spcAft>
                  <a:spcPts val="800"/>
                </a:spcAft>
                <a:buSzPct val="100000"/>
                <a:buChar char="•"/>
              </a:pPr>
              <a:r>
                <a:rPr lang="ar-EG" noProof="0" dirty="0">
                  <a:solidFill>
                    <a:srgbClr val="1C2B22"/>
                  </a:solidFill>
                  <a:latin typeface="Sakkal Majalla" panose="02000000000000000000" pitchFamily="2" charset="-78"/>
                  <a:ea typeface="Arial" pitchFamily="34" charset="-122"/>
                  <a:cs typeface="Sakkal Majalla" panose="02000000000000000000" pitchFamily="2" charset="-78"/>
                </a:rPr>
                <a:t>تحديد القيم والأهداف المؤسسية</a:t>
              </a:r>
              <a:endParaRPr lang="ar-EG" noProof="0" dirty="0">
                <a:latin typeface="Sakkal Majalla" panose="02000000000000000000" pitchFamily="2" charset="-78"/>
                <a:cs typeface="Sakkal Majalla" panose="02000000000000000000" pitchFamily="2" charset="-78"/>
              </a:endParaRPr>
            </a:p>
            <a:p>
              <a:pPr marL="457189" indent="-457189" algn="r" rtl="1">
                <a:spcAft>
                  <a:spcPts val="800"/>
                </a:spcAft>
                <a:buSzPct val="100000"/>
                <a:buChar char="•"/>
              </a:pPr>
              <a:r>
                <a:rPr lang="ar-EG" noProof="0" dirty="0">
                  <a:solidFill>
                    <a:srgbClr val="1C2B22"/>
                  </a:solidFill>
                  <a:latin typeface="Sakkal Majalla" panose="02000000000000000000" pitchFamily="2" charset="-78"/>
                  <a:ea typeface="Arial" pitchFamily="34" charset="-122"/>
                  <a:cs typeface="Sakkal Majalla" panose="02000000000000000000" pitchFamily="2" charset="-78"/>
                </a:rPr>
                <a:t>وضع السياسات وآليات الامتثال</a:t>
              </a:r>
              <a:endParaRPr lang="ar-EG" noProof="0" dirty="0">
                <a:latin typeface="Sakkal Majalla" panose="02000000000000000000" pitchFamily="2" charset="-78"/>
                <a:cs typeface="Sakkal Majalla" panose="02000000000000000000" pitchFamily="2" charset="-78"/>
              </a:endParaRPr>
            </a:p>
            <a:p>
              <a:pPr marL="457189" indent="-457189" algn="r" rtl="1">
                <a:spcAft>
                  <a:spcPts val="800"/>
                </a:spcAft>
                <a:buSzPct val="100000"/>
                <a:buChar char="•"/>
              </a:pPr>
              <a:r>
                <a:rPr lang="ar-EG" noProof="0" dirty="0">
                  <a:solidFill>
                    <a:srgbClr val="1C2B22"/>
                  </a:solidFill>
                  <a:latin typeface="Sakkal Majalla" panose="02000000000000000000" pitchFamily="2" charset="-78"/>
                  <a:ea typeface="Arial" pitchFamily="34" charset="-122"/>
                  <a:cs typeface="Sakkal Majalla" panose="02000000000000000000" pitchFamily="2" charset="-78"/>
                </a:rPr>
                <a:t>تصميم هياكل المساءلة والشفافية</a:t>
              </a:r>
              <a:endParaRPr lang="ar-EG" noProof="0" dirty="0">
                <a:latin typeface="Sakkal Majalla" panose="02000000000000000000" pitchFamily="2" charset="-78"/>
                <a:cs typeface="Sakkal Majalla" panose="02000000000000000000" pitchFamily="2" charset="-78"/>
              </a:endParaRPr>
            </a:p>
            <a:p>
              <a:pPr marL="457189" indent="-457189" algn="r" rtl="1">
                <a:spcAft>
                  <a:spcPts val="800"/>
                </a:spcAft>
                <a:buSzPct val="100000"/>
                <a:buChar char="•"/>
              </a:pPr>
              <a:r>
                <a:rPr lang="ar-EG" noProof="0" dirty="0">
                  <a:solidFill>
                    <a:srgbClr val="1C2B22"/>
                  </a:solidFill>
                  <a:latin typeface="Sakkal Majalla" panose="02000000000000000000" pitchFamily="2" charset="-78"/>
                  <a:ea typeface="Arial" pitchFamily="34" charset="-122"/>
                  <a:cs typeface="Sakkal Majalla" panose="02000000000000000000" pitchFamily="2" charset="-78"/>
                </a:rPr>
                <a:t>إدارة البيانات الصحية بمسؤولية</a:t>
              </a:r>
              <a:endParaRPr lang="ar-EG" noProof="0" dirty="0">
                <a:latin typeface="Sakkal Majalla" panose="02000000000000000000" pitchFamily="2" charset="-78"/>
                <a:cs typeface="Sakkal Majalla" panose="02000000000000000000" pitchFamily="2" charset="-78"/>
              </a:endParaRPr>
            </a:p>
            <a:p>
              <a:pPr marL="457189" indent="-457189" algn="r" rtl="1">
                <a:spcAft>
                  <a:spcPts val="800"/>
                </a:spcAft>
                <a:buSzPct val="100000"/>
                <a:buChar char="•"/>
              </a:pPr>
              <a:r>
                <a:rPr lang="ar-EG" noProof="0" dirty="0">
                  <a:solidFill>
                    <a:srgbClr val="1C2B22"/>
                  </a:solidFill>
                  <a:latin typeface="Sakkal Majalla" panose="02000000000000000000" pitchFamily="2" charset="-78"/>
                  <a:ea typeface="Arial" pitchFamily="34" charset="-122"/>
                  <a:cs typeface="Sakkal Majalla" panose="02000000000000000000" pitchFamily="2" charset="-78"/>
                </a:rPr>
                <a:t>إدارة الموارد البشرية بكفاءة</a:t>
              </a:r>
              <a:endParaRPr lang="ar-EG" noProof="0" dirty="0">
                <a:latin typeface="Sakkal Majalla" panose="02000000000000000000" pitchFamily="2" charset="-78"/>
                <a:cs typeface="Sakkal Majalla" panose="02000000000000000000" pitchFamily="2" charset="-78"/>
              </a:endParaRPr>
            </a:p>
            <a:p>
              <a:pPr marL="457189" indent="-457189" algn="r" rtl="1">
                <a:spcAft>
                  <a:spcPts val="800"/>
                </a:spcAft>
                <a:buSzPct val="100000"/>
                <a:buChar char="•"/>
              </a:pPr>
              <a:r>
                <a:rPr lang="ar-EG" noProof="0" dirty="0">
                  <a:solidFill>
                    <a:srgbClr val="1C2B22"/>
                  </a:solidFill>
                  <a:latin typeface="Sakkal Majalla" panose="02000000000000000000" pitchFamily="2" charset="-78"/>
                  <a:ea typeface="Arial" pitchFamily="34" charset="-122"/>
                  <a:cs typeface="Sakkal Majalla" panose="02000000000000000000" pitchFamily="2" charset="-78"/>
                </a:rPr>
                <a:t>التطبيق عبر تدريب مستمر وتقييم دوري</a:t>
              </a:r>
              <a:endParaRPr lang="ar-EG" noProof="0" dirty="0">
                <a:latin typeface="Sakkal Majalla" panose="02000000000000000000" pitchFamily="2" charset="-78"/>
                <a:cs typeface="Sakkal Majalla" panose="02000000000000000000" pitchFamily="2" charset="-78"/>
              </a:endParaRPr>
            </a:p>
          </p:txBody>
        </p:sp>
      </p:grpSp>
    </p:spTree>
    <p:extLst>
      <p:ext uri="{BB962C8B-B14F-4D97-AF65-F5344CB8AC3E}">
        <p14:creationId xmlns:p14="http://schemas.microsoft.com/office/powerpoint/2010/main" val="2614846911"/>
      </p:ext>
    </p:extLst>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8E5652-2E11-8045-D6DA-E727A53744E8}"/>
            </a:ext>
          </a:extLst>
        </p:cNvPr>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FC20A5A9-0E64-BC60-5A01-815209FC6A83}"/>
              </a:ext>
            </a:extLst>
          </p:cNvPr>
          <p:cNvGraphicFramePr>
            <a:graphicFrameLocks noChangeAspect="1"/>
          </p:cNvGraphicFramePr>
          <p:nvPr>
            <p:custDataLst>
              <p:tags r:id="rId1"/>
            </p:custDataLst>
          </p:nvPr>
        </p:nvGraphicFramePr>
        <p:xfrm>
          <a:off x="11163" y="1489"/>
          <a:ext cx="1489" cy="1489"/>
        </p:xfrm>
        <a:graphic>
          <a:graphicData uri="http://schemas.openxmlformats.org/presentationml/2006/ole">
            <mc:AlternateContent xmlns:mc="http://schemas.openxmlformats.org/markup-compatibility/2006">
              <mc:Choice xmlns:v="urn:schemas-microsoft-com:vml" Requires="v">
                <p:oleObj name="think-cell Slide" r:id="rId4" imgW="395" imgH="396" progId="TCLayout.ActiveDocument.1">
                  <p:embed/>
                </p:oleObj>
              </mc:Choice>
              <mc:Fallback>
                <p:oleObj name="think-cell Slide" r:id="rId4" imgW="395" imgH="396" progId="TCLayout.ActiveDocument.1">
                  <p:embed/>
                  <p:pic>
                    <p:nvPicPr>
                      <p:cNvPr id="4" name="Object 3" hidden="1">
                        <a:extLst>
                          <a:ext uri="{FF2B5EF4-FFF2-40B4-BE49-F238E27FC236}">
                            <a16:creationId xmlns:a16="http://schemas.microsoft.com/office/drawing/2014/main" id="{FC20A5A9-0E64-BC60-5A01-815209FC6A83}"/>
                          </a:ext>
                        </a:extLst>
                      </p:cNvPr>
                      <p:cNvPicPr/>
                      <p:nvPr/>
                    </p:nvPicPr>
                    <p:blipFill>
                      <a:blip r:embed="rId5"/>
                      <a:stretch>
                        <a:fillRect/>
                      </a:stretch>
                    </p:blipFill>
                    <p:spPr>
                      <a:xfrm>
                        <a:off x="11163" y="1489"/>
                        <a:ext cx="1489" cy="1489"/>
                      </a:xfrm>
                      <a:prstGeom prst="rect">
                        <a:avLst/>
                      </a:prstGeom>
                    </p:spPr>
                  </p:pic>
                </p:oleObj>
              </mc:Fallback>
            </mc:AlternateContent>
          </a:graphicData>
        </a:graphic>
      </p:graphicFrame>
      <p:sp>
        <p:nvSpPr>
          <p:cNvPr id="188" name="Text Placeholder 2">
            <a:extLst>
              <a:ext uri="{FF2B5EF4-FFF2-40B4-BE49-F238E27FC236}">
                <a16:creationId xmlns:a16="http://schemas.microsoft.com/office/drawing/2014/main" id="{57171A8C-A793-A043-53A4-68DC7DB54A47}"/>
              </a:ext>
            </a:extLst>
          </p:cNvPr>
          <p:cNvSpPr txBox="1">
            <a:spLocks/>
          </p:cNvSpPr>
          <p:nvPr/>
        </p:nvSpPr>
        <p:spPr>
          <a:xfrm>
            <a:off x="5271655" y="237837"/>
            <a:ext cx="6389688" cy="471488"/>
          </a:xfrm>
          <a:prstGeom prst="rect">
            <a:avLst/>
          </a:prstGeom>
        </p:spPr>
        <p:txBody>
          <a:bodyPr vert="horz" lIns="91440" tIns="45720" rIns="91440" bIns="45720" rtlCol="0">
            <a:noAutofit/>
          </a:bodyPr>
          <a:lstStyle>
            <a:lvl1pPr marL="0" indent="0" algn="r" defTabSz="685800" rtl="1" eaLnBrk="1" latinLnBrk="0" hangingPunct="1">
              <a:lnSpc>
                <a:spcPct val="100000"/>
              </a:lnSpc>
              <a:spcBef>
                <a:spcPts val="750"/>
              </a:spcBef>
              <a:buFont typeface="Arial" panose="020B0604020202020204" pitchFamily="34" charset="0"/>
              <a:buNone/>
              <a:defRPr sz="2000" b="1" kern="1200">
                <a:solidFill>
                  <a:schemeClr val="accent3"/>
                </a:solidFill>
                <a:latin typeface="+mn-lt"/>
                <a:ea typeface="+mn-ea"/>
                <a:cs typeface="+mj-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defRPr/>
            </a:pPr>
            <a:r>
              <a:rPr lang="ar-EG" sz="2800" dirty="0">
                <a:solidFill>
                  <a:srgbClr val="008658"/>
                </a:solidFill>
                <a:latin typeface="Calibri" pitchFamily="34" charset="0"/>
                <a:cs typeface="Calibri" pitchFamily="34" charset="-120"/>
              </a:rPr>
              <a:t>العلاقة بين الحوكمة والامتثال</a:t>
            </a:r>
          </a:p>
        </p:txBody>
      </p:sp>
      <p:sp>
        <p:nvSpPr>
          <p:cNvPr id="42" name="Shape 7"/>
          <p:cNvSpPr/>
          <p:nvPr/>
        </p:nvSpPr>
        <p:spPr>
          <a:xfrm>
            <a:off x="424875" y="2366909"/>
            <a:ext cx="3658413" cy="3572072"/>
          </a:xfrm>
          <a:prstGeom prst="rect">
            <a:avLst/>
          </a:prstGeom>
          <a:solidFill>
            <a:srgbClr val="FFFFFF"/>
          </a:solidFill>
          <a:ln/>
          <a:effectLst>
            <a:outerShdw blurRad="63500" dist="25400" dir="8100000" algn="bl" rotWithShape="0">
              <a:srgbClr val="000000">
                <a:alpha val="10000"/>
              </a:srgbClr>
            </a:outerShdw>
          </a:effectLst>
        </p:spPr>
        <p:txBody>
          <a:bodyPr/>
          <a:lstStyle/>
          <a:p>
            <a:endParaRPr lang="ar-EG" sz="3200" dirty="0">
              <a:latin typeface="Sakkal Majalla" panose="02000000000000000000" pitchFamily="2" charset="-78"/>
              <a:cs typeface="Sakkal Majalla" panose="02000000000000000000" pitchFamily="2" charset="-78"/>
            </a:endParaRPr>
          </a:p>
        </p:txBody>
      </p:sp>
      <p:sp>
        <p:nvSpPr>
          <p:cNvPr id="43" name="Shape 8"/>
          <p:cNvSpPr/>
          <p:nvPr/>
        </p:nvSpPr>
        <p:spPr>
          <a:xfrm>
            <a:off x="424875" y="2366909"/>
            <a:ext cx="3658413" cy="73152"/>
          </a:xfrm>
          <a:prstGeom prst="rect">
            <a:avLst/>
          </a:prstGeom>
          <a:solidFill>
            <a:srgbClr val="B8963E"/>
          </a:solidFill>
          <a:ln w="12700">
            <a:solidFill>
              <a:srgbClr val="B8963E"/>
            </a:solidFill>
            <a:prstDash val="solid"/>
          </a:ln>
        </p:spPr>
        <p:txBody>
          <a:bodyPr/>
          <a:lstStyle/>
          <a:p>
            <a:endParaRPr lang="ar-EG" sz="2400" dirty="0">
              <a:latin typeface="Sakkal Majalla" panose="02000000000000000000" pitchFamily="2" charset="-78"/>
              <a:cs typeface="Sakkal Majalla" panose="02000000000000000000" pitchFamily="2" charset="-78"/>
            </a:endParaRPr>
          </a:p>
        </p:txBody>
      </p:sp>
      <p:sp>
        <p:nvSpPr>
          <p:cNvPr id="44" name="Text 9"/>
          <p:cNvSpPr/>
          <p:nvPr/>
        </p:nvSpPr>
        <p:spPr>
          <a:xfrm>
            <a:off x="567411" y="2488829"/>
            <a:ext cx="3373342" cy="463296"/>
          </a:xfrm>
          <a:prstGeom prst="rect">
            <a:avLst/>
          </a:prstGeom>
          <a:noFill/>
          <a:ln/>
        </p:spPr>
        <p:txBody>
          <a:bodyPr wrap="square" rtlCol="0" anchor="ctr"/>
          <a:lstStyle/>
          <a:p>
            <a:pPr algn="r" rtl="1"/>
            <a:r>
              <a:rPr lang="ar-EG" sz="1467" b="1" i="1" dirty="0">
                <a:solidFill>
                  <a:srgbClr val="154F31"/>
                </a:solidFill>
                <a:latin typeface="Sakkal Majalla" panose="02000000000000000000" pitchFamily="2" charset="-78"/>
                <a:ea typeface="Arial" pitchFamily="34" charset="-122"/>
                <a:cs typeface="Sakkal Majalla" panose="02000000000000000000" pitchFamily="2" charset="-78"/>
              </a:rPr>
              <a:t>معاً يحميان المنشأة</a:t>
            </a:r>
            <a:endParaRPr lang="ar-EG" sz="1467" dirty="0">
              <a:latin typeface="Sakkal Majalla" panose="02000000000000000000" pitchFamily="2" charset="-78"/>
              <a:cs typeface="Sakkal Majalla" panose="02000000000000000000" pitchFamily="2" charset="-78"/>
            </a:endParaRPr>
          </a:p>
        </p:txBody>
      </p:sp>
      <p:sp>
        <p:nvSpPr>
          <p:cNvPr id="45" name="Shape 10"/>
          <p:cNvSpPr/>
          <p:nvPr/>
        </p:nvSpPr>
        <p:spPr>
          <a:xfrm>
            <a:off x="567411" y="2976509"/>
            <a:ext cx="3373342" cy="36576"/>
          </a:xfrm>
          <a:prstGeom prst="rect">
            <a:avLst/>
          </a:prstGeom>
          <a:solidFill>
            <a:srgbClr val="A8D5B5"/>
          </a:solidFill>
          <a:ln w="12700">
            <a:solidFill>
              <a:srgbClr val="A8D5B5"/>
            </a:solidFill>
            <a:prstDash val="solid"/>
          </a:ln>
        </p:spPr>
        <p:txBody>
          <a:bodyPr/>
          <a:lstStyle/>
          <a:p>
            <a:endParaRPr lang="ar-EG" sz="2400" dirty="0">
              <a:latin typeface="Sakkal Majalla" panose="02000000000000000000" pitchFamily="2" charset="-78"/>
              <a:cs typeface="Sakkal Majalla" panose="02000000000000000000" pitchFamily="2" charset="-78"/>
            </a:endParaRPr>
          </a:p>
        </p:txBody>
      </p:sp>
      <p:sp>
        <p:nvSpPr>
          <p:cNvPr id="46" name="Text 11"/>
          <p:cNvSpPr/>
          <p:nvPr/>
        </p:nvSpPr>
        <p:spPr>
          <a:xfrm>
            <a:off x="567411" y="3074045"/>
            <a:ext cx="3373342" cy="2694432"/>
          </a:xfrm>
          <a:prstGeom prst="rect">
            <a:avLst/>
          </a:prstGeom>
          <a:noFill/>
          <a:ln/>
        </p:spPr>
        <p:txBody>
          <a:bodyPr wrap="square" rtlCol="0" anchor="t"/>
          <a:lstStyle/>
          <a:p>
            <a:pPr marL="457189" indent="-457189" algn="r" rtl="1">
              <a:spcAft>
                <a:spcPts val="667"/>
              </a:spcAft>
              <a:buSzPct val="100000"/>
              <a:buChar char="•"/>
            </a:pPr>
            <a:r>
              <a:rPr lang="ar-EG" sz="1667" dirty="0">
                <a:solidFill>
                  <a:srgbClr val="1C2B22"/>
                </a:solidFill>
                <a:latin typeface="Sakkal Majalla" panose="02000000000000000000" pitchFamily="2" charset="-78"/>
                <a:ea typeface="Arial" pitchFamily="34" charset="-122"/>
                <a:cs typeface="Sakkal Majalla" panose="02000000000000000000" pitchFamily="2" charset="-78"/>
              </a:rPr>
              <a:t>الحوكمة بلا امتثال: سلطة بلا أثر</a:t>
            </a:r>
            <a:endParaRPr lang="ar-EG" sz="1667" dirty="0">
              <a:latin typeface="Sakkal Majalla" panose="02000000000000000000" pitchFamily="2" charset="-78"/>
              <a:cs typeface="Sakkal Majalla" panose="02000000000000000000" pitchFamily="2" charset="-78"/>
            </a:endParaRPr>
          </a:p>
          <a:p>
            <a:pPr marL="457189" indent="-457189" algn="r" rtl="1">
              <a:spcAft>
                <a:spcPts val="667"/>
              </a:spcAft>
              <a:buSzPct val="100000"/>
              <a:buChar char="•"/>
            </a:pPr>
            <a:r>
              <a:rPr lang="ar-EG" sz="1667" dirty="0">
                <a:solidFill>
                  <a:srgbClr val="1C2B22"/>
                </a:solidFill>
                <a:latin typeface="Sakkal Majalla" panose="02000000000000000000" pitchFamily="2" charset="-78"/>
                <a:ea typeface="Arial" pitchFamily="34" charset="-122"/>
                <a:cs typeface="Sakkal Majalla" panose="02000000000000000000" pitchFamily="2" charset="-78"/>
              </a:rPr>
              <a:t>الامتثال بلا حوكمة: تنفيذ بلا توجيه</a:t>
            </a:r>
            <a:endParaRPr lang="ar-EG" sz="1667" dirty="0">
              <a:latin typeface="Sakkal Majalla" panose="02000000000000000000" pitchFamily="2" charset="-78"/>
              <a:cs typeface="Sakkal Majalla" panose="02000000000000000000" pitchFamily="2" charset="-78"/>
            </a:endParaRPr>
          </a:p>
          <a:p>
            <a:pPr marL="457189" indent="-457189" algn="r" rtl="1">
              <a:spcAft>
                <a:spcPts val="667"/>
              </a:spcAft>
              <a:buSzPct val="100000"/>
              <a:buChar char="•"/>
            </a:pPr>
            <a:r>
              <a:rPr lang="ar-EG" sz="1667" dirty="0">
                <a:solidFill>
                  <a:srgbClr val="1C2B22"/>
                </a:solidFill>
                <a:latin typeface="Sakkal Majalla" panose="02000000000000000000" pitchFamily="2" charset="-78"/>
                <a:ea typeface="Arial" pitchFamily="34" charset="-122"/>
                <a:cs typeface="Sakkal Majalla" panose="02000000000000000000" pitchFamily="2" charset="-78"/>
              </a:rPr>
              <a:t>التكامل بينهما يصنع منشأة مستدامة</a:t>
            </a:r>
            <a:endParaRPr lang="ar-EG" sz="1667" dirty="0">
              <a:latin typeface="Sakkal Majalla" panose="02000000000000000000" pitchFamily="2" charset="-78"/>
              <a:cs typeface="Sakkal Majalla" panose="02000000000000000000" pitchFamily="2" charset="-78"/>
            </a:endParaRPr>
          </a:p>
          <a:p>
            <a:pPr marL="457189" indent="-457189" algn="r" rtl="1">
              <a:spcAft>
                <a:spcPts val="667"/>
              </a:spcAft>
              <a:buSzPct val="100000"/>
              <a:buChar char="•"/>
            </a:pPr>
            <a:r>
              <a:rPr lang="ar-EG" sz="1667" dirty="0">
                <a:solidFill>
                  <a:srgbClr val="1C2B22"/>
                </a:solidFill>
                <a:latin typeface="Sakkal Majalla" panose="02000000000000000000" pitchFamily="2" charset="-78"/>
                <a:ea typeface="Arial" pitchFamily="34" charset="-122"/>
                <a:cs typeface="Sakkal Majalla" panose="02000000000000000000" pitchFamily="2" charset="-78"/>
              </a:rPr>
              <a:t>يُترجم الاستراتيجية إلى ممارسة يومية محمية</a:t>
            </a:r>
            <a:endParaRPr lang="ar-EG" sz="1667" dirty="0">
              <a:latin typeface="Sakkal Majalla" panose="02000000000000000000" pitchFamily="2" charset="-78"/>
              <a:cs typeface="Sakkal Majalla" panose="02000000000000000000" pitchFamily="2" charset="-78"/>
            </a:endParaRPr>
          </a:p>
          <a:p>
            <a:pPr marL="457189" indent="-457189" algn="r" rtl="1">
              <a:spcAft>
                <a:spcPts val="667"/>
              </a:spcAft>
              <a:buSzPct val="100000"/>
              <a:buChar char="•"/>
            </a:pPr>
            <a:r>
              <a:rPr lang="ar-EG" sz="1667" dirty="0">
                <a:solidFill>
                  <a:srgbClr val="1C2B22"/>
                </a:solidFill>
                <a:latin typeface="Sakkal Majalla" panose="02000000000000000000" pitchFamily="2" charset="-78"/>
                <a:ea typeface="Arial" pitchFamily="34" charset="-122"/>
                <a:cs typeface="Sakkal Majalla" panose="02000000000000000000" pitchFamily="2" charset="-78"/>
              </a:rPr>
              <a:t>يبني ثقة المرضى والجهات التنظيمية والمجتمع</a:t>
            </a:r>
            <a:endParaRPr lang="ar-EG" sz="1667" dirty="0">
              <a:latin typeface="Sakkal Majalla" panose="02000000000000000000" pitchFamily="2" charset="-78"/>
              <a:cs typeface="Sakkal Majalla" panose="02000000000000000000" pitchFamily="2" charset="-78"/>
            </a:endParaRPr>
          </a:p>
        </p:txBody>
      </p:sp>
      <p:sp>
        <p:nvSpPr>
          <p:cNvPr id="51" name="Shape 16"/>
          <p:cNvSpPr/>
          <p:nvPr/>
        </p:nvSpPr>
        <p:spPr>
          <a:xfrm>
            <a:off x="4178312" y="2366909"/>
            <a:ext cx="3658413" cy="3572072"/>
          </a:xfrm>
          <a:prstGeom prst="rect">
            <a:avLst/>
          </a:prstGeom>
          <a:solidFill>
            <a:srgbClr val="FFFFFF"/>
          </a:solidFill>
          <a:ln/>
          <a:effectLst>
            <a:outerShdw blurRad="63500" dist="25400" dir="8100000" algn="bl" rotWithShape="0">
              <a:srgbClr val="000000">
                <a:alpha val="10000"/>
              </a:srgbClr>
            </a:outerShdw>
          </a:effectLst>
        </p:spPr>
        <p:txBody>
          <a:bodyPr/>
          <a:lstStyle/>
          <a:p>
            <a:endParaRPr lang="ar-EG" sz="3200" dirty="0">
              <a:latin typeface="Sakkal Majalla" panose="02000000000000000000" pitchFamily="2" charset="-78"/>
              <a:cs typeface="Sakkal Majalla" panose="02000000000000000000" pitchFamily="2" charset="-78"/>
            </a:endParaRPr>
          </a:p>
        </p:txBody>
      </p:sp>
      <p:sp>
        <p:nvSpPr>
          <p:cNvPr id="52" name="Shape 17"/>
          <p:cNvSpPr/>
          <p:nvPr/>
        </p:nvSpPr>
        <p:spPr>
          <a:xfrm>
            <a:off x="4178312" y="2366909"/>
            <a:ext cx="3658413" cy="73152"/>
          </a:xfrm>
          <a:prstGeom prst="rect">
            <a:avLst/>
          </a:prstGeom>
          <a:solidFill>
            <a:srgbClr val="2E7D52"/>
          </a:solidFill>
          <a:ln w="12700">
            <a:solidFill>
              <a:srgbClr val="2E7D52"/>
            </a:solidFill>
            <a:prstDash val="solid"/>
          </a:ln>
        </p:spPr>
        <p:txBody>
          <a:bodyPr/>
          <a:lstStyle/>
          <a:p>
            <a:endParaRPr lang="ar-EG" sz="2400" dirty="0">
              <a:latin typeface="Sakkal Majalla" panose="02000000000000000000" pitchFamily="2" charset="-78"/>
              <a:cs typeface="Sakkal Majalla" panose="02000000000000000000" pitchFamily="2" charset="-78"/>
            </a:endParaRPr>
          </a:p>
        </p:txBody>
      </p:sp>
      <p:sp>
        <p:nvSpPr>
          <p:cNvPr id="53" name="Text 18"/>
          <p:cNvSpPr/>
          <p:nvPr/>
        </p:nvSpPr>
        <p:spPr>
          <a:xfrm>
            <a:off x="4320847" y="2488829"/>
            <a:ext cx="3373342" cy="463296"/>
          </a:xfrm>
          <a:prstGeom prst="rect">
            <a:avLst/>
          </a:prstGeom>
          <a:noFill/>
          <a:ln/>
        </p:spPr>
        <p:txBody>
          <a:bodyPr wrap="square" rtlCol="0" anchor="ctr"/>
          <a:lstStyle/>
          <a:p>
            <a:pPr algn="r" rtl="1"/>
            <a:r>
              <a:rPr lang="ar-EG" sz="1467" b="1" i="1" dirty="0">
                <a:solidFill>
                  <a:srgbClr val="154F31"/>
                </a:solidFill>
                <a:latin typeface="Sakkal Majalla" panose="02000000000000000000" pitchFamily="2" charset="-78"/>
                <a:ea typeface="Arial" pitchFamily="34" charset="-122"/>
                <a:cs typeface="Sakkal Majalla" panose="02000000000000000000" pitchFamily="2" charset="-78"/>
              </a:rPr>
              <a:t>ماذا يُلزَم -  كيف يُراقَب - أين الفجوات</a:t>
            </a:r>
            <a:endParaRPr lang="ar-EG" sz="1467" dirty="0">
              <a:latin typeface="Sakkal Majalla" panose="02000000000000000000" pitchFamily="2" charset="-78"/>
              <a:cs typeface="Sakkal Majalla" panose="02000000000000000000" pitchFamily="2" charset="-78"/>
            </a:endParaRPr>
          </a:p>
        </p:txBody>
      </p:sp>
      <p:sp>
        <p:nvSpPr>
          <p:cNvPr id="54" name="Shape 19"/>
          <p:cNvSpPr/>
          <p:nvPr/>
        </p:nvSpPr>
        <p:spPr>
          <a:xfrm>
            <a:off x="4320847" y="2976509"/>
            <a:ext cx="3373342" cy="36576"/>
          </a:xfrm>
          <a:prstGeom prst="rect">
            <a:avLst/>
          </a:prstGeom>
          <a:solidFill>
            <a:srgbClr val="A8D5B5"/>
          </a:solidFill>
          <a:ln w="12700">
            <a:solidFill>
              <a:srgbClr val="A8D5B5"/>
            </a:solidFill>
            <a:prstDash val="solid"/>
          </a:ln>
        </p:spPr>
        <p:txBody>
          <a:bodyPr/>
          <a:lstStyle/>
          <a:p>
            <a:endParaRPr lang="ar-EG" sz="2400" dirty="0">
              <a:latin typeface="Sakkal Majalla" panose="02000000000000000000" pitchFamily="2" charset="-78"/>
              <a:cs typeface="Sakkal Majalla" panose="02000000000000000000" pitchFamily="2" charset="-78"/>
            </a:endParaRPr>
          </a:p>
        </p:txBody>
      </p:sp>
      <p:sp>
        <p:nvSpPr>
          <p:cNvPr id="55" name="Text 20"/>
          <p:cNvSpPr/>
          <p:nvPr/>
        </p:nvSpPr>
        <p:spPr>
          <a:xfrm>
            <a:off x="4320847" y="3074045"/>
            <a:ext cx="3373342" cy="2694432"/>
          </a:xfrm>
          <a:prstGeom prst="rect">
            <a:avLst/>
          </a:prstGeom>
          <a:noFill/>
          <a:ln/>
        </p:spPr>
        <p:txBody>
          <a:bodyPr wrap="square" rtlCol="0" anchor="t"/>
          <a:lstStyle/>
          <a:p>
            <a:pPr marL="457189" indent="-457189" algn="r" rtl="1">
              <a:spcAft>
                <a:spcPts val="667"/>
              </a:spcAft>
              <a:buSzPct val="100000"/>
              <a:buChar char="•"/>
            </a:pPr>
            <a:r>
              <a:rPr lang="ar-EG" sz="1667" dirty="0">
                <a:solidFill>
                  <a:srgbClr val="1C2B22"/>
                </a:solidFill>
                <a:latin typeface="Sakkal Majalla" panose="02000000000000000000" pitchFamily="2" charset="-78"/>
                <a:ea typeface="Arial" pitchFamily="34" charset="-122"/>
                <a:cs typeface="Sakkal Majalla" panose="02000000000000000000" pitchFamily="2" charset="-78"/>
              </a:rPr>
              <a:t>يحوّل المتطلبات التنظيمية إلى ضوابط قابلة للقياس</a:t>
            </a:r>
            <a:endParaRPr lang="ar-EG" sz="1667" dirty="0">
              <a:latin typeface="Sakkal Majalla" panose="02000000000000000000" pitchFamily="2" charset="-78"/>
              <a:cs typeface="Sakkal Majalla" panose="02000000000000000000" pitchFamily="2" charset="-78"/>
            </a:endParaRPr>
          </a:p>
          <a:p>
            <a:pPr marL="457189" indent="-457189" algn="r" rtl="1">
              <a:spcAft>
                <a:spcPts val="667"/>
              </a:spcAft>
              <a:buSzPct val="100000"/>
              <a:buChar char="•"/>
            </a:pPr>
            <a:r>
              <a:rPr lang="ar-EG" sz="1667" dirty="0">
                <a:solidFill>
                  <a:srgbClr val="1C2B22"/>
                </a:solidFill>
                <a:latin typeface="Sakkal Majalla" panose="02000000000000000000" pitchFamily="2" charset="-78"/>
                <a:ea typeface="Arial" pitchFamily="34" charset="-122"/>
                <a:cs typeface="Sakkal Majalla" panose="02000000000000000000" pitchFamily="2" charset="-78"/>
              </a:rPr>
              <a:t>يراقب التطبيق الفعلي ويختبر فعالية الضوابط</a:t>
            </a:r>
            <a:endParaRPr lang="ar-EG" sz="1667" dirty="0">
              <a:latin typeface="Sakkal Majalla" panose="02000000000000000000" pitchFamily="2" charset="-78"/>
              <a:cs typeface="Sakkal Majalla" panose="02000000000000000000" pitchFamily="2" charset="-78"/>
            </a:endParaRPr>
          </a:p>
          <a:p>
            <a:pPr marL="457189" indent="-457189" algn="r" rtl="1">
              <a:spcAft>
                <a:spcPts val="667"/>
              </a:spcAft>
              <a:buSzPct val="100000"/>
              <a:buChar char="•"/>
            </a:pPr>
            <a:r>
              <a:rPr lang="ar-EG" sz="1667" dirty="0">
                <a:solidFill>
                  <a:srgbClr val="1C2B22"/>
                </a:solidFill>
                <a:latin typeface="Sakkal Majalla" panose="02000000000000000000" pitchFamily="2" charset="-78"/>
                <a:ea typeface="Arial" pitchFamily="34" charset="-122"/>
                <a:cs typeface="Sakkal Majalla" panose="02000000000000000000" pitchFamily="2" charset="-78"/>
              </a:rPr>
              <a:t>يعالج أسباب عدم الامتثال الجذرية لا الظاهرية</a:t>
            </a:r>
            <a:endParaRPr lang="ar-EG" sz="1667" dirty="0">
              <a:latin typeface="Sakkal Majalla" panose="02000000000000000000" pitchFamily="2" charset="-78"/>
              <a:cs typeface="Sakkal Majalla" panose="02000000000000000000" pitchFamily="2" charset="-78"/>
            </a:endParaRPr>
          </a:p>
          <a:p>
            <a:pPr marL="457189" indent="-457189" algn="r" rtl="1">
              <a:spcAft>
                <a:spcPts val="667"/>
              </a:spcAft>
              <a:buSzPct val="100000"/>
              <a:buChar char="•"/>
            </a:pPr>
            <a:r>
              <a:rPr lang="ar-EG" sz="1667" dirty="0">
                <a:solidFill>
                  <a:srgbClr val="1C2B22"/>
                </a:solidFill>
                <a:latin typeface="Sakkal Majalla" panose="02000000000000000000" pitchFamily="2" charset="-78"/>
                <a:ea typeface="Arial" pitchFamily="34" charset="-122"/>
                <a:cs typeface="Sakkal Majalla" panose="02000000000000000000" pitchFamily="2" charset="-78"/>
              </a:rPr>
              <a:t>يرفع تقارير دورية للقيادة لدعم القرار</a:t>
            </a:r>
            <a:endParaRPr lang="ar-EG" sz="1667" dirty="0">
              <a:latin typeface="Sakkal Majalla" panose="02000000000000000000" pitchFamily="2" charset="-78"/>
              <a:cs typeface="Sakkal Majalla" panose="02000000000000000000" pitchFamily="2" charset="-78"/>
            </a:endParaRPr>
          </a:p>
          <a:p>
            <a:pPr marL="457189" indent="-457189" algn="r" rtl="1">
              <a:spcAft>
                <a:spcPts val="667"/>
              </a:spcAft>
              <a:buSzPct val="100000"/>
              <a:buChar char="•"/>
            </a:pPr>
            <a:r>
              <a:rPr lang="ar-EG" sz="1667" dirty="0">
                <a:solidFill>
                  <a:srgbClr val="1C2B22"/>
                </a:solidFill>
                <a:latin typeface="Sakkal Majalla" panose="02000000000000000000" pitchFamily="2" charset="-78"/>
                <a:ea typeface="Arial" pitchFamily="34" charset="-122"/>
                <a:cs typeface="Sakkal Majalla" panose="02000000000000000000" pitchFamily="2" charset="-78"/>
              </a:rPr>
              <a:t>يبني ثقافة مؤسسية تلتزم بروح النظام لا حرفه</a:t>
            </a:r>
            <a:endParaRPr lang="ar-EG" sz="1667" dirty="0">
              <a:latin typeface="Sakkal Majalla" panose="02000000000000000000" pitchFamily="2" charset="-78"/>
              <a:cs typeface="Sakkal Majalla" panose="02000000000000000000" pitchFamily="2" charset="-78"/>
            </a:endParaRPr>
          </a:p>
        </p:txBody>
      </p:sp>
      <p:grpSp>
        <p:nvGrpSpPr>
          <p:cNvPr id="135" name="Group 134">
            <a:extLst>
              <a:ext uri="{FF2B5EF4-FFF2-40B4-BE49-F238E27FC236}">
                <a16:creationId xmlns:a16="http://schemas.microsoft.com/office/drawing/2014/main" id="{803C0A82-FFE1-CA6B-65FF-0DF61ADD8FB5}"/>
              </a:ext>
            </a:extLst>
          </p:cNvPr>
          <p:cNvGrpSpPr/>
          <p:nvPr/>
        </p:nvGrpSpPr>
        <p:grpSpPr>
          <a:xfrm>
            <a:off x="424875" y="1288473"/>
            <a:ext cx="11165286" cy="695313"/>
            <a:chOff x="424875" y="1184471"/>
            <a:chExt cx="11165286" cy="877824"/>
          </a:xfrm>
        </p:grpSpPr>
        <p:sp>
          <p:nvSpPr>
            <p:cNvPr id="38" name="Shape 3"/>
            <p:cNvSpPr/>
            <p:nvPr/>
          </p:nvSpPr>
          <p:spPr>
            <a:xfrm>
              <a:off x="424875" y="1184471"/>
              <a:ext cx="3658413" cy="877824"/>
            </a:xfrm>
            <a:prstGeom prst="rect">
              <a:avLst/>
            </a:prstGeom>
            <a:solidFill>
              <a:srgbClr val="B8963E"/>
            </a:solidFill>
            <a:ln w="12700">
              <a:solidFill>
                <a:srgbClr val="B8963E"/>
              </a:solidFill>
              <a:prstDash val="solid"/>
            </a:ln>
            <a:effectLst>
              <a:outerShdw blurRad="50800" dist="25400" dir="8100000" algn="bl" rotWithShape="0">
                <a:srgbClr val="000000">
                  <a:alpha val="15000"/>
                </a:srgbClr>
              </a:outerShdw>
            </a:effectLst>
          </p:spPr>
          <p:txBody>
            <a:bodyPr/>
            <a:lstStyle/>
            <a:p>
              <a:endParaRPr lang="ar-EG" sz="2400" dirty="0">
                <a:latin typeface="Sakkal Majalla" panose="02000000000000000000" pitchFamily="2" charset="-78"/>
                <a:cs typeface="Sakkal Majalla" panose="02000000000000000000" pitchFamily="2" charset="-78"/>
              </a:endParaRPr>
            </a:p>
          </p:txBody>
        </p:sp>
        <p:grpSp>
          <p:nvGrpSpPr>
            <p:cNvPr id="130" name="Group 129">
              <a:extLst>
                <a:ext uri="{FF2B5EF4-FFF2-40B4-BE49-F238E27FC236}">
                  <a16:creationId xmlns:a16="http://schemas.microsoft.com/office/drawing/2014/main" id="{3EC09D6F-4BE1-39F1-B52D-E6AAEC4C7CED}"/>
                </a:ext>
              </a:extLst>
            </p:cNvPr>
            <p:cNvGrpSpPr/>
            <p:nvPr/>
          </p:nvGrpSpPr>
          <p:grpSpPr>
            <a:xfrm>
              <a:off x="3253457" y="1330775"/>
              <a:ext cx="570142" cy="585216"/>
              <a:chOff x="414528" y="1146048"/>
              <a:chExt cx="585216" cy="585216"/>
            </a:xfrm>
          </p:grpSpPr>
          <p:sp>
            <p:nvSpPr>
              <p:cNvPr id="39" name="Shape 4"/>
              <p:cNvSpPr/>
              <p:nvPr/>
            </p:nvSpPr>
            <p:spPr>
              <a:xfrm>
                <a:off x="414528" y="1146048"/>
                <a:ext cx="585216" cy="585216"/>
              </a:xfrm>
              <a:prstGeom prst="ellipse">
                <a:avLst/>
              </a:prstGeom>
              <a:solidFill>
                <a:srgbClr val="FFFFFF"/>
              </a:solidFill>
              <a:ln w="12700">
                <a:solidFill>
                  <a:srgbClr val="FFFFFF"/>
                </a:solidFill>
                <a:prstDash val="solid"/>
              </a:ln>
            </p:spPr>
            <p:txBody>
              <a:bodyPr/>
              <a:lstStyle/>
              <a:p>
                <a:endParaRPr lang="ar-EG" sz="2400" dirty="0">
                  <a:latin typeface="Sakkal Majalla" panose="02000000000000000000" pitchFamily="2" charset="-78"/>
                  <a:cs typeface="Sakkal Majalla" panose="02000000000000000000" pitchFamily="2" charset="-78"/>
                </a:endParaRPr>
              </a:p>
            </p:txBody>
          </p:sp>
          <p:sp>
            <p:nvSpPr>
              <p:cNvPr id="40" name="Text 5"/>
              <p:cNvSpPr/>
              <p:nvPr/>
            </p:nvSpPr>
            <p:spPr>
              <a:xfrm>
                <a:off x="414528" y="1146048"/>
                <a:ext cx="585216" cy="585216"/>
              </a:xfrm>
              <a:prstGeom prst="rect">
                <a:avLst/>
              </a:prstGeom>
              <a:noFill/>
              <a:ln/>
            </p:spPr>
            <p:txBody>
              <a:bodyPr wrap="square" rtlCol="0" anchor="ctr"/>
              <a:lstStyle/>
              <a:p>
                <a:pPr algn="ctr"/>
                <a:r>
                  <a:rPr lang="ar-EG" sz="2133" b="1" dirty="0">
                    <a:solidFill>
                      <a:srgbClr val="B8963E"/>
                    </a:solidFill>
                    <a:latin typeface="Sakkal Majalla" panose="02000000000000000000" pitchFamily="2" charset="-78"/>
                    <a:ea typeface="Calibri" pitchFamily="34" charset="-122"/>
                    <a:cs typeface="Sakkal Majalla" panose="02000000000000000000" pitchFamily="2" charset="-78"/>
                  </a:rPr>
                  <a:t>٣</a:t>
                </a:r>
                <a:endParaRPr lang="ar-EG" sz="2133" dirty="0">
                  <a:latin typeface="Sakkal Majalla" panose="02000000000000000000" pitchFamily="2" charset="-78"/>
                  <a:cs typeface="Sakkal Majalla" panose="02000000000000000000" pitchFamily="2" charset="-78"/>
                </a:endParaRPr>
              </a:p>
            </p:txBody>
          </p:sp>
        </p:grpSp>
        <p:sp>
          <p:nvSpPr>
            <p:cNvPr id="41" name="Text 6"/>
            <p:cNvSpPr/>
            <p:nvPr/>
          </p:nvSpPr>
          <p:spPr>
            <a:xfrm>
              <a:off x="567410" y="1269815"/>
              <a:ext cx="2348777" cy="707136"/>
            </a:xfrm>
            <a:prstGeom prst="rect">
              <a:avLst/>
            </a:prstGeom>
            <a:noFill/>
            <a:ln/>
          </p:spPr>
          <p:txBody>
            <a:bodyPr wrap="square" rtlCol="0" anchor="ctr"/>
            <a:lstStyle/>
            <a:p>
              <a:pPr algn="r" rtl="1"/>
              <a:r>
                <a:rPr lang="ar-EG" b="1" dirty="0">
                  <a:solidFill>
                    <a:srgbClr val="FFFFFF"/>
                  </a:solidFill>
                  <a:latin typeface="Sakkal Majalla" panose="02000000000000000000" pitchFamily="2" charset="-78"/>
                  <a:ea typeface="Arial" pitchFamily="34" charset="-122"/>
                  <a:cs typeface="Sakkal Majalla" panose="02000000000000000000" pitchFamily="2" charset="-78"/>
                </a:rPr>
                <a:t>التكامل = استدامة الأداء</a:t>
              </a:r>
              <a:endParaRPr lang="ar-EG" dirty="0">
                <a:latin typeface="Sakkal Majalla" panose="02000000000000000000" pitchFamily="2" charset="-78"/>
                <a:cs typeface="Sakkal Majalla" panose="02000000000000000000" pitchFamily="2" charset="-78"/>
              </a:endParaRPr>
            </a:p>
          </p:txBody>
        </p:sp>
        <p:sp>
          <p:nvSpPr>
            <p:cNvPr id="47" name="Shape 12"/>
            <p:cNvSpPr/>
            <p:nvPr/>
          </p:nvSpPr>
          <p:spPr>
            <a:xfrm>
              <a:off x="4178312" y="1184471"/>
              <a:ext cx="3658413" cy="877824"/>
            </a:xfrm>
            <a:prstGeom prst="rect">
              <a:avLst/>
            </a:prstGeom>
            <a:solidFill>
              <a:srgbClr val="2E7D52"/>
            </a:solidFill>
            <a:ln w="12700">
              <a:solidFill>
                <a:srgbClr val="2E7D52"/>
              </a:solidFill>
              <a:prstDash val="solid"/>
            </a:ln>
            <a:effectLst>
              <a:outerShdw blurRad="50800" dist="25400" dir="8100000" algn="bl" rotWithShape="0">
                <a:srgbClr val="000000">
                  <a:alpha val="15000"/>
                </a:srgbClr>
              </a:outerShdw>
            </a:effectLst>
          </p:spPr>
          <p:txBody>
            <a:bodyPr/>
            <a:lstStyle/>
            <a:p>
              <a:endParaRPr lang="ar-EG" sz="2400" dirty="0">
                <a:latin typeface="Sakkal Majalla" panose="02000000000000000000" pitchFamily="2" charset="-78"/>
                <a:cs typeface="Sakkal Majalla" panose="02000000000000000000" pitchFamily="2" charset="-78"/>
              </a:endParaRPr>
            </a:p>
          </p:txBody>
        </p:sp>
        <p:grpSp>
          <p:nvGrpSpPr>
            <p:cNvPr id="131" name="Group 130">
              <a:extLst>
                <a:ext uri="{FF2B5EF4-FFF2-40B4-BE49-F238E27FC236}">
                  <a16:creationId xmlns:a16="http://schemas.microsoft.com/office/drawing/2014/main" id="{280CDAB9-3B43-C804-28D8-964223771083}"/>
                </a:ext>
              </a:extLst>
            </p:cNvPr>
            <p:cNvGrpSpPr/>
            <p:nvPr/>
          </p:nvGrpSpPr>
          <p:grpSpPr>
            <a:xfrm>
              <a:off x="7006894" y="1330775"/>
              <a:ext cx="570142" cy="585216"/>
              <a:chOff x="4267200" y="1146048"/>
              <a:chExt cx="585216" cy="585216"/>
            </a:xfrm>
          </p:grpSpPr>
          <p:sp>
            <p:nvSpPr>
              <p:cNvPr id="48" name="Shape 13"/>
              <p:cNvSpPr/>
              <p:nvPr/>
            </p:nvSpPr>
            <p:spPr>
              <a:xfrm>
                <a:off x="4267200" y="1146048"/>
                <a:ext cx="585216" cy="585216"/>
              </a:xfrm>
              <a:prstGeom prst="ellipse">
                <a:avLst/>
              </a:prstGeom>
              <a:solidFill>
                <a:srgbClr val="FFFFFF"/>
              </a:solidFill>
              <a:ln w="12700">
                <a:solidFill>
                  <a:srgbClr val="FFFFFF"/>
                </a:solidFill>
                <a:prstDash val="solid"/>
              </a:ln>
            </p:spPr>
            <p:txBody>
              <a:bodyPr/>
              <a:lstStyle/>
              <a:p>
                <a:endParaRPr lang="ar-EG" sz="2400" dirty="0">
                  <a:latin typeface="Sakkal Majalla" panose="02000000000000000000" pitchFamily="2" charset="-78"/>
                  <a:cs typeface="Sakkal Majalla" panose="02000000000000000000" pitchFamily="2" charset="-78"/>
                </a:endParaRPr>
              </a:p>
            </p:txBody>
          </p:sp>
          <p:sp>
            <p:nvSpPr>
              <p:cNvPr id="49" name="Text 14"/>
              <p:cNvSpPr/>
              <p:nvPr/>
            </p:nvSpPr>
            <p:spPr>
              <a:xfrm>
                <a:off x="4267200" y="1146048"/>
                <a:ext cx="585216" cy="585216"/>
              </a:xfrm>
              <a:prstGeom prst="rect">
                <a:avLst/>
              </a:prstGeom>
              <a:noFill/>
              <a:ln/>
            </p:spPr>
            <p:txBody>
              <a:bodyPr wrap="square" rtlCol="0" anchor="ctr"/>
              <a:lstStyle/>
              <a:p>
                <a:pPr algn="ctr"/>
                <a:r>
                  <a:rPr lang="ar-EG" sz="2133" b="1" dirty="0">
                    <a:solidFill>
                      <a:srgbClr val="2E7D52"/>
                    </a:solidFill>
                    <a:latin typeface="Sakkal Majalla" panose="02000000000000000000" pitchFamily="2" charset="-78"/>
                    <a:ea typeface="Calibri" pitchFamily="34" charset="-122"/>
                    <a:cs typeface="Sakkal Majalla" panose="02000000000000000000" pitchFamily="2" charset="-78"/>
                  </a:rPr>
                  <a:t>٢</a:t>
                </a:r>
                <a:endParaRPr lang="ar-EG" sz="2133" dirty="0">
                  <a:latin typeface="Sakkal Majalla" panose="02000000000000000000" pitchFamily="2" charset="-78"/>
                  <a:cs typeface="Sakkal Majalla" panose="02000000000000000000" pitchFamily="2" charset="-78"/>
                </a:endParaRPr>
              </a:p>
            </p:txBody>
          </p:sp>
        </p:grpSp>
        <p:sp>
          <p:nvSpPr>
            <p:cNvPr id="50" name="Text 15"/>
            <p:cNvSpPr/>
            <p:nvPr/>
          </p:nvSpPr>
          <p:spPr>
            <a:xfrm>
              <a:off x="4044594" y="1269815"/>
              <a:ext cx="2625030" cy="707136"/>
            </a:xfrm>
            <a:prstGeom prst="rect">
              <a:avLst/>
            </a:prstGeom>
            <a:noFill/>
            <a:ln/>
          </p:spPr>
          <p:txBody>
            <a:bodyPr wrap="square" rtlCol="0" anchor="ctr"/>
            <a:lstStyle/>
            <a:p>
              <a:pPr algn="r" rtl="1"/>
              <a:r>
                <a:rPr lang="ar-EG" b="1" dirty="0">
                  <a:solidFill>
                    <a:srgbClr val="FFFFFF"/>
                  </a:solidFill>
                  <a:latin typeface="Sakkal Majalla" panose="02000000000000000000" pitchFamily="2" charset="-78"/>
                  <a:ea typeface="Arial" pitchFamily="34" charset="-122"/>
                  <a:cs typeface="Sakkal Majalla" panose="02000000000000000000" pitchFamily="2" charset="-78"/>
                </a:rPr>
                <a:t>الامتثال يضمن التطبيق</a:t>
              </a:r>
              <a:endParaRPr lang="ar-EG" dirty="0">
                <a:latin typeface="Sakkal Majalla" panose="02000000000000000000" pitchFamily="2" charset="-78"/>
                <a:cs typeface="Sakkal Majalla" panose="02000000000000000000" pitchFamily="2" charset="-78"/>
              </a:endParaRPr>
            </a:p>
          </p:txBody>
        </p:sp>
        <p:sp>
          <p:nvSpPr>
            <p:cNvPr id="56" name="Shape 21"/>
            <p:cNvSpPr/>
            <p:nvPr/>
          </p:nvSpPr>
          <p:spPr>
            <a:xfrm>
              <a:off x="7931748" y="1184471"/>
              <a:ext cx="3658413" cy="877824"/>
            </a:xfrm>
            <a:prstGeom prst="rect">
              <a:avLst/>
            </a:prstGeom>
            <a:solidFill>
              <a:srgbClr val="2E7D52"/>
            </a:solidFill>
            <a:ln w="12700">
              <a:solidFill>
                <a:srgbClr val="2E7D52"/>
              </a:solidFill>
              <a:prstDash val="solid"/>
            </a:ln>
            <a:effectLst>
              <a:outerShdw blurRad="50800" dist="25400" dir="8100000" algn="bl" rotWithShape="0">
                <a:srgbClr val="000000">
                  <a:alpha val="15000"/>
                </a:srgbClr>
              </a:outerShdw>
            </a:effectLst>
          </p:spPr>
          <p:txBody>
            <a:bodyPr/>
            <a:lstStyle/>
            <a:p>
              <a:endParaRPr lang="ar-EG" sz="2400" dirty="0">
                <a:latin typeface="Sakkal Majalla" panose="02000000000000000000" pitchFamily="2" charset="-78"/>
                <a:cs typeface="Sakkal Majalla" panose="02000000000000000000" pitchFamily="2" charset="-78"/>
              </a:endParaRPr>
            </a:p>
          </p:txBody>
        </p:sp>
        <p:grpSp>
          <p:nvGrpSpPr>
            <p:cNvPr id="132" name="Group 131">
              <a:extLst>
                <a:ext uri="{FF2B5EF4-FFF2-40B4-BE49-F238E27FC236}">
                  <a16:creationId xmlns:a16="http://schemas.microsoft.com/office/drawing/2014/main" id="{EF9F566D-C70C-9502-393A-3C6CF4260DA2}"/>
                </a:ext>
              </a:extLst>
            </p:cNvPr>
            <p:cNvGrpSpPr/>
            <p:nvPr/>
          </p:nvGrpSpPr>
          <p:grpSpPr>
            <a:xfrm>
              <a:off x="10760331" y="1330775"/>
              <a:ext cx="570142" cy="585216"/>
              <a:chOff x="8119872" y="1146048"/>
              <a:chExt cx="585216" cy="585216"/>
            </a:xfrm>
          </p:grpSpPr>
          <p:sp>
            <p:nvSpPr>
              <p:cNvPr id="57" name="Shape 22"/>
              <p:cNvSpPr/>
              <p:nvPr/>
            </p:nvSpPr>
            <p:spPr>
              <a:xfrm>
                <a:off x="8119872" y="1146048"/>
                <a:ext cx="585216" cy="585216"/>
              </a:xfrm>
              <a:prstGeom prst="ellipse">
                <a:avLst/>
              </a:prstGeom>
              <a:solidFill>
                <a:srgbClr val="FFFFFF"/>
              </a:solidFill>
              <a:ln w="12700">
                <a:solidFill>
                  <a:srgbClr val="FFFFFF"/>
                </a:solidFill>
                <a:prstDash val="solid"/>
              </a:ln>
            </p:spPr>
            <p:txBody>
              <a:bodyPr/>
              <a:lstStyle/>
              <a:p>
                <a:endParaRPr lang="ar-EG" sz="2400" dirty="0">
                  <a:latin typeface="Sakkal Majalla" panose="02000000000000000000" pitchFamily="2" charset="-78"/>
                  <a:cs typeface="Sakkal Majalla" panose="02000000000000000000" pitchFamily="2" charset="-78"/>
                </a:endParaRPr>
              </a:p>
            </p:txBody>
          </p:sp>
          <p:sp>
            <p:nvSpPr>
              <p:cNvPr id="58" name="Text 23"/>
              <p:cNvSpPr/>
              <p:nvPr/>
            </p:nvSpPr>
            <p:spPr>
              <a:xfrm>
                <a:off x="8119872" y="1146048"/>
                <a:ext cx="585216" cy="585216"/>
              </a:xfrm>
              <a:prstGeom prst="rect">
                <a:avLst/>
              </a:prstGeom>
              <a:noFill/>
              <a:ln/>
            </p:spPr>
            <p:txBody>
              <a:bodyPr wrap="square" rtlCol="0" anchor="ctr"/>
              <a:lstStyle/>
              <a:p>
                <a:pPr algn="ctr"/>
                <a:r>
                  <a:rPr lang="ar-EG" sz="2133" b="1" dirty="0">
                    <a:solidFill>
                      <a:srgbClr val="2E7D52"/>
                    </a:solidFill>
                    <a:latin typeface="Sakkal Majalla" panose="02000000000000000000" pitchFamily="2" charset="-78"/>
                    <a:ea typeface="Calibri" pitchFamily="34" charset="-122"/>
                    <a:cs typeface="Sakkal Majalla" panose="02000000000000000000" pitchFamily="2" charset="-78"/>
                  </a:rPr>
                  <a:t>١</a:t>
                </a:r>
                <a:endParaRPr lang="ar-EG" sz="2133" dirty="0">
                  <a:latin typeface="Sakkal Majalla" panose="02000000000000000000" pitchFamily="2" charset="-78"/>
                  <a:cs typeface="Sakkal Majalla" panose="02000000000000000000" pitchFamily="2" charset="-78"/>
                </a:endParaRPr>
              </a:p>
            </p:txBody>
          </p:sp>
        </p:grpSp>
        <p:sp>
          <p:nvSpPr>
            <p:cNvPr id="59" name="Text 24"/>
            <p:cNvSpPr/>
            <p:nvPr/>
          </p:nvSpPr>
          <p:spPr>
            <a:xfrm>
              <a:off x="7798030" y="1269815"/>
              <a:ext cx="2625030" cy="707136"/>
            </a:xfrm>
            <a:prstGeom prst="rect">
              <a:avLst/>
            </a:prstGeom>
            <a:noFill/>
            <a:ln/>
          </p:spPr>
          <p:txBody>
            <a:bodyPr wrap="square" rtlCol="0" anchor="ctr"/>
            <a:lstStyle/>
            <a:p>
              <a:pPr algn="r" rtl="1"/>
              <a:r>
                <a:rPr lang="ar-EG" b="1" dirty="0">
                  <a:solidFill>
                    <a:srgbClr val="FFFFFF"/>
                  </a:solidFill>
                  <a:latin typeface="Sakkal Majalla" panose="02000000000000000000" pitchFamily="2" charset="-78"/>
                  <a:ea typeface="Arial" pitchFamily="34" charset="-122"/>
                  <a:cs typeface="Sakkal Majalla" panose="02000000000000000000" pitchFamily="2" charset="-78"/>
                </a:rPr>
                <a:t>الحوكمة تحدد الإطار</a:t>
              </a:r>
              <a:endParaRPr lang="ar-EG" dirty="0">
                <a:latin typeface="Sakkal Majalla" panose="02000000000000000000" pitchFamily="2" charset="-78"/>
                <a:cs typeface="Sakkal Majalla" panose="02000000000000000000" pitchFamily="2" charset="-78"/>
              </a:endParaRPr>
            </a:p>
          </p:txBody>
        </p:sp>
      </p:grpSp>
      <p:sp>
        <p:nvSpPr>
          <p:cNvPr id="60" name="Shape 25"/>
          <p:cNvSpPr/>
          <p:nvPr/>
        </p:nvSpPr>
        <p:spPr>
          <a:xfrm>
            <a:off x="7931748" y="2366909"/>
            <a:ext cx="3658413" cy="3572072"/>
          </a:xfrm>
          <a:prstGeom prst="rect">
            <a:avLst/>
          </a:prstGeom>
          <a:solidFill>
            <a:srgbClr val="FFFFFF"/>
          </a:solidFill>
          <a:ln/>
          <a:effectLst>
            <a:outerShdw blurRad="63500" dist="25400" dir="8100000" algn="bl" rotWithShape="0">
              <a:srgbClr val="000000">
                <a:alpha val="10000"/>
              </a:srgbClr>
            </a:outerShdw>
          </a:effectLst>
        </p:spPr>
        <p:txBody>
          <a:bodyPr/>
          <a:lstStyle/>
          <a:p>
            <a:endParaRPr lang="ar-EG" sz="3200" dirty="0">
              <a:latin typeface="Sakkal Majalla" panose="02000000000000000000" pitchFamily="2" charset="-78"/>
              <a:cs typeface="Sakkal Majalla" panose="02000000000000000000" pitchFamily="2" charset="-78"/>
            </a:endParaRPr>
          </a:p>
        </p:txBody>
      </p:sp>
      <p:sp>
        <p:nvSpPr>
          <p:cNvPr id="61" name="Shape 26"/>
          <p:cNvSpPr/>
          <p:nvPr/>
        </p:nvSpPr>
        <p:spPr>
          <a:xfrm>
            <a:off x="7931748" y="2366909"/>
            <a:ext cx="3658413" cy="73152"/>
          </a:xfrm>
          <a:prstGeom prst="rect">
            <a:avLst/>
          </a:prstGeom>
          <a:solidFill>
            <a:srgbClr val="2E7D52"/>
          </a:solidFill>
          <a:ln w="12700">
            <a:solidFill>
              <a:srgbClr val="2E7D52"/>
            </a:solidFill>
            <a:prstDash val="solid"/>
          </a:ln>
        </p:spPr>
        <p:txBody>
          <a:bodyPr/>
          <a:lstStyle/>
          <a:p>
            <a:endParaRPr lang="ar-EG" sz="2400" dirty="0">
              <a:latin typeface="Sakkal Majalla" panose="02000000000000000000" pitchFamily="2" charset="-78"/>
              <a:cs typeface="Sakkal Majalla" panose="02000000000000000000" pitchFamily="2" charset="-78"/>
            </a:endParaRPr>
          </a:p>
        </p:txBody>
      </p:sp>
      <p:sp>
        <p:nvSpPr>
          <p:cNvPr id="62" name="Text 27"/>
          <p:cNvSpPr/>
          <p:nvPr/>
        </p:nvSpPr>
        <p:spPr>
          <a:xfrm>
            <a:off x="8074284" y="2488829"/>
            <a:ext cx="3373342" cy="463296"/>
          </a:xfrm>
          <a:prstGeom prst="rect">
            <a:avLst/>
          </a:prstGeom>
          <a:noFill/>
          <a:ln/>
        </p:spPr>
        <p:txBody>
          <a:bodyPr wrap="square" rtlCol="0" anchor="ctr"/>
          <a:lstStyle/>
          <a:p>
            <a:pPr algn="r" rtl="1"/>
            <a:r>
              <a:rPr lang="ar-EG" sz="1467" b="1" i="1" dirty="0">
                <a:solidFill>
                  <a:srgbClr val="154F31"/>
                </a:solidFill>
                <a:latin typeface="Sakkal Majalla" panose="02000000000000000000" pitchFamily="2" charset="-78"/>
                <a:ea typeface="Arial" pitchFamily="34" charset="-122"/>
                <a:cs typeface="Sakkal Majalla" panose="02000000000000000000" pitchFamily="2" charset="-78"/>
              </a:rPr>
              <a:t>من يقرر  - ماذا يُقرر - كيف يُحاسَب</a:t>
            </a:r>
            <a:endParaRPr lang="ar-EG" sz="1467" dirty="0">
              <a:latin typeface="Sakkal Majalla" panose="02000000000000000000" pitchFamily="2" charset="-78"/>
              <a:cs typeface="Sakkal Majalla" panose="02000000000000000000" pitchFamily="2" charset="-78"/>
            </a:endParaRPr>
          </a:p>
        </p:txBody>
      </p:sp>
      <p:sp>
        <p:nvSpPr>
          <p:cNvPr id="63" name="Shape 28"/>
          <p:cNvSpPr/>
          <p:nvPr/>
        </p:nvSpPr>
        <p:spPr>
          <a:xfrm>
            <a:off x="8074284" y="2976509"/>
            <a:ext cx="3373342" cy="36576"/>
          </a:xfrm>
          <a:prstGeom prst="rect">
            <a:avLst/>
          </a:prstGeom>
          <a:solidFill>
            <a:srgbClr val="A8D5B5"/>
          </a:solidFill>
          <a:ln w="12700">
            <a:solidFill>
              <a:srgbClr val="A8D5B5"/>
            </a:solidFill>
            <a:prstDash val="solid"/>
          </a:ln>
        </p:spPr>
        <p:txBody>
          <a:bodyPr/>
          <a:lstStyle/>
          <a:p>
            <a:endParaRPr lang="ar-EG" sz="2400" dirty="0">
              <a:latin typeface="Sakkal Majalla" panose="02000000000000000000" pitchFamily="2" charset="-78"/>
              <a:cs typeface="Sakkal Majalla" panose="02000000000000000000" pitchFamily="2" charset="-78"/>
            </a:endParaRPr>
          </a:p>
        </p:txBody>
      </p:sp>
      <p:sp>
        <p:nvSpPr>
          <p:cNvPr id="128" name="Text 29"/>
          <p:cNvSpPr/>
          <p:nvPr/>
        </p:nvSpPr>
        <p:spPr>
          <a:xfrm>
            <a:off x="8074284" y="3074045"/>
            <a:ext cx="3373342" cy="2694432"/>
          </a:xfrm>
          <a:prstGeom prst="rect">
            <a:avLst/>
          </a:prstGeom>
          <a:noFill/>
          <a:ln/>
        </p:spPr>
        <p:txBody>
          <a:bodyPr wrap="square" rtlCol="0" anchor="t"/>
          <a:lstStyle/>
          <a:p>
            <a:pPr marL="457189" indent="-457189" algn="r" rtl="1">
              <a:spcAft>
                <a:spcPts val="667"/>
              </a:spcAft>
              <a:buSzPct val="100000"/>
              <a:buChar char="•"/>
            </a:pPr>
            <a:r>
              <a:rPr lang="ar-EG" sz="1667" dirty="0">
                <a:solidFill>
                  <a:srgbClr val="1C2B22"/>
                </a:solidFill>
                <a:latin typeface="Sakkal Majalla" panose="02000000000000000000" pitchFamily="2" charset="-78"/>
                <a:ea typeface="Arial" pitchFamily="34" charset="-122"/>
                <a:cs typeface="Sakkal Majalla" panose="02000000000000000000" pitchFamily="2" charset="-78"/>
              </a:rPr>
              <a:t>توزع الأدوار بين مجلس الإدارة والإدارة واللجان</a:t>
            </a:r>
            <a:endParaRPr lang="ar-EG" sz="1667" dirty="0">
              <a:latin typeface="Sakkal Majalla" panose="02000000000000000000" pitchFamily="2" charset="-78"/>
              <a:cs typeface="Sakkal Majalla" panose="02000000000000000000" pitchFamily="2" charset="-78"/>
            </a:endParaRPr>
          </a:p>
          <a:p>
            <a:pPr marL="457189" indent="-457189" algn="r" rtl="1">
              <a:spcAft>
                <a:spcPts val="667"/>
              </a:spcAft>
              <a:buSzPct val="100000"/>
              <a:buChar char="•"/>
            </a:pPr>
            <a:r>
              <a:rPr lang="ar-EG" sz="1667" dirty="0">
                <a:solidFill>
                  <a:srgbClr val="1C2B22"/>
                </a:solidFill>
                <a:latin typeface="Sakkal Majalla" panose="02000000000000000000" pitchFamily="2" charset="-78"/>
                <a:ea typeface="Arial" pitchFamily="34" charset="-122"/>
                <a:cs typeface="Sakkal Majalla" panose="02000000000000000000" pitchFamily="2" charset="-78"/>
              </a:rPr>
              <a:t>مصفوفة الصلاحيات (DoA) تضبط القرار وتمنع التداخل</a:t>
            </a:r>
            <a:endParaRPr lang="ar-EG" sz="1667" dirty="0">
              <a:latin typeface="Sakkal Majalla" panose="02000000000000000000" pitchFamily="2" charset="-78"/>
              <a:cs typeface="Sakkal Majalla" panose="02000000000000000000" pitchFamily="2" charset="-78"/>
            </a:endParaRPr>
          </a:p>
          <a:p>
            <a:pPr marL="457189" indent="-457189" algn="r" rtl="1">
              <a:spcAft>
                <a:spcPts val="667"/>
              </a:spcAft>
              <a:buSzPct val="100000"/>
              <a:buChar char="•"/>
            </a:pPr>
            <a:r>
              <a:rPr lang="ar-EG" sz="1667" dirty="0">
                <a:solidFill>
                  <a:srgbClr val="1C2B22"/>
                </a:solidFill>
                <a:latin typeface="Sakkal Majalla" panose="02000000000000000000" pitchFamily="2" charset="-78"/>
                <a:ea typeface="Arial" pitchFamily="34" charset="-122"/>
                <a:cs typeface="Sakkal Majalla" panose="02000000000000000000" pitchFamily="2" charset="-78"/>
              </a:rPr>
              <a:t>السياسات تُترجم الاستراتيجية إلى ممارسة يومية</a:t>
            </a:r>
            <a:endParaRPr lang="ar-EG" sz="1667" dirty="0">
              <a:latin typeface="Sakkal Majalla" panose="02000000000000000000" pitchFamily="2" charset="-78"/>
              <a:cs typeface="Sakkal Majalla" panose="02000000000000000000" pitchFamily="2" charset="-78"/>
            </a:endParaRPr>
          </a:p>
          <a:p>
            <a:pPr marL="457189" indent="-457189" algn="r" rtl="1">
              <a:spcAft>
                <a:spcPts val="667"/>
              </a:spcAft>
              <a:buSzPct val="100000"/>
              <a:buChar char="•"/>
            </a:pPr>
            <a:r>
              <a:rPr lang="ar-EG" sz="1667" dirty="0">
                <a:solidFill>
                  <a:srgbClr val="1C2B22"/>
                </a:solidFill>
                <a:latin typeface="Sakkal Majalla" panose="02000000000000000000" pitchFamily="2" charset="-78"/>
                <a:ea typeface="Arial" pitchFamily="34" charset="-122"/>
                <a:cs typeface="Sakkal Majalla" panose="02000000000000000000" pitchFamily="2" charset="-78"/>
              </a:rPr>
              <a:t>آليات المساءلة والشفافية تحمي القرار</a:t>
            </a:r>
            <a:endParaRPr lang="ar-EG" sz="1667" dirty="0">
              <a:latin typeface="Sakkal Majalla" panose="02000000000000000000" pitchFamily="2" charset="-78"/>
              <a:cs typeface="Sakkal Majalla" panose="02000000000000000000" pitchFamily="2" charset="-78"/>
            </a:endParaRPr>
          </a:p>
          <a:p>
            <a:pPr marL="457189" indent="-457189" algn="r" rtl="1">
              <a:spcAft>
                <a:spcPts val="667"/>
              </a:spcAft>
              <a:buSzPct val="100000"/>
              <a:buChar char="•"/>
            </a:pPr>
            <a:r>
              <a:rPr lang="ar-EG" sz="1667" dirty="0">
                <a:solidFill>
                  <a:srgbClr val="1C2B22"/>
                </a:solidFill>
                <a:latin typeface="Sakkal Majalla" panose="02000000000000000000" pitchFamily="2" charset="-78"/>
                <a:ea typeface="Arial" pitchFamily="34" charset="-122"/>
                <a:cs typeface="Sakkal Majalla" panose="02000000000000000000" pitchFamily="2" charset="-78"/>
              </a:rPr>
              <a:t>تحدد من يُبلَّغ ومتى وبأي آلية</a:t>
            </a:r>
            <a:endParaRPr lang="ar-EG" sz="1667"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1585538241"/>
      </p:ext>
    </p:extLst>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14A876-287E-D977-0158-CFC91053C51B}"/>
            </a:ext>
          </a:extLst>
        </p:cNvPr>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12EFF654-AE86-AF4D-4617-7DBCB43E5335}"/>
              </a:ext>
            </a:extLst>
          </p:cNvPr>
          <p:cNvGraphicFramePr>
            <a:graphicFrameLocks noChangeAspect="1"/>
          </p:cNvGraphicFramePr>
          <p:nvPr>
            <p:custDataLst>
              <p:tags r:id="rId1"/>
            </p:custDataLst>
          </p:nvPr>
        </p:nvGraphicFramePr>
        <p:xfrm>
          <a:off x="11163" y="1489"/>
          <a:ext cx="1489" cy="1489"/>
        </p:xfrm>
        <a:graphic>
          <a:graphicData uri="http://schemas.openxmlformats.org/presentationml/2006/ole">
            <mc:AlternateContent xmlns:mc="http://schemas.openxmlformats.org/markup-compatibility/2006">
              <mc:Choice xmlns:v="urn:schemas-microsoft-com:vml" Requires="v">
                <p:oleObj name="think-cell Slide" r:id="rId4" imgW="395" imgH="396" progId="TCLayout.ActiveDocument.1">
                  <p:embed/>
                </p:oleObj>
              </mc:Choice>
              <mc:Fallback>
                <p:oleObj name="think-cell Slide" r:id="rId4" imgW="395" imgH="396" progId="TCLayout.ActiveDocument.1">
                  <p:embed/>
                  <p:pic>
                    <p:nvPicPr>
                      <p:cNvPr id="4" name="Object 3" hidden="1">
                        <a:extLst>
                          <a:ext uri="{FF2B5EF4-FFF2-40B4-BE49-F238E27FC236}">
                            <a16:creationId xmlns:a16="http://schemas.microsoft.com/office/drawing/2014/main" id="{12EFF654-AE86-AF4D-4617-7DBCB43E5335}"/>
                          </a:ext>
                        </a:extLst>
                      </p:cNvPr>
                      <p:cNvPicPr/>
                      <p:nvPr/>
                    </p:nvPicPr>
                    <p:blipFill>
                      <a:blip r:embed="rId5"/>
                      <a:stretch>
                        <a:fillRect/>
                      </a:stretch>
                    </p:blipFill>
                    <p:spPr>
                      <a:xfrm>
                        <a:off x="11163" y="1489"/>
                        <a:ext cx="1489" cy="1489"/>
                      </a:xfrm>
                      <a:prstGeom prst="rect">
                        <a:avLst/>
                      </a:prstGeom>
                    </p:spPr>
                  </p:pic>
                </p:oleObj>
              </mc:Fallback>
            </mc:AlternateContent>
          </a:graphicData>
        </a:graphic>
      </p:graphicFrame>
      <p:sp>
        <p:nvSpPr>
          <p:cNvPr id="188" name="Text Placeholder 2">
            <a:extLst>
              <a:ext uri="{FF2B5EF4-FFF2-40B4-BE49-F238E27FC236}">
                <a16:creationId xmlns:a16="http://schemas.microsoft.com/office/drawing/2014/main" id="{9080F5B7-3311-FE7D-8259-DDADB9EEDCA7}"/>
              </a:ext>
            </a:extLst>
          </p:cNvPr>
          <p:cNvSpPr txBox="1">
            <a:spLocks/>
          </p:cNvSpPr>
          <p:nvPr/>
        </p:nvSpPr>
        <p:spPr>
          <a:xfrm>
            <a:off x="5271655" y="237837"/>
            <a:ext cx="6389688" cy="471488"/>
          </a:xfrm>
          <a:prstGeom prst="rect">
            <a:avLst/>
          </a:prstGeom>
        </p:spPr>
        <p:txBody>
          <a:bodyPr vert="horz" lIns="91440" tIns="45720" rIns="91440" bIns="45720" rtlCol="0">
            <a:noAutofit/>
          </a:bodyPr>
          <a:lstStyle>
            <a:lvl1pPr marL="0" indent="0" algn="r" defTabSz="685800" rtl="1" eaLnBrk="1" latinLnBrk="0" hangingPunct="1">
              <a:lnSpc>
                <a:spcPct val="100000"/>
              </a:lnSpc>
              <a:spcBef>
                <a:spcPts val="750"/>
              </a:spcBef>
              <a:buFont typeface="Arial" panose="020B0604020202020204" pitchFamily="34" charset="0"/>
              <a:buNone/>
              <a:defRPr sz="2000" b="1" kern="1200">
                <a:solidFill>
                  <a:schemeClr val="accent3"/>
                </a:solidFill>
                <a:latin typeface="+mn-lt"/>
                <a:ea typeface="+mn-ea"/>
                <a:cs typeface="+mj-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defRPr/>
            </a:pPr>
            <a:r>
              <a:rPr lang="ar-EG" sz="2800" dirty="0">
                <a:solidFill>
                  <a:srgbClr val="008658"/>
                </a:solidFill>
                <a:latin typeface="Calibri" pitchFamily="34" charset="0"/>
                <a:cs typeface="Calibri" pitchFamily="34" charset="-120"/>
              </a:rPr>
              <a:t>نشاط: الحوكمة أم الامتثال؟ — تمييز الأدوار</a:t>
            </a:r>
          </a:p>
        </p:txBody>
      </p:sp>
      <p:sp>
        <p:nvSpPr>
          <p:cNvPr id="8" name="Rounded Rectangle 5"/>
          <p:cNvSpPr/>
          <p:nvPr/>
        </p:nvSpPr>
        <p:spPr>
          <a:xfrm>
            <a:off x="367348" y="1520768"/>
            <a:ext cx="11430000" cy="968432"/>
          </a:xfrm>
          <a:prstGeom prst="roundRect">
            <a:avLst>
              <a:gd name="adj" fmla="val 0"/>
            </a:avLst>
          </a:prstGeom>
          <a:solidFill>
            <a:srgbClr val="B8963E"/>
          </a:solidFill>
          <a:ln/>
          <a:effectLst>
            <a:outerShdw blurRad="63500" dist="25400" dir="8100000" algn="bl" rotWithShape="0">
              <a:srgbClr val="000000">
                <a:alpha val="10000"/>
              </a:srgbClr>
            </a:outerShdw>
          </a:effectLst>
        </p:spPr>
        <p:txBody>
          <a:bodyPr/>
          <a:lstStyle/>
          <a:p>
            <a:pPr algn="r" rtl="1"/>
            <a:r>
              <a:rPr lang="ar-EG" dirty="0">
                <a:solidFill>
                  <a:schemeClr val="bg1"/>
                </a:solidFill>
                <a:latin typeface="Sakkal Majalla" panose="02000000000000000000" pitchFamily="2" charset="-78"/>
                <a:cs typeface="Sakkal Majalla" panose="02000000000000000000" pitchFamily="2" charset="-78"/>
              </a:rPr>
              <a:t>السيناريو</a:t>
            </a:r>
          </a:p>
          <a:p>
            <a:pPr algn="r" rtl="1"/>
            <a:r>
              <a:rPr lang="ar-EG" dirty="0">
                <a:solidFill>
                  <a:schemeClr val="bg1"/>
                </a:solidFill>
                <a:latin typeface="Sakkal Majalla" panose="02000000000000000000" pitchFamily="2" charset="-78"/>
                <a:cs typeface="Sakkal Majalla" panose="02000000000000000000" pitchFamily="2" charset="-78"/>
              </a:rPr>
              <a:t>لاحظت لجنة الجودة في مستشفى أن 30٪ من الأطباء لا يوثقون تقارير الخروج وفق السياسة المعتمدة. صنّف كل إجراء أدناه: هل هو قرار حوكمة أم إجراء امتثال؟ ولماذا؟</a:t>
            </a:r>
          </a:p>
        </p:txBody>
      </p:sp>
      <p:grpSp>
        <p:nvGrpSpPr>
          <p:cNvPr id="45" name="Group 44">
            <a:extLst>
              <a:ext uri="{FF2B5EF4-FFF2-40B4-BE49-F238E27FC236}">
                <a16:creationId xmlns:a16="http://schemas.microsoft.com/office/drawing/2014/main" id="{35ADDBBB-EF16-D487-7D1E-A346004DBBD2}"/>
              </a:ext>
            </a:extLst>
          </p:cNvPr>
          <p:cNvGrpSpPr/>
          <p:nvPr/>
        </p:nvGrpSpPr>
        <p:grpSpPr>
          <a:xfrm>
            <a:off x="394652" y="2874818"/>
            <a:ext cx="11460480" cy="3084024"/>
            <a:chOff x="365760" y="1280160"/>
            <a:chExt cx="11460480" cy="4608576"/>
          </a:xfrm>
        </p:grpSpPr>
        <p:sp>
          <p:nvSpPr>
            <p:cNvPr id="46" name="Shape 3">
              <a:extLst>
                <a:ext uri="{FF2B5EF4-FFF2-40B4-BE49-F238E27FC236}">
                  <a16:creationId xmlns:a16="http://schemas.microsoft.com/office/drawing/2014/main" id="{87C5048E-440D-5E17-A422-0653AC4D7E45}"/>
                </a:ext>
              </a:extLst>
            </p:cNvPr>
            <p:cNvSpPr/>
            <p:nvPr/>
          </p:nvSpPr>
          <p:spPr>
            <a:xfrm>
              <a:off x="6205728" y="1280160"/>
              <a:ext cx="5620512" cy="2218944"/>
            </a:xfrm>
            <a:prstGeom prst="rect">
              <a:avLst/>
            </a:prstGeom>
            <a:solidFill>
              <a:srgbClr val="FFFFFF"/>
            </a:solidFill>
            <a:ln/>
            <a:effectLst>
              <a:outerShdw blurRad="63500" dist="25400" dir="8100000" algn="bl" rotWithShape="0">
                <a:srgbClr val="000000">
                  <a:alpha val="10000"/>
                </a:srgbClr>
              </a:outerShdw>
            </a:effectLst>
          </p:spPr>
          <p:txBody>
            <a:bodyPr/>
            <a:lstStyle/>
            <a:p>
              <a:endParaRPr lang="ar-EG" sz="3200" noProof="0" dirty="0">
                <a:latin typeface="Sakkal Majalla" panose="02000000000000000000" pitchFamily="2" charset="-78"/>
                <a:cs typeface="Sakkal Majalla" panose="02000000000000000000" pitchFamily="2" charset="-78"/>
              </a:endParaRPr>
            </a:p>
          </p:txBody>
        </p:sp>
        <p:sp>
          <p:nvSpPr>
            <p:cNvPr id="47" name="Shape 4">
              <a:extLst>
                <a:ext uri="{FF2B5EF4-FFF2-40B4-BE49-F238E27FC236}">
                  <a16:creationId xmlns:a16="http://schemas.microsoft.com/office/drawing/2014/main" id="{F70F91B1-263B-FFF6-2D99-3CAB2EDAF801}"/>
                </a:ext>
              </a:extLst>
            </p:cNvPr>
            <p:cNvSpPr/>
            <p:nvPr/>
          </p:nvSpPr>
          <p:spPr>
            <a:xfrm>
              <a:off x="6205728" y="1280160"/>
              <a:ext cx="5620512" cy="85344"/>
            </a:xfrm>
            <a:prstGeom prst="rect">
              <a:avLst/>
            </a:prstGeom>
            <a:solidFill>
              <a:srgbClr val="B8963E"/>
            </a:solidFill>
            <a:ln/>
          </p:spPr>
          <p:txBody>
            <a:bodyPr/>
            <a:lstStyle/>
            <a:p>
              <a:endParaRPr lang="ar-EG" sz="3200" noProof="0" dirty="0">
                <a:latin typeface="Sakkal Majalla" panose="02000000000000000000" pitchFamily="2" charset="-78"/>
                <a:cs typeface="Sakkal Majalla" panose="02000000000000000000" pitchFamily="2" charset="-78"/>
              </a:endParaRPr>
            </a:p>
          </p:txBody>
        </p:sp>
        <p:sp>
          <p:nvSpPr>
            <p:cNvPr id="48" name="Shape 5">
              <a:extLst>
                <a:ext uri="{FF2B5EF4-FFF2-40B4-BE49-F238E27FC236}">
                  <a16:creationId xmlns:a16="http://schemas.microsoft.com/office/drawing/2014/main" id="{D52446B3-2948-16DD-A496-10D8FE73E049}"/>
                </a:ext>
              </a:extLst>
            </p:cNvPr>
            <p:cNvSpPr/>
            <p:nvPr/>
          </p:nvSpPr>
          <p:spPr>
            <a:xfrm>
              <a:off x="11277600" y="1402080"/>
              <a:ext cx="414528" cy="414528"/>
            </a:xfrm>
            <a:prstGeom prst="rect">
              <a:avLst/>
            </a:prstGeom>
            <a:solidFill>
              <a:srgbClr val="B8963E"/>
            </a:solidFill>
            <a:ln w="12700">
              <a:solidFill>
                <a:srgbClr val="B8963E"/>
              </a:solidFill>
              <a:prstDash val="solid"/>
            </a:ln>
          </p:spPr>
          <p:txBody>
            <a:bodyPr/>
            <a:lstStyle/>
            <a:p>
              <a:endParaRPr lang="ar-EG" sz="3200" noProof="0" dirty="0">
                <a:latin typeface="Sakkal Majalla" panose="02000000000000000000" pitchFamily="2" charset="-78"/>
                <a:cs typeface="Sakkal Majalla" panose="02000000000000000000" pitchFamily="2" charset="-78"/>
              </a:endParaRPr>
            </a:p>
          </p:txBody>
        </p:sp>
        <p:sp>
          <p:nvSpPr>
            <p:cNvPr id="49" name="Text 6">
              <a:extLst>
                <a:ext uri="{FF2B5EF4-FFF2-40B4-BE49-F238E27FC236}">
                  <a16:creationId xmlns:a16="http://schemas.microsoft.com/office/drawing/2014/main" id="{B17CE200-0343-99CB-5D5C-01A1B8982066}"/>
                </a:ext>
              </a:extLst>
            </p:cNvPr>
            <p:cNvSpPr/>
            <p:nvPr/>
          </p:nvSpPr>
          <p:spPr>
            <a:xfrm>
              <a:off x="11277600" y="1402080"/>
              <a:ext cx="414528" cy="414528"/>
            </a:xfrm>
            <a:prstGeom prst="rect">
              <a:avLst/>
            </a:prstGeom>
            <a:noFill/>
            <a:ln/>
          </p:spPr>
          <p:txBody>
            <a:bodyPr wrap="square" rtlCol="0" anchor="ctr"/>
            <a:lstStyle/>
            <a:p>
              <a:pPr algn="ctr"/>
              <a:r>
                <a:rPr lang="ar-EG" sz="2000" b="1" noProof="0" dirty="0">
                  <a:solidFill>
                    <a:srgbClr val="FFFFFF"/>
                  </a:solidFill>
                  <a:latin typeface="Sakkal Majalla" panose="02000000000000000000" pitchFamily="2" charset="-78"/>
                  <a:ea typeface="Calibri" pitchFamily="34" charset="-122"/>
                  <a:cs typeface="Sakkal Majalla" panose="02000000000000000000" pitchFamily="2" charset="-78"/>
                </a:rPr>
                <a:t>1</a:t>
              </a:r>
              <a:endParaRPr lang="ar-EG" sz="2000" noProof="0" dirty="0">
                <a:latin typeface="Sakkal Majalla" panose="02000000000000000000" pitchFamily="2" charset="-78"/>
                <a:cs typeface="Sakkal Majalla" panose="02000000000000000000" pitchFamily="2" charset="-78"/>
              </a:endParaRPr>
            </a:p>
          </p:txBody>
        </p:sp>
        <p:sp>
          <p:nvSpPr>
            <p:cNvPr id="50" name="Text 7">
              <a:extLst>
                <a:ext uri="{FF2B5EF4-FFF2-40B4-BE49-F238E27FC236}">
                  <a16:creationId xmlns:a16="http://schemas.microsoft.com/office/drawing/2014/main" id="{8B2622F9-634E-9678-9C4D-93042EB2E548}"/>
                </a:ext>
              </a:extLst>
            </p:cNvPr>
            <p:cNvSpPr/>
            <p:nvPr/>
          </p:nvSpPr>
          <p:spPr>
            <a:xfrm>
              <a:off x="6303264" y="1402080"/>
              <a:ext cx="4913376" cy="463296"/>
            </a:xfrm>
            <a:prstGeom prst="rect">
              <a:avLst/>
            </a:prstGeom>
            <a:noFill/>
            <a:ln/>
          </p:spPr>
          <p:txBody>
            <a:bodyPr wrap="square" rtlCol="0" anchor="ctr"/>
            <a:lstStyle/>
            <a:p>
              <a:pPr algn="r" rtl="1"/>
              <a:r>
                <a:rPr lang="ar-EG" sz="2000" b="1" dirty="0">
                  <a:solidFill>
                    <a:srgbClr val="154F31"/>
                  </a:solidFill>
                  <a:latin typeface="Sakkal Majalla" panose="02000000000000000000" pitchFamily="2" charset="-78"/>
                  <a:cs typeface="Sakkal Majalla" panose="02000000000000000000" pitchFamily="2" charset="-78"/>
                </a:rPr>
                <a:t>حوكمة/ امتثال؟</a:t>
              </a:r>
            </a:p>
          </p:txBody>
        </p:sp>
        <p:sp>
          <p:nvSpPr>
            <p:cNvPr id="51" name="Shape 8">
              <a:extLst>
                <a:ext uri="{FF2B5EF4-FFF2-40B4-BE49-F238E27FC236}">
                  <a16:creationId xmlns:a16="http://schemas.microsoft.com/office/drawing/2014/main" id="{C538DF2D-0F39-0F14-4027-ACBE7D49ADD4}"/>
                </a:ext>
              </a:extLst>
            </p:cNvPr>
            <p:cNvSpPr/>
            <p:nvPr/>
          </p:nvSpPr>
          <p:spPr>
            <a:xfrm>
              <a:off x="6303264" y="1914144"/>
              <a:ext cx="5425440" cy="24384"/>
            </a:xfrm>
            <a:prstGeom prst="rect">
              <a:avLst/>
            </a:prstGeom>
            <a:solidFill>
              <a:srgbClr val="E0E8E4"/>
            </a:solidFill>
            <a:ln/>
          </p:spPr>
          <p:txBody>
            <a:bodyPr/>
            <a:lstStyle/>
            <a:p>
              <a:endParaRPr lang="ar-EG" sz="3200" noProof="0" dirty="0">
                <a:latin typeface="Sakkal Majalla" panose="02000000000000000000" pitchFamily="2" charset="-78"/>
                <a:cs typeface="Sakkal Majalla" panose="02000000000000000000" pitchFamily="2" charset="-78"/>
              </a:endParaRPr>
            </a:p>
          </p:txBody>
        </p:sp>
        <p:sp>
          <p:nvSpPr>
            <p:cNvPr id="52" name="Text 9">
              <a:extLst>
                <a:ext uri="{FF2B5EF4-FFF2-40B4-BE49-F238E27FC236}">
                  <a16:creationId xmlns:a16="http://schemas.microsoft.com/office/drawing/2014/main" id="{1017F163-251D-DF03-A06A-512BA3360AA6}"/>
                </a:ext>
              </a:extLst>
            </p:cNvPr>
            <p:cNvSpPr/>
            <p:nvPr/>
          </p:nvSpPr>
          <p:spPr>
            <a:xfrm>
              <a:off x="6303264" y="1987296"/>
              <a:ext cx="5425440" cy="1365504"/>
            </a:xfrm>
            <a:prstGeom prst="rect">
              <a:avLst/>
            </a:prstGeom>
            <a:noFill/>
            <a:ln/>
          </p:spPr>
          <p:txBody>
            <a:bodyPr wrap="square" rtlCol="0" anchor="t"/>
            <a:lstStyle/>
            <a:p>
              <a:pPr algn="r" rtl="1"/>
              <a:r>
                <a:rPr lang="ar-EG" dirty="0">
                  <a:solidFill>
                    <a:srgbClr val="1C2B22"/>
                  </a:solidFill>
                  <a:latin typeface="Sakkal Majalla" panose="02000000000000000000" pitchFamily="2" charset="-78"/>
                  <a:cs typeface="Sakkal Majalla" panose="02000000000000000000" pitchFamily="2" charset="-78"/>
                </a:rPr>
                <a:t>إصدار سياسة جديدة تلزم بالتوثيق الإلكتروني خلال 24 ساعة</a:t>
              </a:r>
            </a:p>
          </p:txBody>
        </p:sp>
        <p:sp>
          <p:nvSpPr>
            <p:cNvPr id="53" name="Shape 10">
              <a:extLst>
                <a:ext uri="{FF2B5EF4-FFF2-40B4-BE49-F238E27FC236}">
                  <a16:creationId xmlns:a16="http://schemas.microsoft.com/office/drawing/2014/main" id="{76B3B0B1-3AC5-12E7-791C-1185319AA5F0}"/>
                </a:ext>
              </a:extLst>
            </p:cNvPr>
            <p:cNvSpPr/>
            <p:nvPr/>
          </p:nvSpPr>
          <p:spPr>
            <a:xfrm>
              <a:off x="365760" y="1280160"/>
              <a:ext cx="5620512" cy="2218944"/>
            </a:xfrm>
            <a:prstGeom prst="rect">
              <a:avLst/>
            </a:prstGeom>
            <a:solidFill>
              <a:srgbClr val="FFFFFF"/>
            </a:solidFill>
            <a:ln/>
            <a:effectLst>
              <a:outerShdw blurRad="63500" dist="25400" dir="8100000" algn="bl" rotWithShape="0">
                <a:srgbClr val="000000">
                  <a:alpha val="10000"/>
                </a:srgbClr>
              </a:outerShdw>
            </a:effectLst>
          </p:spPr>
          <p:txBody>
            <a:bodyPr/>
            <a:lstStyle/>
            <a:p>
              <a:endParaRPr lang="ar-EG" sz="3200" noProof="0" dirty="0">
                <a:latin typeface="Sakkal Majalla" panose="02000000000000000000" pitchFamily="2" charset="-78"/>
                <a:cs typeface="Sakkal Majalla" panose="02000000000000000000" pitchFamily="2" charset="-78"/>
              </a:endParaRPr>
            </a:p>
          </p:txBody>
        </p:sp>
        <p:sp>
          <p:nvSpPr>
            <p:cNvPr id="54" name="Shape 11">
              <a:extLst>
                <a:ext uri="{FF2B5EF4-FFF2-40B4-BE49-F238E27FC236}">
                  <a16:creationId xmlns:a16="http://schemas.microsoft.com/office/drawing/2014/main" id="{70989B17-1DF8-9244-EAB8-DB3033A135E8}"/>
                </a:ext>
              </a:extLst>
            </p:cNvPr>
            <p:cNvSpPr/>
            <p:nvPr/>
          </p:nvSpPr>
          <p:spPr>
            <a:xfrm>
              <a:off x="365760" y="1280160"/>
              <a:ext cx="5620512" cy="85344"/>
            </a:xfrm>
            <a:prstGeom prst="rect">
              <a:avLst/>
            </a:prstGeom>
            <a:solidFill>
              <a:srgbClr val="B8963E"/>
            </a:solidFill>
            <a:ln/>
          </p:spPr>
          <p:txBody>
            <a:bodyPr/>
            <a:lstStyle/>
            <a:p>
              <a:endParaRPr lang="ar-EG" sz="3200" noProof="0" dirty="0">
                <a:latin typeface="Sakkal Majalla" panose="02000000000000000000" pitchFamily="2" charset="-78"/>
                <a:cs typeface="Sakkal Majalla" panose="02000000000000000000" pitchFamily="2" charset="-78"/>
              </a:endParaRPr>
            </a:p>
          </p:txBody>
        </p:sp>
        <p:sp>
          <p:nvSpPr>
            <p:cNvPr id="55" name="Shape 12">
              <a:extLst>
                <a:ext uri="{FF2B5EF4-FFF2-40B4-BE49-F238E27FC236}">
                  <a16:creationId xmlns:a16="http://schemas.microsoft.com/office/drawing/2014/main" id="{E16A4A10-4330-7BAD-2DCB-9A90B16964F4}"/>
                </a:ext>
              </a:extLst>
            </p:cNvPr>
            <p:cNvSpPr/>
            <p:nvPr/>
          </p:nvSpPr>
          <p:spPr>
            <a:xfrm>
              <a:off x="5437632" y="1402080"/>
              <a:ext cx="414528" cy="414528"/>
            </a:xfrm>
            <a:prstGeom prst="rect">
              <a:avLst/>
            </a:prstGeom>
            <a:solidFill>
              <a:srgbClr val="B8963E"/>
            </a:solidFill>
            <a:ln w="12700">
              <a:solidFill>
                <a:srgbClr val="B8963E"/>
              </a:solidFill>
              <a:prstDash val="solid"/>
            </a:ln>
          </p:spPr>
          <p:txBody>
            <a:bodyPr/>
            <a:lstStyle/>
            <a:p>
              <a:endParaRPr lang="ar-EG" sz="3200" noProof="0" dirty="0">
                <a:latin typeface="Sakkal Majalla" panose="02000000000000000000" pitchFamily="2" charset="-78"/>
                <a:cs typeface="Sakkal Majalla" panose="02000000000000000000" pitchFamily="2" charset="-78"/>
              </a:endParaRPr>
            </a:p>
          </p:txBody>
        </p:sp>
        <p:sp>
          <p:nvSpPr>
            <p:cNvPr id="56" name="Text 13">
              <a:extLst>
                <a:ext uri="{FF2B5EF4-FFF2-40B4-BE49-F238E27FC236}">
                  <a16:creationId xmlns:a16="http://schemas.microsoft.com/office/drawing/2014/main" id="{92751218-40F3-9492-ACBF-84A2313E2FCA}"/>
                </a:ext>
              </a:extLst>
            </p:cNvPr>
            <p:cNvSpPr/>
            <p:nvPr/>
          </p:nvSpPr>
          <p:spPr>
            <a:xfrm>
              <a:off x="5437632" y="1402080"/>
              <a:ext cx="414528" cy="414528"/>
            </a:xfrm>
            <a:prstGeom prst="rect">
              <a:avLst/>
            </a:prstGeom>
            <a:noFill/>
            <a:ln/>
          </p:spPr>
          <p:txBody>
            <a:bodyPr wrap="square" rtlCol="0" anchor="ctr"/>
            <a:lstStyle/>
            <a:p>
              <a:pPr algn="ctr"/>
              <a:r>
                <a:rPr lang="ar-EG" sz="2000" b="1" noProof="0" dirty="0">
                  <a:solidFill>
                    <a:srgbClr val="FFFFFF"/>
                  </a:solidFill>
                  <a:latin typeface="Sakkal Majalla" panose="02000000000000000000" pitchFamily="2" charset="-78"/>
                  <a:ea typeface="Calibri" pitchFamily="34" charset="-122"/>
                  <a:cs typeface="Sakkal Majalla" panose="02000000000000000000" pitchFamily="2" charset="-78"/>
                </a:rPr>
                <a:t>2</a:t>
              </a:r>
              <a:endParaRPr lang="ar-EG" sz="2000" noProof="0" dirty="0">
                <a:latin typeface="Sakkal Majalla" panose="02000000000000000000" pitchFamily="2" charset="-78"/>
                <a:cs typeface="Sakkal Majalla" panose="02000000000000000000" pitchFamily="2" charset="-78"/>
              </a:endParaRPr>
            </a:p>
          </p:txBody>
        </p:sp>
        <p:sp>
          <p:nvSpPr>
            <p:cNvPr id="57" name="Text 14">
              <a:extLst>
                <a:ext uri="{FF2B5EF4-FFF2-40B4-BE49-F238E27FC236}">
                  <a16:creationId xmlns:a16="http://schemas.microsoft.com/office/drawing/2014/main" id="{D501DB0C-614A-48D2-EFF8-10A895D2ACCC}"/>
                </a:ext>
              </a:extLst>
            </p:cNvPr>
            <p:cNvSpPr/>
            <p:nvPr/>
          </p:nvSpPr>
          <p:spPr>
            <a:xfrm>
              <a:off x="463296" y="1402080"/>
              <a:ext cx="4913376" cy="463296"/>
            </a:xfrm>
            <a:prstGeom prst="rect">
              <a:avLst/>
            </a:prstGeom>
            <a:noFill/>
            <a:ln/>
          </p:spPr>
          <p:txBody>
            <a:bodyPr wrap="square" rtlCol="0" anchor="ctr"/>
            <a:lstStyle/>
            <a:p>
              <a:pPr algn="r" rtl="1"/>
              <a:r>
                <a:rPr lang="ar-EG" sz="2000" b="1" dirty="0">
                  <a:solidFill>
                    <a:srgbClr val="154F31"/>
                  </a:solidFill>
                  <a:latin typeface="Sakkal Majalla" panose="02000000000000000000" pitchFamily="2" charset="-78"/>
                  <a:cs typeface="Sakkal Majalla" panose="02000000000000000000" pitchFamily="2" charset="-78"/>
                </a:rPr>
                <a:t>حوكمة/ امتثال؟</a:t>
              </a:r>
            </a:p>
          </p:txBody>
        </p:sp>
        <p:sp>
          <p:nvSpPr>
            <p:cNvPr id="58" name="Shape 15">
              <a:extLst>
                <a:ext uri="{FF2B5EF4-FFF2-40B4-BE49-F238E27FC236}">
                  <a16:creationId xmlns:a16="http://schemas.microsoft.com/office/drawing/2014/main" id="{290420B5-4603-5E73-BDEC-7A74DEB139BE}"/>
                </a:ext>
              </a:extLst>
            </p:cNvPr>
            <p:cNvSpPr/>
            <p:nvPr/>
          </p:nvSpPr>
          <p:spPr>
            <a:xfrm>
              <a:off x="463296" y="1914144"/>
              <a:ext cx="5425440" cy="24384"/>
            </a:xfrm>
            <a:prstGeom prst="rect">
              <a:avLst/>
            </a:prstGeom>
            <a:solidFill>
              <a:srgbClr val="E0E8E4"/>
            </a:solidFill>
            <a:ln/>
          </p:spPr>
          <p:txBody>
            <a:bodyPr/>
            <a:lstStyle/>
            <a:p>
              <a:endParaRPr lang="ar-EG" sz="3200" noProof="0" dirty="0">
                <a:latin typeface="Sakkal Majalla" panose="02000000000000000000" pitchFamily="2" charset="-78"/>
                <a:cs typeface="Sakkal Majalla" panose="02000000000000000000" pitchFamily="2" charset="-78"/>
              </a:endParaRPr>
            </a:p>
          </p:txBody>
        </p:sp>
        <p:sp>
          <p:nvSpPr>
            <p:cNvPr id="59" name="Text 16">
              <a:extLst>
                <a:ext uri="{FF2B5EF4-FFF2-40B4-BE49-F238E27FC236}">
                  <a16:creationId xmlns:a16="http://schemas.microsoft.com/office/drawing/2014/main" id="{D67B4A94-BB89-F0D0-D8A1-A88D476632B4}"/>
                </a:ext>
              </a:extLst>
            </p:cNvPr>
            <p:cNvSpPr/>
            <p:nvPr/>
          </p:nvSpPr>
          <p:spPr>
            <a:xfrm>
              <a:off x="463296" y="1987296"/>
              <a:ext cx="5425440" cy="1365504"/>
            </a:xfrm>
            <a:prstGeom prst="rect">
              <a:avLst/>
            </a:prstGeom>
            <a:noFill/>
            <a:ln/>
          </p:spPr>
          <p:txBody>
            <a:bodyPr wrap="square" rtlCol="0" anchor="t"/>
            <a:lstStyle/>
            <a:p>
              <a:pPr algn="r" rtl="1"/>
              <a:r>
                <a:rPr lang="ar-EG" dirty="0">
                  <a:solidFill>
                    <a:srgbClr val="1C2B22"/>
                  </a:solidFill>
                  <a:latin typeface="Sakkal Majalla" panose="02000000000000000000" pitchFamily="2" charset="-78"/>
                  <a:cs typeface="Sakkal Majalla" panose="02000000000000000000" pitchFamily="2" charset="-78"/>
                </a:rPr>
                <a:t>إنشاء لجنة مراجعة تقارير الخروج شهرياً</a:t>
              </a:r>
            </a:p>
          </p:txBody>
        </p:sp>
        <p:sp>
          <p:nvSpPr>
            <p:cNvPr id="60" name="Shape 17">
              <a:extLst>
                <a:ext uri="{FF2B5EF4-FFF2-40B4-BE49-F238E27FC236}">
                  <a16:creationId xmlns:a16="http://schemas.microsoft.com/office/drawing/2014/main" id="{A6D0F206-48B9-D354-421D-B78EC53B44AF}"/>
                </a:ext>
              </a:extLst>
            </p:cNvPr>
            <p:cNvSpPr/>
            <p:nvPr/>
          </p:nvSpPr>
          <p:spPr>
            <a:xfrm>
              <a:off x="6205728" y="3669792"/>
              <a:ext cx="5620512" cy="2218944"/>
            </a:xfrm>
            <a:prstGeom prst="rect">
              <a:avLst/>
            </a:prstGeom>
            <a:solidFill>
              <a:srgbClr val="FFFFFF"/>
            </a:solidFill>
            <a:ln/>
            <a:effectLst>
              <a:outerShdw blurRad="63500" dist="25400" dir="8100000" algn="bl" rotWithShape="0">
                <a:srgbClr val="000000">
                  <a:alpha val="10000"/>
                </a:srgbClr>
              </a:outerShdw>
            </a:effectLst>
          </p:spPr>
          <p:txBody>
            <a:bodyPr/>
            <a:lstStyle/>
            <a:p>
              <a:endParaRPr lang="ar-EG" sz="3200" noProof="0" dirty="0">
                <a:latin typeface="Sakkal Majalla" panose="02000000000000000000" pitchFamily="2" charset="-78"/>
                <a:cs typeface="Sakkal Majalla" panose="02000000000000000000" pitchFamily="2" charset="-78"/>
              </a:endParaRPr>
            </a:p>
          </p:txBody>
        </p:sp>
        <p:sp>
          <p:nvSpPr>
            <p:cNvPr id="61" name="Shape 18">
              <a:extLst>
                <a:ext uri="{FF2B5EF4-FFF2-40B4-BE49-F238E27FC236}">
                  <a16:creationId xmlns:a16="http://schemas.microsoft.com/office/drawing/2014/main" id="{96143F9F-D890-CB74-4E76-29E8F8F06E55}"/>
                </a:ext>
              </a:extLst>
            </p:cNvPr>
            <p:cNvSpPr/>
            <p:nvPr/>
          </p:nvSpPr>
          <p:spPr>
            <a:xfrm>
              <a:off x="6205728" y="3669792"/>
              <a:ext cx="5620512" cy="85344"/>
            </a:xfrm>
            <a:prstGeom prst="rect">
              <a:avLst/>
            </a:prstGeom>
            <a:solidFill>
              <a:srgbClr val="B8963E"/>
            </a:solidFill>
            <a:ln/>
          </p:spPr>
          <p:txBody>
            <a:bodyPr/>
            <a:lstStyle/>
            <a:p>
              <a:endParaRPr lang="ar-EG" sz="3200" noProof="0" dirty="0">
                <a:latin typeface="Sakkal Majalla" panose="02000000000000000000" pitchFamily="2" charset="-78"/>
                <a:cs typeface="Sakkal Majalla" panose="02000000000000000000" pitchFamily="2" charset="-78"/>
              </a:endParaRPr>
            </a:p>
          </p:txBody>
        </p:sp>
        <p:sp>
          <p:nvSpPr>
            <p:cNvPr id="62" name="Shape 19">
              <a:extLst>
                <a:ext uri="{FF2B5EF4-FFF2-40B4-BE49-F238E27FC236}">
                  <a16:creationId xmlns:a16="http://schemas.microsoft.com/office/drawing/2014/main" id="{3135C1D7-83BF-5F23-E0ED-6AA31D759C5F}"/>
                </a:ext>
              </a:extLst>
            </p:cNvPr>
            <p:cNvSpPr/>
            <p:nvPr/>
          </p:nvSpPr>
          <p:spPr>
            <a:xfrm>
              <a:off x="11277600" y="3791712"/>
              <a:ext cx="414528" cy="414528"/>
            </a:xfrm>
            <a:prstGeom prst="rect">
              <a:avLst/>
            </a:prstGeom>
            <a:solidFill>
              <a:srgbClr val="B8963E"/>
            </a:solidFill>
            <a:ln w="12700">
              <a:solidFill>
                <a:srgbClr val="B8963E"/>
              </a:solidFill>
              <a:prstDash val="solid"/>
            </a:ln>
          </p:spPr>
          <p:txBody>
            <a:bodyPr/>
            <a:lstStyle/>
            <a:p>
              <a:endParaRPr lang="ar-EG" sz="3200" noProof="0" dirty="0">
                <a:latin typeface="Sakkal Majalla" panose="02000000000000000000" pitchFamily="2" charset="-78"/>
                <a:cs typeface="Sakkal Majalla" panose="02000000000000000000" pitchFamily="2" charset="-78"/>
              </a:endParaRPr>
            </a:p>
          </p:txBody>
        </p:sp>
        <p:sp>
          <p:nvSpPr>
            <p:cNvPr id="63" name="Text 20">
              <a:extLst>
                <a:ext uri="{FF2B5EF4-FFF2-40B4-BE49-F238E27FC236}">
                  <a16:creationId xmlns:a16="http://schemas.microsoft.com/office/drawing/2014/main" id="{06AAED10-9D23-54E6-797C-C0A5F81A3EE0}"/>
                </a:ext>
              </a:extLst>
            </p:cNvPr>
            <p:cNvSpPr/>
            <p:nvPr/>
          </p:nvSpPr>
          <p:spPr>
            <a:xfrm>
              <a:off x="11277600" y="3791712"/>
              <a:ext cx="414528" cy="414528"/>
            </a:xfrm>
            <a:prstGeom prst="rect">
              <a:avLst/>
            </a:prstGeom>
            <a:noFill/>
            <a:ln/>
          </p:spPr>
          <p:txBody>
            <a:bodyPr wrap="square" rtlCol="0" anchor="ctr"/>
            <a:lstStyle/>
            <a:p>
              <a:pPr algn="ctr"/>
              <a:r>
                <a:rPr lang="ar-EG" sz="2000" b="1" noProof="0" dirty="0">
                  <a:solidFill>
                    <a:srgbClr val="FFFFFF"/>
                  </a:solidFill>
                  <a:latin typeface="Sakkal Majalla" panose="02000000000000000000" pitchFamily="2" charset="-78"/>
                  <a:ea typeface="Calibri" pitchFamily="34" charset="-122"/>
                  <a:cs typeface="Sakkal Majalla" panose="02000000000000000000" pitchFamily="2" charset="-78"/>
                </a:rPr>
                <a:t>3</a:t>
              </a:r>
              <a:endParaRPr lang="ar-EG" sz="2000" noProof="0" dirty="0">
                <a:latin typeface="Sakkal Majalla" panose="02000000000000000000" pitchFamily="2" charset="-78"/>
                <a:cs typeface="Sakkal Majalla" panose="02000000000000000000" pitchFamily="2" charset="-78"/>
              </a:endParaRPr>
            </a:p>
          </p:txBody>
        </p:sp>
        <p:sp>
          <p:nvSpPr>
            <p:cNvPr id="128" name="Text 21">
              <a:extLst>
                <a:ext uri="{FF2B5EF4-FFF2-40B4-BE49-F238E27FC236}">
                  <a16:creationId xmlns:a16="http://schemas.microsoft.com/office/drawing/2014/main" id="{994AC905-555F-6A9A-C0BF-CDEB878EBE66}"/>
                </a:ext>
              </a:extLst>
            </p:cNvPr>
            <p:cNvSpPr/>
            <p:nvPr/>
          </p:nvSpPr>
          <p:spPr>
            <a:xfrm>
              <a:off x="6303264" y="3791712"/>
              <a:ext cx="4913376" cy="463296"/>
            </a:xfrm>
            <a:prstGeom prst="rect">
              <a:avLst/>
            </a:prstGeom>
            <a:noFill/>
            <a:ln/>
          </p:spPr>
          <p:txBody>
            <a:bodyPr wrap="square" rtlCol="0" anchor="ctr"/>
            <a:lstStyle/>
            <a:p>
              <a:pPr algn="r" rtl="1"/>
              <a:r>
                <a:rPr lang="ar-EG" sz="2000" b="1" dirty="0">
                  <a:solidFill>
                    <a:srgbClr val="154F31"/>
                  </a:solidFill>
                  <a:latin typeface="Sakkal Majalla" panose="02000000000000000000" pitchFamily="2" charset="-78"/>
                  <a:cs typeface="Sakkal Majalla" panose="02000000000000000000" pitchFamily="2" charset="-78"/>
                </a:rPr>
                <a:t>حوكمة/ امتثال؟</a:t>
              </a:r>
            </a:p>
          </p:txBody>
        </p:sp>
        <p:sp>
          <p:nvSpPr>
            <p:cNvPr id="129" name="Shape 22">
              <a:extLst>
                <a:ext uri="{FF2B5EF4-FFF2-40B4-BE49-F238E27FC236}">
                  <a16:creationId xmlns:a16="http://schemas.microsoft.com/office/drawing/2014/main" id="{6C923E31-539B-F4DD-3CDF-D9CEA15BADC9}"/>
                </a:ext>
              </a:extLst>
            </p:cNvPr>
            <p:cNvSpPr/>
            <p:nvPr/>
          </p:nvSpPr>
          <p:spPr>
            <a:xfrm>
              <a:off x="6303264" y="4303776"/>
              <a:ext cx="5425440" cy="24384"/>
            </a:xfrm>
            <a:prstGeom prst="rect">
              <a:avLst/>
            </a:prstGeom>
            <a:solidFill>
              <a:srgbClr val="E0E8E4"/>
            </a:solidFill>
            <a:ln/>
          </p:spPr>
          <p:txBody>
            <a:bodyPr/>
            <a:lstStyle/>
            <a:p>
              <a:endParaRPr lang="ar-EG" sz="3200" noProof="0" dirty="0">
                <a:latin typeface="Sakkal Majalla" panose="02000000000000000000" pitchFamily="2" charset="-78"/>
                <a:cs typeface="Sakkal Majalla" panose="02000000000000000000" pitchFamily="2" charset="-78"/>
              </a:endParaRPr>
            </a:p>
          </p:txBody>
        </p:sp>
        <p:sp>
          <p:nvSpPr>
            <p:cNvPr id="130" name="Text 23">
              <a:extLst>
                <a:ext uri="{FF2B5EF4-FFF2-40B4-BE49-F238E27FC236}">
                  <a16:creationId xmlns:a16="http://schemas.microsoft.com/office/drawing/2014/main" id="{B9ACF823-5B00-4416-FD4A-25CE0EEA9C03}"/>
                </a:ext>
              </a:extLst>
            </p:cNvPr>
            <p:cNvSpPr/>
            <p:nvPr/>
          </p:nvSpPr>
          <p:spPr>
            <a:xfrm>
              <a:off x="6303264" y="4376928"/>
              <a:ext cx="5425440" cy="1365504"/>
            </a:xfrm>
            <a:prstGeom prst="rect">
              <a:avLst/>
            </a:prstGeom>
            <a:noFill/>
            <a:ln/>
          </p:spPr>
          <p:txBody>
            <a:bodyPr wrap="square" rtlCol="0" anchor="t"/>
            <a:lstStyle/>
            <a:p>
              <a:pPr algn="r" rtl="1"/>
              <a:r>
                <a:rPr lang="ar-EG" dirty="0">
                  <a:solidFill>
                    <a:srgbClr val="1C2B22"/>
                  </a:solidFill>
                  <a:latin typeface="Sakkal Majalla" panose="02000000000000000000" pitchFamily="2" charset="-78"/>
                  <a:cs typeface="Sakkal Majalla" panose="02000000000000000000" pitchFamily="2" charset="-78"/>
                </a:rPr>
                <a:t>إرسال تنبيهات تلقائية للأطباء المتأخرين في التوثيق</a:t>
              </a:r>
            </a:p>
          </p:txBody>
        </p:sp>
        <p:sp>
          <p:nvSpPr>
            <p:cNvPr id="131" name="Shape 24">
              <a:extLst>
                <a:ext uri="{FF2B5EF4-FFF2-40B4-BE49-F238E27FC236}">
                  <a16:creationId xmlns:a16="http://schemas.microsoft.com/office/drawing/2014/main" id="{73FD2D3D-8BD5-E599-50D5-D497E595692B}"/>
                </a:ext>
              </a:extLst>
            </p:cNvPr>
            <p:cNvSpPr/>
            <p:nvPr/>
          </p:nvSpPr>
          <p:spPr>
            <a:xfrm>
              <a:off x="365760" y="3669792"/>
              <a:ext cx="5620512" cy="2218944"/>
            </a:xfrm>
            <a:prstGeom prst="rect">
              <a:avLst/>
            </a:prstGeom>
            <a:solidFill>
              <a:srgbClr val="FFFFFF"/>
            </a:solidFill>
            <a:ln/>
            <a:effectLst>
              <a:outerShdw blurRad="63500" dist="25400" dir="8100000" algn="bl" rotWithShape="0">
                <a:srgbClr val="000000">
                  <a:alpha val="10000"/>
                </a:srgbClr>
              </a:outerShdw>
            </a:effectLst>
          </p:spPr>
          <p:txBody>
            <a:bodyPr/>
            <a:lstStyle/>
            <a:p>
              <a:endParaRPr lang="ar-EG" sz="3200" noProof="0" dirty="0">
                <a:latin typeface="Sakkal Majalla" panose="02000000000000000000" pitchFamily="2" charset="-78"/>
                <a:cs typeface="Sakkal Majalla" panose="02000000000000000000" pitchFamily="2" charset="-78"/>
              </a:endParaRPr>
            </a:p>
          </p:txBody>
        </p:sp>
        <p:sp>
          <p:nvSpPr>
            <p:cNvPr id="132" name="Shape 25">
              <a:extLst>
                <a:ext uri="{FF2B5EF4-FFF2-40B4-BE49-F238E27FC236}">
                  <a16:creationId xmlns:a16="http://schemas.microsoft.com/office/drawing/2014/main" id="{297A62FC-B360-784E-4F39-07F70C308092}"/>
                </a:ext>
              </a:extLst>
            </p:cNvPr>
            <p:cNvSpPr/>
            <p:nvPr/>
          </p:nvSpPr>
          <p:spPr>
            <a:xfrm>
              <a:off x="365760" y="3669792"/>
              <a:ext cx="5620512" cy="85344"/>
            </a:xfrm>
            <a:prstGeom prst="rect">
              <a:avLst/>
            </a:prstGeom>
            <a:solidFill>
              <a:srgbClr val="B8963E"/>
            </a:solidFill>
            <a:ln/>
          </p:spPr>
          <p:txBody>
            <a:bodyPr/>
            <a:lstStyle/>
            <a:p>
              <a:endParaRPr lang="ar-EG" sz="3200" noProof="0" dirty="0">
                <a:latin typeface="Sakkal Majalla" panose="02000000000000000000" pitchFamily="2" charset="-78"/>
                <a:cs typeface="Sakkal Majalla" panose="02000000000000000000" pitchFamily="2" charset="-78"/>
              </a:endParaRPr>
            </a:p>
          </p:txBody>
        </p:sp>
        <p:sp>
          <p:nvSpPr>
            <p:cNvPr id="133" name="Shape 26">
              <a:extLst>
                <a:ext uri="{FF2B5EF4-FFF2-40B4-BE49-F238E27FC236}">
                  <a16:creationId xmlns:a16="http://schemas.microsoft.com/office/drawing/2014/main" id="{1F1F71CA-1418-B553-C701-F91046B0D456}"/>
                </a:ext>
              </a:extLst>
            </p:cNvPr>
            <p:cNvSpPr/>
            <p:nvPr/>
          </p:nvSpPr>
          <p:spPr>
            <a:xfrm>
              <a:off x="5437632" y="3791712"/>
              <a:ext cx="414528" cy="414528"/>
            </a:xfrm>
            <a:prstGeom prst="rect">
              <a:avLst/>
            </a:prstGeom>
            <a:solidFill>
              <a:srgbClr val="B8963E"/>
            </a:solidFill>
            <a:ln w="12700">
              <a:solidFill>
                <a:srgbClr val="B8963E"/>
              </a:solidFill>
              <a:prstDash val="solid"/>
            </a:ln>
          </p:spPr>
          <p:txBody>
            <a:bodyPr/>
            <a:lstStyle/>
            <a:p>
              <a:endParaRPr lang="ar-EG" sz="3200" noProof="0" dirty="0">
                <a:latin typeface="Sakkal Majalla" panose="02000000000000000000" pitchFamily="2" charset="-78"/>
                <a:cs typeface="Sakkal Majalla" panose="02000000000000000000" pitchFamily="2" charset="-78"/>
              </a:endParaRPr>
            </a:p>
          </p:txBody>
        </p:sp>
        <p:sp>
          <p:nvSpPr>
            <p:cNvPr id="134" name="Text 27">
              <a:extLst>
                <a:ext uri="{FF2B5EF4-FFF2-40B4-BE49-F238E27FC236}">
                  <a16:creationId xmlns:a16="http://schemas.microsoft.com/office/drawing/2014/main" id="{3B4F8561-A628-9B5C-70EF-7D902C697FD5}"/>
                </a:ext>
              </a:extLst>
            </p:cNvPr>
            <p:cNvSpPr/>
            <p:nvPr/>
          </p:nvSpPr>
          <p:spPr>
            <a:xfrm>
              <a:off x="5437632" y="3791712"/>
              <a:ext cx="414528" cy="414528"/>
            </a:xfrm>
            <a:prstGeom prst="rect">
              <a:avLst/>
            </a:prstGeom>
            <a:noFill/>
            <a:ln/>
          </p:spPr>
          <p:txBody>
            <a:bodyPr wrap="square" rtlCol="0" anchor="ctr"/>
            <a:lstStyle/>
            <a:p>
              <a:pPr algn="ctr"/>
              <a:r>
                <a:rPr lang="ar-EG" sz="2000" b="1" noProof="0" dirty="0">
                  <a:solidFill>
                    <a:srgbClr val="FFFFFF"/>
                  </a:solidFill>
                  <a:latin typeface="Sakkal Majalla" panose="02000000000000000000" pitchFamily="2" charset="-78"/>
                  <a:ea typeface="Calibri" pitchFamily="34" charset="-122"/>
                  <a:cs typeface="Sakkal Majalla" panose="02000000000000000000" pitchFamily="2" charset="-78"/>
                </a:rPr>
                <a:t>4</a:t>
              </a:r>
              <a:endParaRPr lang="ar-EG" sz="2000" noProof="0" dirty="0">
                <a:latin typeface="Sakkal Majalla" panose="02000000000000000000" pitchFamily="2" charset="-78"/>
                <a:cs typeface="Sakkal Majalla" panose="02000000000000000000" pitchFamily="2" charset="-78"/>
              </a:endParaRPr>
            </a:p>
          </p:txBody>
        </p:sp>
        <p:sp>
          <p:nvSpPr>
            <p:cNvPr id="135" name="Text 28">
              <a:extLst>
                <a:ext uri="{FF2B5EF4-FFF2-40B4-BE49-F238E27FC236}">
                  <a16:creationId xmlns:a16="http://schemas.microsoft.com/office/drawing/2014/main" id="{D9E37A8F-125F-F145-22B9-769F8B94A00F}"/>
                </a:ext>
              </a:extLst>
            </p:cNvPr>
            <p:cNvSpPr/>
            <p:nvPr/>
          </p:nvSpPr>
          <p:spPr>
            <a:xfrm>
              <a:off x="463296" y="3791712"/>
              <a:ext cx="4913376" cy="463296"/>
            </a:xfrm>
            <a:prstGeom prst="rect">
              <a:avLst/>
            </a:prstGeom>
            <a:noFill/>
            <a:ln/>
          </p:spPr>
          <p:txBody>
            <a:bodyPr wrap="square" rtlCol="0" anchor="ctr"/>
            <a:lstStyle/>
            <a:p>
              <a:pPr algn="r" rtl="1"/>
              <a:r>
                <a:rPr lang="ar-EG" sz="2000" b="1" dirty="0">
                  <a:solidFill>
                    <a:srgbClr val="154F31"/>
                  </a:solidFill>
                  <a:latin typeface="Sakkal Majalla" panose="02000000000000000000" pitchFamily="2" charset="-78"/>
                  <a:cs typeface="Sakkal Majalla" panose="02000000000000000000" pitchFamily="2" charset="-78"/>
                </a:rPr>
                <a:t>حوكمة/ امتثال؟</a:t>
              </a:r>
            </a:p>
          </p:txBody>
        </p:sp>
        <p:sp>
          <p:nvSpPr>
            <p:cNvPr id="136" name="Shape 29">
              <a:extLst>
                <a:ext uri="{FF2B5EF4-FFF2-40B4-BE49-F238E27FC236}">
                  <a16:creationId xmlns:a16="http://schemas.microsoft.com/office/drawing/2014/main" id="{55D1F474-1956-2A30-CCBE-1E67906CDC44}"/>
                </a:ext>
              </a:extLst>
            </p:cNvPr>
            <p:cNvSpPr/>
            <p:nvPr/>
          </p:nvSpPr>
          <p:spPr>
            <a:xfrm>
              <a:off x="463296" y="4303776"/>
              <a:ext cx="5425440" cy="24384"/>
            </a:xfrm>
            <a:prstGeom prst="rect">
              <a:avLst/>
            </a:prstGeom>
            <a:solidFill>
              <a:srgbClr val="E0E8E4"/>
            </a:solidFill>
            <a:ln/>
          </p:spPr>
          <p:txBody>
            <a:bodyPr/>
            <a:lstStyle/>
            <a:p>
              <a:endParaRPr lang="ar-EG" sz="3200" noProof="0" dirty="0">
                <a:latin typeface="Sakkal Majalla" panose="02000000000000000000" pitchFamily="2" charset="-78"/>
                <a:cs typeface="Sakkal Majalla" panose="02000000000000000000" pitchFamily="2" charset="-78"/>
              </a:endParaRPr>
            </a:p>
          </p:txBody>
        </p:sp>
        <p:sp>
          <p:nvSpPr>
            <p:cNvPr id="137" name="Text 30">
              <a:extLst>
                <a:ext uri="{FF2B5EF4-FFF2-40B4-BE49-F238E27FC236}">
                  <a16:creationId xmlns:a16="http://schemas.microsoft.com/office/drawing/2014/main" id="{8913B0DA-E428-F223-A734-010E69C20228}"/>
                </a:ext>
              </a:extLst>
            </p:cNvPr>
            <p:cNvSpPr/>
            <p:nvPr/>
          </p:nvSpPr>
          <p:spPr>
            <a:xfrm>
              <a:off x="463296" y="4376928"/>
              <a:ext cx="5425440" cy="1365504"/>
            </a:xfrm>
            <a:prstGeom prst="rect">
              <a:avLst/>
            </a:prstGeom>
            <a:noFill/>
            <a:ln/>
          </p:spPr>
          <p:txBody>
            <a:bodyPr wrap="square" rtlCol="0" anchor="t"/>
            <a:lstStyle/>
            <a:p>
              <a:pPr algn="r" rtl="1"/>
              <a:r>
                <a:rPr lang="ar-EG" dirty="0">
                  <a:solidFill>
                    <a:srgbClr val="1C2B22"/>
                  </a:solidFill>
                  <a:latin typeface="Sakkal Majalla" panose="02000000000000000000" pitchFamily="2" charset="-78"/>
                  <a:cs typeface="Sakkal Majalla" panose="02000000000000000000" pitchFamily="2" charset="-78"/>
                </a:rPr>
                <a:t>ربط الامتثال بالتوثيق بمؤشرات أداء الطبيب السنوية</a:t>
              </a:r>
            </a:p>
          </p:txBody>
        </p:sp>
      </p:grpSp>
    </p:spTree>
    <p:extLst>
      <p:ext uri="{BB962C8B-B14F-4D97-AF65-F5344CB8AC3E}">
        <p14:creationId xmlns:p14="http://schemas.microsoft.com/office/powerpoint/2010/main" val="617911241"/>
      </p:ext>
    </p:extLst>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184CE0-E4E2-01F0-3D33-8FE49F4515E9}"/>
            </a:ext>
          </a:extLst>
        </p:cNvPr>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5A1AEB51-89C4-ACEF-7780-EBD31D223EAE}"/>
              </a:ext>
            </a:extLst>
          </p:cNvPr>
          <p:cNvGraphicFramePr>
            <a:graphicFrameLocks noChangeAspect="1"/>
          </p:cNvGraphicFramePr>
          <p:nvPr>
            <p:custDataLst>
              <p:tags r:id="rId1"/>
            </p:custDataLst>
          </p:nvPr>
        </p:nvGraphicFramePr>
        <p:xfrm>
          <a:off x="11163" y="1489"/>
          <a:ext cx="1489" cy="1489"/>
        </p:xfrm>
        <a:graphic>
          <a:graphicData uri="http://schemas.openxmlformats.org/presentationml/2006/ole">
            <mc:AlternateContent xmlns:mc="http://schemas.openxmlformats.org/markup-compatibility/2006">
              <mc:Choice xmlns:v="urn:schemas-microsoft-com:vml" Requires="v">
                <p:oleObj name="think-cell Slide" r:id="rId4" imgW="395" imgH="396" progId="TCLayout.ActiveDocument.1">
                  <p:embed/>
                </p:oleObj>
              </mc:Choice>
              <mc:Fallback>
                <p:oleObj name="think-cell Slide" r:id="rId4" imgW="395" imgH="396" progId="TCLayout.ActiveDocument.1">
                  <p:embed/>
                  <p:pic>
                    <p:nvPicPr>
                      <p:cNvPr id="4" name="Object 3" hidden="1">
                        <a:extLst>
                          <a:ext uri="{FF2B5EF4-FFF2-40B4-BE49-F238E27FC236}">
                            <a16:creationId xmlns:a16="http://schemas.microsoft.com/office/drawing/2014/main" id="{3C71A6E5-EC39-37BF-8936-6ABE9D9D01B8}"/>
                          </a:ext>
                        </a:extLst>
                      </p:cNvPr>
                      <p:cNvPicPr/>
                      <p:nvPr/>
                    </p:nvPicPr>
                    <p:blipFill>
                      <a:blip r:embed="rId5"/>
                      <a:stretch>
                        <a:fillRect/>
                      </a:stretch>
                    </p:blipFill>
                    <p:spPr>
                      <a:xfrm>
                        <a:off x="11163" y="1489"/>
                        <a:ext cx="1489" cy="1489"/>
                      </a:xfrm>
                      <a:prstGeom prst="rect">
                        <a:avLst/>
                      </a:prstGeom>
                    </p:spPr>
                  </p:pic>
                </p:oleObj>
              </mc:Fallback>
            </mc:AlternateContent>
          </a:graphicData>
        </a:graphic>
      </p:graphicFrame>
      <p:sp>
        <p:nvSpPr>
          <p:cNvPr id="2" name="Text Placeholder 1">
            <a:extLst>
              <a:ext uri="{FF2B5EF4-FFF2-40B4-BE49-F238E27FC236}">
                <a16:creationId xmlns:a16="http://schemas.microsoft.com/office/drawing/2014/main" id="{CA1894AF-FB8D-0BE6-FA62-27329A068FD9}"/>
              </a:ext>
            </a:extLst>
          </p:cNvPr>
          <p:cNvSpPr txBox="1">
            <a:spLocks/>
          </p:cNvSpPr>
          <p:nvPr/>
        </p:nvSpPr>
        <p:spPr>
          <a:xfrm>
            <a:off x="5495081" y="159153"/>
            <a:ext cx="6389688" cy="523220"/>
          </a:xfrm>
          <a:prstGeom prst="rect">
            <a:avLst/>
          </a:prstGeom>
        </p:spPr>
        <p:txBody>
          <a:bodyPr vert="horz" lIns="91440" tIns="45720" rIns="91440" bIns="45720" rtlCol="0">
            <a:spAutoFit/>
          </a:bodyPr>
          <a:lstStyle>
            <a:lvl1pPr marL="0" indent="0" algn="r" defTabSz="685800" rtl="1" eaLnBrk="1" latinLnBrk="0" hangingPunct="1">
              <a:lnSpc>
                <a:spcPct val="100000"/>
              </a:lnSpc>
              <a:spcBef>
                <a:spcPts val="750"/>
              </a:spcBef>
              <a:buFont typeface="Arial" panose="020B0604020202020204" pitchFamily="34" charset="0"/>
              <a:buNone/>
              <a:defRPr sz="2000" b="1" kern="1200">
                <a:solidFill>
                  <a:schemeClr val="accent3"/>
                </a:solidFill>
                <a:latin typeface="+mn-lt"/>
                <a:ea typeface="+mn-ea"/>
                <a:cs typeface="+mj-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defRPr/>
            </a:pPr>
            <a:r>
              <a:rPr lang="ar-EG" sz="2800" dirty="0">
                <a:solidFill>
                  <a:srgbClr val="008658"/>
                </a:solidFill>
                <a:latin typeface="Calibri" pitchFamily="34" charset="0"/>
                <a:cs typeface="Calibri" pitchFamily="34" charset="-120"/>
              </a:rPr>
              <a:t>أخلاقيات العمل وتضارب المصالح</a:t>
            </a:r>
          </a:p>
        </p:txBody>
      </p:sp>
      <p:grpSp>
        <p:nvGrpSpPr>
          <p:cNvPr id="3" name="Group 2">
            <a:extLst>
              <a:ext uri="{FF2B5EF4-FFF2-40B4-BE49-F238E27FC236}">
                <a16:creationId xmlns:a16="http://schemas.microsoft.com/office/drawing/2014/main" id="{E3D031BD-C9FA-AA72-CCA0-5D751CE6CC8F}"/>
              </a:ext>
            </a:extLst>
          </p:cNvPr>
          <p:cNvGrpSpPr/>
          <p:nvPr/>
        </p:nvGrpSpPr>
        <p:grpSpPr>
          <a:xfrm>
            <a:off x="426720" y="1216433"/>
            <a:ext cx="11338560" cy="4693920"/>
            <a:chOff x="426720" y="1341120"/>
            <a:chExt cx="11338560" cy="4693920"/>
          </a:xfrm>
        </p:grpSpPr>
        <p:sp>
          <p:nvSpPr>
            <p:cNvPr id="47" name="Shape 3"/>
            <p:cNvSpPr/>
            <p:nvPr/>
          </p:nvSpPr>
          <p:spPr>
            <a:xfrm>
              <a:off x="8148320" y="1341120"/>
              <a:ext cx="3616960" cy="225552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ar-EG" sz="3200" noProof="0" dirty="0">
                <a:latin typeface="Sakkal Majalla" panose="02000000000000000000" pitchFamily="2" charset="-78"/>
                <a:cs typeface="Sakkal Majalla" panose="02000000000000000000" pitchFamily="2" charset="-78"/>
              </a:endParaRPr>
            </a:p>
          </p:txBody>
        </p:sp>
        <p:sp>
          <p:nvSpPr>
            <p:cNvPr id="48" name="Shape 4"/>
            <p:cNvSpPr/>
            <p:nvPr/>
          </p:nvSpPr>
          <p:spPr>
            <a:xfrm>
              <a:off x="8148320" y="1341120"/>
              <a:ext cx="3616960" cy="73152"/>
            </a:xfrm>
            <a:prstGeom prst="rect">
              <a:avLst/>
            </a:prstGeom>
            <a:solidFill>
              <a:srgbClr val="008658"/>
            </a:solidFill>
            <a:ln/>
          </p:spPr>
          <p:txBody>
            <a:bodyPr/>
            <a:lstStyle/>
            <a:p>
              <a:endParaRPr lang="ar-EG" sz="3200" noProof="0" dirty="0">
                <a:latin typeface="Sakkal Majalla" panose="02000000000000000000" pitchFamily="2" charset="-78"/>
                <a:cs typeface="Sakkal Majalla" panose="02000000000000000000" pitchFamily="2" charset="-78"/>
              </a:endParaRPr>
            </a:p>
          </p:txBody>
        </p:sp>
        <p:sp>
          <p:nvSpPr>
            <p:cNvPr id="50" name="Shape 5"/>
            <p:cNvSpPr/>
            <p:nvPr/>
          </p:nvSpPr>
          <p:spPr>
            <a:xfrm>
              <a:off x="11131296" y="1487424"/>
              <a:ext cx="463296" cy="463296"/>
            </a:xfrm>
            <a:prstGeom prst="ellipse">
              <a:avLst/>
            </a:prstGeom>
            <a:solidFill>
              <a:srgbClr val="008658"/>
            </a:solidFill>
            <a:ln w="12700">
              <a:solidFill>
                <a:srgbClr val="8E4B2C"/>
              </a:solidFill>
              <a:prstDash val="solid"/>
            </a:ln>
          </p:spPr>
          <p:txBody>
            <a:bodyPr/>
            <a:lstStyle/>
            <a:p>
              <a:endParaRPr lang="ar-EG" sz="3200" noProof="0" dirty="0">
                <a:latin typeface="Sakkal Majalla" panose="02000000000000000000" pitchFamily="2" charset="-78"/>
                <a:cs typeface="Sakkal Majalla" panose="02000000000000000000" pitchFamily="2" charset="-78"/>
              </a:endParaRPr>
            </a:p>
          </p:txBody>
        </p:sp>
        <p:sp>
          <p:nvSpPr>
            <p:cNvPr id="51" name="Text 6"/>
            <p:cNvSpPr/>
            <p:nvPr/>
          </p:nvSpPr>
          <p:spPr>
            <a:xfrm>
              <a:off x="11131296" y="1499616"/>
              <a:ext cx="463296" cy="438912"/>
            </a:xfrm>
            <a:prstGeom prst="rect">
              <a:avLst/>
            </a:prstGeom>
            <a:noFill/>
            <a:ln/>
          </p:spPr>
          <p:txBody>
            <a:bodyPr wrap="square" rtlCol="0" anchor="ctr"/>
            <a:lstStyle/>
            <a:p>
              <a:pPr algn="ctr"/>
              <a:r>
                <a:rPr lang="ar-EG" sz="2000" b="1" noProof="0" dirty="0">
                  <a:solidFill>
                    <a:srgbClr val="FFFFFF"/>
                  </a:solidFill>
                  <a:latin typeface="Sakkal Majalla" panose="02000000000000000000" pitchFamily="2" charset="-78"/>
                  <a:ea typeface="Calibri" pitchFamily="34" charset="-122"/>
                  <a:cs typeface="Sakkal Majalla" panose="02000000000000000000" pitchFamily="2" charset="-78"/>
                </a:rPr>
                <a:t>1</a:t>
              </a:r>
              <a:endParaRPr lang="ar-EG" sz="2000" noProof="0" dirty="0">
                <a:latin typeface="Sakkal Majalla" panose="02000000000000000000" pitchFamily="2" charset="-78"/>
                <a:cs typeface="Sakkal Majalla" panose="02000000000000000000" pitchFamily="2" charset="-78"/>
              </a:endParaRPr>
            </a:p>
          </p:txBody>
        </p:sp>
        <p:sp>
          <p:nvSpPr>
            <p:cNvPr id="52" name="Text 7"/>
            <p:cNvSpPr/>
            <p:nvPr/>
          </p:nvSpPr>
          <p:spPr>
            <a:xfrm>
              <a:off x="8270240" y="1463040"/>
              <a:ext cx="2763520" cy="512064"/>
            </a:xfrm>
            <a:prstGeom prst="rect">
              <a:avLst/>
            </a:prstGeom>
            <a:noFill/>
            <a:ln/>
          </p:spPr>
          <p:txBody>
            <a:bodyPr wrap="square" rtlCol="0" anchor="ctr"/>
            <a:lstStyle/>
            <a:p>
              <a:pPr algn="r" rtl="1"/>
              <a:r>
                <a:rPr lang="ar-EG" sz="2000" b="1" noProof="0" dirty="0">
                  <a:solidFill>
                    <a:srgbClr val="008658"/>
                  </a:solidFill>
                  <a:latin typeface="Sakkal Majalla" panose="02000000000000000000" pitchFamily="2" charset="-78"/>
                  <a:ea typeface="Arial" pitchFamily="34" charset="-122"/>
                  <a:cs typeface="Sakkal Majalla" panose="02000000000000000000" pitchFamily="2" charset="-78"/>
                </a:rPr>
                <a:t>أخلاقيات العمل العام</a:t>
              </a:r>
              <a:endParaRPr lang="ar-EG" sz="2000" noProof="0" dirty="0">
                <a:solidFill>
                  <a:srgbClr val="008658"/>
                </a:solidFill>
                <a:latin typeface="Sakkal Majalla" panose="02000000000000000000" pitchFamily="2" charset="-78"/>
                <a:cs typeface="Sakkal Majalla" panose="02000000000000000000" pitchFamily="2" charset="-78"/>
              </a:endParaRPr>
            </a:p>
          </p:txBody>
        </p:sp>
        <p:sp>
          <p:nvSpPr>
            <p:cNvPr id="53" name="Shape 8"/>
            <p:cNvSpPr/>
            <p:nvPr/>
          </p:nvSpPr>
          <p:spPr>
            <a:xfrm>
              <a:off x="8270240" y="2011680"/>
              <a:ext cx="3373120" cy="24384"/>
            </a:xfrm>
            <a:prstGeom prst="rect">
              <a:avLst/>
            </a:prstGeom>
            <a:solidFill>
              <a:srgbClr val="E0E8E4"/>
            </a:solidFill>
            <a:ln/>
          </p:spPr>
          <p:txBody>
            <a:bodyPr/>
            <a:lstStyle/>
            <a:p>
              <a:endParaRPr lang="ar-EG" sz="3200" noProof="0" dirty="0">
                <a:latin typeface="Sakkal Majalla" panose="02000000000000000000" pitchFamily="2" charset="-78"/>
                <a:cs typeface="Sakkal Majalla" panose="02000000000000000000" pitchFamily="2" charset="-78"/>
              </a:endParaRPr>
            </a:p>
          </p:txBody>
        </p:sp>
        <p:sp>
          <p:nvSpPr>
            <p:cNvPr id="54" name="Text 9"/>
            <p:cNvSpPr/>
            <p:nvPr/>
          </p:nvSpPr>
          <p:spPr>
            <a:xfrm>
              <a:off x="8270240" y="2097024"/>
              <a:ext cx="3373120" cy="1341120"/>
            </a:xfrm>
            <a:prstGeom prst="rect">
              <a:avLst/>
            </a:prstGeom>
            <a:noFill/>
            <a:ln/>
          </p:spPr>
          <p:txBody>
            <a:bodyPr wrap="square" rtlCol="0" anchor="t"/>
            <a:lstStyle/>
            <a:p>
              <a:pPr algn="r" rtl="1"/>
              <a:r>
                <a:rPr lang="ar-EG" noProof="0" dirty="0">
                  <a:solidFill>
                    <a:srgbClr val="1C2B22"/>
                  </a:solidFill>
                  <a:latin typeface="Sakkal Majalla" panose="02000000000000000000" pitchFamily="2" charset="-78"/>
                  <a:ea typeface="Arial" pitchFamily="34" charset="-122"/>
                  <a:cs typeface="Sakkal Majalla" panose="02000000000000000000" pitchFamily="2" charset="-78"/>
                </a:rPr>
                <a:t>منظومة القيم التي تحكم سلوك الموظف: النزاهة، العدالة، الحياد، الشفافية، تغليب المصلحة العامة – ليست التزاماً مجرداً بل سلوكاً يومياً</a:t>
              </a:r>
              <a:endParaRPr lang="ar-EG" noProof="0" dirty="0">
                <a:latin typeface="Sakkal Majalla" panose="02000000000000000000" pitchFamily="2" charset="-78"/>
                <a:cs typeface="Sakkal Majalla" panose="02000000000000000000" pitchFamily="2" charset="-78"/>
              </a:endParaRPr>
            </a:p>
          </p:txBody>
        </p:sp>
        <p:sp>
          <p:nvSpPr>
            <p:cNvPr id="55" name="Shape 10"/>
            <p:cNvSpPr/>
            <p:nvPr/>
          </p:nvSpPr>
          <p:spPr>
            <a:xfrm>
              <a:off x="4287520" y="1341120"/>
              <a:ext cx="3616960" cy="225552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ar-EG" sz="3200" noProof="0" dirty="0">
                <a:latin typeface="Sakkal Majalla" panose="02000000000000000000" pitchFamily="2" charset="-78"/>
                <a:cs typeface="Sakkal Majalla" panose="02000000000000000000" pitchFamily="2" charset="-78"/>
              </a:endParaRPr>
            </a:p>
          </p:txBody>
        </p:sp>
        <p:sp>
          <p:nvSpPr>
            <p:cNvPr id="56" name="Shape 11"/>
            <p:cNvSpPr/>
            <p:nvPr/>
          </p:nvSpPr>
          <p:spPr>
            <a:xfrm>
              <a:off x="4287520" y="1341120"/>
              <a:ext cx="3616960" cy="73152"/>
            </a:xfrm>
            <a:prstGeom prst="rect">
              <a:avLst/>
            </a:prstGeom>
            <a:solidFill>
              <a:srgbClr val="008658"/>
            </a:solidFill>
            <a:ln/>
          </p:spPr>
          <p:txBody>
            <a:bodyPr/>
            <a:lstStyle/>
            <a:p>
              <a:endParaRPr lang="ar-EG" sz="3200" noProof="0" dirty="0">
                <a:latin typeface="Sakkal Majalla" panose="02000000000000000000" pitchFamily="2" charset="-78"/>
                <a:cs typeface="Sakkal Majalla" panose="02000000000000000000" pitchFamily="2" charset="-78"/>
              </a:endParaRPr>
            </a:p>
          </p:txBody>
        </p:sp>
        <p:sp>
          <p:nvSpPr>
            <p:cNvPr id="57" name="Shape 12"/>
            <p:cNvSpPr/>
            <p:nvPr/>
          </p:nvSpPr>
          <p:spPr>
            <a:xfrm>
              <a:off x="7270496" y="1487424"/>
              <a:ext cx="463296" cy="463296"/>
            </a:xfrm>
            <a:prstGeom prst="ellipse">
              <a:avLst/>
            </a:prstGeom>
            <a:solidFill>
              <a:srgbClr val="008658"/>
            </a:solidFill>
            <a:ln w="12700">
              <a:solidFill>
                <a:srgbClr val="8E4B2C"/>
              </a:solidFill>
              <a:prstDash val="solid"/>
            </a:ln>
          </p:spPr>
          <p:txBody>
            <a:bodyPr/>
            <a:lstStyle/>
            <a:p>
              <a:endParaRPr lang="ar-EG" sz="3200" noProof="0" dirty="0">
                <a:latin typeface="Sakkal Majalla" panose="02000000000000000000" pitchFamily="2" charset="-78"/>
                <a:cs typeface="Sakkal Majalla" panose="02000000000000000000" pitchFamily="2" charset="-78"/>
              </a:endParaRPr>
            </a:p>
          </p:txBody>
        </p:sp>
        <p:sp>
          <p:nvSpPr>
            <p:cNvPr id="58" name="Text 13"/>
            <p:cNvSpPr/>
            <p:nvPr/>
          </p:nvSpPr>
          <p:spPr>
            <a:xfrm>
              <a:off x="7270496" y="1499616"/>
              <a:ext cx="463296" cy="438912"/>
            </a:xfrm>
            <a:prstGeom prst="rect">
              <a:avLst/>
            </a:prstGeom>
            <a:noFill/>
            <a:ln/>
          </p:spPr>
          <p:txBody>
            <a:bodyPr wrap="square" rtlCol="0" anchor="ctr"/>
            <a:lstStyle/>
            <a:p>
              <a:pPr algn="ctr"/>
              <a:r>
                <a:rPr lang="ar-EG" sz="2000" b="1" noProof="0" dirty="0">
                  <a:solidFill>
                    <a:srgbClr val="FFFFFF"/>
                  </a:solidFill>
                  <a:latin typeface="Sakkal Majalla" panose="02000000000000000000" pitchFamily="2" charset="-78"/>
                  <a:ea typeface="Calibri" pitchFamily="34" charset="-122"/>
                  <a:cs typeface="Sakkal Majalla" panose="02000000000000000000" pitchFamily="2" charset="-78"/>
                </a:rPr>
                <a:t>2</a:t>
              </a:r>
              <a:endParaRPr lang="ar-EG" sz="2000" noProof="0" dirty="0">
                <a:latin typeface="Sakkal Majalla" panose="02000000000000000000" pitchFamily="2" charset="-78"/>
                <a:cs typeface="Sakkal Majalla" panose="02000000000000000000" pitchFamily="2" charset="-78"/>
              </a:endParaRPr>
            </a:p>
          </p:txBody>
        </p:sp>
        <p:sp>
          <p:nvSpPr>
            <p:cNvPr id="59" name="Text 14"/>
            <p:cNvSpPr/>
            <p:nvPr/>
          </p:nvSpPr>
          <p:spPr>
            <a:xfrm>
              <a:off x="4409440" y="1463040"/>
              <a:ext cx="2763520" cy="512064"/>
            </a:xfrm>
            <a:prstGeom prst="rect">
              <a:avLst/>
            </a:prstGeom>
            <a:noFill/>
            <a:ln/>
          </p:spPr>
          <p:txBody>
            <a:bodyPr wrap="square" rtlCol="0" anchor="ctr"/>
            <a:lstStyle/>
            <a:p>
              <a:pPr algn="r" rtl="1"/>
              <a:r>
                <a:rPr lang="ar-EG" sz="2000" b="1" dirty="0">
                  <a:solidFill>
                    <a:srgbClr val="008658"/>
                  </a:solidFill>
                  <a:latin typeface="Sakkal Majalla" panose="02000000000000000000" pitchFamily="2" charset="-78"/>
                  <a:cs typeface="Sakkal Majalla" panose="02000000000000000000" pitchFamily="2" charset="-78"/>
                </a:rPr>
                <a:t>الأساس النظامي في المملكة</a:t>
              </a:r>
            </a:p>
          </p:txBody>
        </p:sp>
        <p:sp>
          <p:nvSpPr>
            <p:cNvPr id="60" name="Shape 15"/>
            <p:cNvSpPr/>
            <p:nvPr/>
          </p:nvSpPr>
          <p:spPr>
            <a:xfrm>
              <a:off x="4409440" y="2011680"/>
              <a:ext cx="3373120" cy="24384"/>
            </a:xfrm>
            <a:prstGeom prst="rect">
              <a:avLst/>
            </a:prstGeom>
            <a:solidFill>
              <a:srgbClr val="E0E8E4"/>
            </a:solidFill>
            <a:ln/>
          </p:spPr>
          <p:txBody>
            <a:bodyPr/>
            <a:lstStyle/>
            <a:p>
              <a:endParaRPr lang="ar-EG" sz="3200" noProof="0" dirty="0">
                <a:latin typeface="Sakkal Majalla" panose="02000000000000000000" pitchFamily="2" charset="-78"/>
                <a:cs typeface="Sakkal Majalla" panose="02000000000000000000" pitchFamily="2" charset="-78"/>
              </a:endParaRPr>
            </a:p>
          </p:txBody>
        </p:sp>
        <p:sp>
          <p:nvSpPr>
            <p:cNvPr id="61" name="Text 16"/>
            <p:cNvSpPr/>
            <p:nvPr/>
          </p:nvSpPr>
          <p:spPr>
            <a:xfrm>
              <a:off x="4409440" y="2097024"/>
              <a:ext cx="3373120" cy="1341120"/>
            </a:xfrm>
            <a:prstGeom prst="rect">
              <a:avLst/>
            </a:prstGeom>
            <a:noFill/>
            <a:ln/>
          </p:spPr>
          <p:txBody>
            <a:bodyPr wrap="square" rtlCol="0" anchor="t"/>
            <a:lstStyle/>
            <a:p>
              <a:pPr algn="r" rtl="1"/>
              <a:r>
                <a:rPr lang="ar-EG" noProof="0" dirty="0">
                  <a:solidFill>
                    <a:srgbClr val="1C2B22"/>
                  </a:solidFill>
                  <a:latin typeface="Sakkal Majalla" panose="02000000000000000000" pitchFamily="2" charset="-78"/>
                  <a:ea typeface="Arial" pitchFamily="34" charset="-122"/>
                  <a:cs typeface="Sakkal Majalla" panose="02000000000000000000" pitchFamily="2" charset="-78"/>
                </a:rPr>
                <a:t>نظام الخدمة المدنية، نظام الانضباط الوظيفي، نظام مكافحة الرشوة، وثيقة السلوك الوظيفي وأخلاقيات الوظيفة العامة</a:t>
              </a:r>
              <a:endParaRPr lang="ar-EG" noProof="0" dirty="0">
                <a:latin typeface="Sakkal Majalla" panose="02000000000000000000" pitchFamily="2" charset="-78"/>
                <a:cs typeface="Sakkal Majalla" panose="02000000000000000000" pitchFamily="2" charset="-78"/>
              </a:endParaRPr>
            </a:p>
          </p:txBody>
        </p:sp>
        <p:sp>
          <p:nvSpPr>
            <p:cNvPr id="62" name="Shape 17"/>
            <p:cNvSpPr/>
            <p:nvPr/>
          </p:nvSpPr>
          <p:spPr>
            <a:xfrm>
              <a:off x="426720" y="1341120"/>
              <a:ext cx="3616960" cy="225552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ar-EG" sz="3200" noProof="0" dirty="0">
                <a:latin typeface="Sakkal Majalla" panose="02000000000000000000" pitchFamily="2" charset="-78"/>
                <a:cs typeface="Sakkal Majalla" panose="02000000000000000000" pitchFamily="2" charset="-78"/>
              </a:endParaRPr>
            </a:p>
          </p:txBody>
        </p:sp>
        <p:sp>
          <p:nvSpPr>
            <p:cNvPr id="63" name="Shape 18"/>
            <p:cNvSpPr/>
            <p:nvPr/>
          </p:nvSpPr>
          <p:spPr>
            <a:xfrm>
              <a:off x="426720" y="1341120"/>
              <a:ext cx="3616960" cy="73152"/>
            </a:xfrm>
            <a:prstGeom prst="rect">
              <a:avLst/>
            </a:prstGeom>
            <a:solidFill>
              <a:srgbClr val="008658"/>
            </a:solidFill>
            <a:ln/>
          </p:spPr>
          <p:txBody>
            <a:bodyPr/>
            <a:lstStyle/>
            <a:p>
              <a:endParaRPr lang="ar-EG" sz="3200" noProof="0" dirty="0">
                <a:latin typeface="Sakkal Majalla" panose="02000000000000000000" pitchFamily="2" charset="-78"/>
                <a:cs typeface="Sakkal Majalla" panose="02000000000000000000" pitchFamily="2" charset="-78"/>
              </a:endParaRPr>
            </a:p>
          </p:txBody>
        </p:sp>
        <p:sp>
          <p:nvSpPr>
            <p:cNvPr id="64" name="Shape 19"/>
            <p:cNvSpPr/>
            <p:nvPr/>
          </p:nvSpPr>
          <p:spPr>
            <a:xfrm>
              <a:off x="3409696" y="1487424"/>
              <a:ext cx="463296" cy="463296"/>
            </a:xfrm>
            <a:prstGeom prst="ellipse">
              <a:avLst/>
            </a:prstGeom>
            <a:solidFill>
              <a:srgbClr val="008658"/>
            </a:solidFill>
            <a:ln w="12700">
              <a:solidFill>
                <a:srgbClr val="8E4B2C"/>
              </a:solidFill>
              <a:prstDash val="solid"/>
            </a:ln>
          </p:spPr>
          <p:txBody>
            <a:bodyPr/>
            <a:lstStyle/>
            <a:p>
              <a:endParaRPr lang="ar-EG" sz="3200" noProof="0" dirty="0">
                <a:latin typeface="Sakkal Majalla" panose="02000000000000000000" pitchFamily="2" charset="-78"/>
                <a:cs typeface="Sakkal Majalla" panose="02000000000000000000" pitchFamily="2" charset="-78"/>
              </a:endParaRPr>
            </a:p>
          </p:txBody>
        </p:sp>
        <p:sp>
          <p:nvSpPr>
            <p:cNvPr id="65" name="Text 20"/>
            <p:cNvSpPr/>
            <p:nvPr/>
          </p:nvSpPr>
          <p:spPr>
            <a:xfrm>
              <a:off x="3409696" y="1499616"/>
              <a:ext cx="463296" cy="438912"/>
            </a:xfrm>
            <a:prstGeom prst="rect">
              <a:avLst/>
            </a:prstGeom>
            <a:noFill/>
            <a:ln/>
          </p:spPr>
          <p:txBody>
            <a:bodyPr wrap="square" rtlCol="0" anchor="ctr"/>
            <a:lstStyle/>
            <a:p>
              <a:pPr algn="ctr"/>
              <a:r>
                <a:rPr lang="ar-EG" sz="2000" b="1" noProof="0" dirty="0">
                  <a:solidFill>
                    <a:srgbClr val="FFFFFF"/>
                  </a:solidFill>
                  <a:latin typeface="Sakkal Majalla" panose="02000000000000000000" pitchFamily="2" charset="-78"/>
                  <a:ea typeface="Calibri" pitchFamily="34" charset="-122"/>
                  <a:cs typeface="Sakkal Majalla" panose="02000000000000000000" pitchFamily="2" charset="-78"/>
                </a:rPr>
                <a:t>3</a:t>
              </a:r>
              <a:endParaRPr lang="ar-EG" sz="2000" noProof="0" dirty="0">
                <a:latin typeface="Sakkal Majalla" panose="02000000000000000000" pitchFamily="2" charset="-78"/>
                <a:cs typeface="Sakkal Majalla" panose="02000000000000000000" pitchFamily="2" charset="-78"/>
              </a:endParaRPr>
            </a:p>
          </p:txBody>
        </p:sp>
        <p:sp>
          <p:nvSpPr>
            <p:cNvPr id="66" name="Text 21"/>
            <p:cNvSpPr/>
            <p:nvPr/>
          </p:nvSpPr>
          <p:spPr>
            <a:xfrm>
              <a:off x="548640" y="1463040"/>
              <a:ext cx="2763520" cy="512064"/>
            </a:xfrm>
            <a:prstGeom prst="rect">
              <a:avLst/>
            </a:prstGeom>
            <a:noFill/>
            <a:ln/>
          </p:spPr>
          <p:txBody>
            <a:bodyPr wrap="square" rtlCol="0" anchor="ctr"/>
            <a:lstStyle/>
            <a:p>
              <a:pPr algn="r" rtl="1"/>
              <a:r>
                <a:rPr lang="ar-EG" sz="2000" b="1" dirty="0">
                  <a:solidFill>
                    <a:srgbClr val="008658"/>
                  </a:solidFill>
                  <a:latin typeface="Sakkal Majalla" panose="02000000000000000000" pitchFamily="2" charset="-78"/>
                  <a:cs typeface="Sakkal Majalla" panose="02000000000000000000" pitchFamily="2" charset="-78"/>
                </a:rPr>
                <a:t>تضارب المصالح</a:t>
              </a:r>
            </a:p>
          </p:txBody>
        </p:sp>
        <p:sp>
          <p:nvSpPr>
            <p:cNvPr id="67" name="Shape 22"/>
            <p:cNvSpPr/>
            <p:nvPr/>
          </p:nvSpPr>
          <p:spPr>
            <a:xfrm>
              <a:off x="548640" y="2011680"/>
              <a:ext cx="3373120" cy="24384"/>
            </a:xfrm>
            <a:prstGeom prst="rect">
              <a:avLst/>
            </a:prstGeom>
            <a:solidFill>
              <a:srgbClr val="E0E8E4"/>
            </a:solidFill>
            <a:ln/>
          </p:spPr>
          <p:txBody>
            <a:bodyPr/>
            <a:lstStyle/>
            <a:p>
              <a:endParaRPr lang="ar-EG" sz="3200" noProof="0" dirty="0">
                <a:latin typeface="Sakkal Majalla" panose="02000000000000000000" pitchFamily="2" charset="-78"/>
                <a:cs typeface="Sakkal Majalla" panose="02000000000000000000" pitchFamily="2" charset="-78"/>
              </a:endParaRPr>
            </a:p>
          </p:txBody>
        </p:sp>
        <p:sp>
          <p:nvSpPr>
            <p:cNvPr id="68" name="Text 23"/>
            <p:cNvSpPr/>
            <p:nvPr/>
          </p:nvSpPr>
          <p:spPr>
            <a:xfrm>
              <a:off x="548640" y="2097024"/>
              <a:ext cx="3373120" cy="1341120"/>
            </a:xfrm>
            <a:prstGeom prst="rect">
              <a:avLst/>
            </a:prstGeom>
            <a:noFill/>
            <a:ln/>
          </p:spPr>
          <p:txBody>
            <a:bodyPr wrap="square" rtlCol="0" anchor="t"/>
            <a:lstStyle/>
            <a:p>
              <a:pPr algn="r" rtl="1"/>
              <a:r>
                <a:rPr lang="ar-EG" noProof="0" dirty="0">
                  <a:solidFill>
                    <a:srgbClr val="1C2B22"/>
                  </a:solidFill>
                  <a:latin typeface="Sakkal Majalla" panose="02000000000000000000" pitchFamily="2" charset="-78"/>
                  <a:ea typeface="Arial" pitchFamily="34" charset="-122"/>
                  <a:cs typeface="Sakkal Majalla" panose="02000000000000000000" pitchFamily="2" charset="-78"/>
                </a:rPr>
                <a:t>حالة تتعارض فيها المصلحة الشخصية مع المصلحة العامة – أنواعه: فعلي (حالي) ومحتمل (مستقبلي) – ليس خطأً بالضرورة لكنه يصبح خطراً إن لم يُفصح عنه</a:t>
              </a:r>
              <a:endParaRPr lang="ar-EG" noProof="0" dirty="0">
                <a:latin typeface="Sakkal Majalla" panose="02000000000000000000" pitchFamily="2" charset="-78"/>
                <a:cs typeface="Sakkal Majalla" panose="02000000000000000000" pitchFamily="2" charset="-78"/>
              </a:endParaRPr>
            </a:p>
          </p:txBody>
        </p:sp>
        <p:sp>
          <p:nvSpPr>
            <p:cNvPr id="69" name="Shape 24"/>
            <p:cNvSpPr/>
            <p:nvPr/>
          </p:nvSpPr>
          <p:spPr>
            <a:xfrm>
              <a:off x="8148320" y="3779520"/>
              <a:ext cx="3616960" cy="225552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ar-EG" sz="3200" noProof="0" dirty="0">
                <a:latin typeface="Sakkal Majalla" panose="02000000000000000000" pitchFamily="2" charset="-78"/>
                <a:cs typeface="Sakkal Majalla" panose="02000000000000000000" pitchFamily="2" charset="-78"/>
              </a:endParaRPr>
            </a:p>
          </p:txBody>
        </p:sp>
        <p:sp>
          <p:nvSpPr>
            <p:cNvPr id="70" name="Shape 25"/>
            <p:cNvSpPr/>
            <p:nvPr/>
          </p:nvSpPr>
          <p:spPr>
            <a:xfrm>
              <a:off x="8148320" y="3779520"/>
              <a:ext cx="3616960" cy="73152"/>
            </a:xfrm>
            <a:prstGeom prst="rect">
              <a:avLst/>
            </a:prstGeom>
            <a:solidFill>
              <a:srgbClr val="008658"/>
            </a:solidFill>
            <a:ln/>
          </p:spPr>
          <p:txBody>
            <a:bodyPr/>
            <a:lstStyle/>
            <a:p>
              <a:endParaRPr lang="ar-EG" sz="3200" noProof="0" dirty="0">
                <a:latin typeface="Sakkal Majalla" panose="02000000000000000000" pitchFamily="2" charset="-78"/>
                <a:cs typeface="Sakkal Majalla" panose="02000000000000000000" pitchFamily="2" charset="-78"/>
              </a:endParaRPr>
            </a:p>
          </p:txBody>
        </p:sp>
        <p:sp>
          <p:nvSpPr>
            <p:cNvPr id="71" name="Shape 26"/>
            <p:cNvSpPr/>
            <p:nvPr/>
          </p:nvSpPr>
          <p:spPr>
            <a:xfrm>
              <a:off x="11131296" y="3925824"/>
              <a:ext cx="463296" cy="463296"/>
            </a:xfrm>
            <a:prstGeom prst="ellipse">
              <a:avLst/>
            </a:prstGeom>
            <a:solidFill>
              <a:srgbClr val="008658"/>
            </a:solidFill>
            <a:ln w="12700">
              <a:solidFill>
                <a:srgbClr val="8E4B2C"/>
              </a:solidFill>
              <a:prstDash val="solid"/>
            </a:ln>
          </p:spPr>
          <p:txBody>
            <a:bodyPr/>
            <a:lstStyle/>
            <a:p>
              <a:endParaRPr lang="ar-EG" sz="3200" noProof="0" dirty="0">
                <a:latin typeface="Sakkal Majalla" panose="02000000000000000000" pitchFamily="2" charset="-78"/>
                <a:cs typeface="Sakkal Majalla" panose="02000000000000000000" pitchFamily="2" charset="-78"/>
              </a:endParaRPr>
            </a:p>
          </p:txBody>
        </p:sp>
        <p:sp>
          <p:nvSpPr>
            <p:cNvPr id="72" name="Text 27"/>
            <p:cNvSpPr/>
            <p:nvPr/>
          </p:nvSpPr>
          <p:spPr>
            <a:xfrm>
              <a:off x="11131296" y="3938016"/>
              <a:ext cx="463296" cy="438912"/>
            </a:xfrm>
            <a:prstGeom prst="rect">
              <a:avLst/>
            </a:prstGeom>
            <a:noFill/>
            <a:ln/>
          </p:spPr>
          <p:txBody>
            <a:bodyPr wrap="square" rtlCol="0" anchor="ctr"/>
            <a:lstStyle/>
            <a:p>
              <a:pPr algn="ctr"/>
              <a:r>
                <a:rPr lang="ar-EG" sz="2000" b="1" noProof="0" dirty="0">
                  <a:solidFill>
                    <a:srgbClr val="FFFFFF"/>
                  </a:solidFill>
                  <a:latin typeface="Sakkal Majalla" panose="02000000000000000000" pitchFamily="2" charset="-78"/>
                  <a:ea typeface="Calibri" pitchFamily="34" charset="-122"/>
                  <a:cs typeface="Sakkal Majalla" panose="02000000000000000000" pitchFamily="2" charset="-78"/>
                </a:rPr>
                <a:t>4</a:t>
              </a:r>
              <a:endParaRPr lang="ar-EG" sz="2000" noProof="0" dirty="0">
                <a:latin typeface="Sakkal Majalla" panose="02000000000000000000" pitchFamily="2" charset="-78"/>
                <a:cs typeface="Sakkal Majalla" panose="02000000000000000000" pitchFamily="2" charset="-78"/>
              </a:endParaRPr>
            </a:p>
          </p:txBody>
        </p:sp>
        <p:sp>
          <p:nvSpPr>
            <p:cNvPr id="73" name="Text 28"/>
            <p:cNvSpPr/>
            <p:nvPr/>
          </p:nvSpPr>
          <p:spPr>
            <a:xfrm>
              <a:off x="8270240" y="3901440"/>
              <a:ext cx="2763520" cy="512064"/>
            </a:xfrm>
            <a:prstGeom prst="rect">
              <a:avLst/>
            </a:prstGeom>
            <a:noFill/>
            <a:ln/>
          </p:spPr>
          <p:txBody>
            <a:bodyPr wrap="square" rtlCol="0" anchor="ctr"/>
            <a:lstStyle/>
            <a:p>
              <a:pPr algn="r" rtl="1"/>
              <a:r>
                <a:rPr lang="ar-EG" sz="2000" b="1" dirty="0">
                  <a:solidFill>
                    <a:srgbClr val="008658"/>
                  </a:solidFill>
                  <a:latin typeface="Sakkal Majalla" panose="02000000000000000000" pitchFamily="2" charset="-78"/>
                  <a:cs typeface="Sakkal Majalla" panose="02000000000000000000" pitchFamily="2" charset="-78"/>
                </a:rPr>
                <a:t>إطار الإدارة الأربعي</a:t>
              </a:r>
            </a:p>
          </p:txBody>
        </p:sp>
        <p:sp>
          <p:nvSpPr>
            <p:cNvPr id="74" name="Shape 29"/>
            <p:cNvSpPr/>
            <p:nvPr/>
          </p:nvSpPr>
          <p:spPr>
            <a:xfrm>
              <a:off x="8270240" y="4450080"/>
              <a:ext cx="3373120" cy="24384"/>
            </a:xfrm>
            <a:prstGeom prst="rect">
              <a:avLst/>
            </a:prstGeom>
            <a:solidFill>
              <a:srgbClr val="E0E8E4"/>
            </a:solidFill>
            <a:ln/>
          </p:spPr>
          <p:txBody>
            <a:bodyPr/>
            <a:lstStyle/>
            <a:p>
              <a:endParaRPr lang="ar-EG" sz="3200" noProof="0" dirty="0">
                <a:latin typeface="Sakkal Majalla" panose="02000000000000000000" pitchFamily="2" charset="-78"/>
                <a:cs typeface="Sakkal Majalla" panose="02000000000000000000" pitchFamily="2" charset="-78"/>
              </a:endParaRPr>
            </a:p>
          </p:txBody>
        </p:sp>
        <p:sp>
          <p:nvSpPr>
            <p:cNvPr id="75" name="Text 30"/>
            <p:cNvSpPr/>
            <p:nvPr/>
          </p:nvSpPr>
          <p:spPr>
            <a:xfrm>
              <a:off x="8270240" y="4535424"/>
              <a:ext cx="3373120" cy="1341120"/>
            </a:xfrm>
            <a:prstGeom prst="rect">
              <a:avLst/>
            </a:prstGeom>
            <a:noFill/>
            <a:ln/>
          </p:spPr>
          <p:txBody>
            <a:bodyPr wrap="square" rtlCol="0" anchor="t"/>
            <a:lstStyle/>
            <a:p>
              <a:pPr algn="r" rtl="1"/>
              <a:r>
                <a:rPr lang="ar-EG" noProof="0" dirty="0">
                  <a:solidFill>
                    <a:srgbClr val="1C2B22"/>
                  </a:solidFill>
                  <a:latin typeface="Sakkal Majalla" panose="02000000000000000000" pitchFamily="2" charset="-78"/>
                  <a:ea typeface="Arial" pitchFamily="34" charset="-122"/>
                  <a:cs typeface="Sakkal Majalla" panose="02000000000000000000" pitchFamily="2" charset="-78"/>
                </a:rPr>
                <a:t>الإفصاح (إلزام الجميع) - التقييم (تحديد نوع التضارب) - المعالجة (تنحٍّ أو نقل صلاحية أو منع كامل) - التوثيق والمراقبة</a:t>
              </a:r>
              <a:endParaRPr lang="ar-EG" noProof="0" dirty="0">
                <a:latin typeface="Sakkal Majalla" panose="02000000000000000000" pitchFamily="2" charset="-78"/>
                <a:cs typeface="Sakkal Majalla" panose="02000000000000000000" pitchFamily="2" charset="-78"/>
              </a:endParaRPr>
            </a:p>
          </p:txBody>
        </p:sp>
        <p:sp>
          <p:nvSpPr>
            <p:cNvPr id="76" name="Shape 31"/>
            <p:cNvSpPr/>
            <p:nvPr/>
          </p:nvSpPr>
          <p:spPr>
            <a:xfrm>
              <a:off x="4287520" y="3779520"/>
              <a:ext cx="3616960" cy="225552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ar-EG" sz="3200" noProof="0" dirty="0">
                <a:latin typeface="Sakkal Majalla" panose="02000000000000000000" pitchFamily="2" charset="-78"/>
                <a:cs typeface="Sakkal Majalla" panose="02000000000000000000" pitchFamily="2" charset="-78"/>
              </a:endParaRPr>
            </a:p>
          </p:txBody>
        </p:sp>
        <p:sp>
          <p:nvSpPr>
            <p:cNvPr id="77" name="Shape 32"/>
            <p:cNvSpPr/>
            <p:nvPr/>
          </p:nvSpPr>
          <p:spPr>
            <a:xfrm>
              <a:off x="4287520" y="3779520"/>
              <a:ext cx="3616960" cy="73152"/>
            </a:xfrm>
            <a:prstGeom prst="rect">
              <a:avLst/>
            </a:prstGeom>
            <a:solidFill>
              <a:srgbClr val="008658"/>
            </a:solidFill>
            <a:ln/>
          </p:spPr>
          <p:txBody>
            <a:bodyPr/>
            <a:lstStyle/>
            <a:p>
              <a:endParaRPr lang="ar-EG" sz="3200" noProof="0" dirty="0">
                <a:latin typeface="Sakkal Majalla" panose="02000000000000000000" pitchFamily="2" charset="-78"/>
                <a:cs typeface="Sakkal Majalla" panose="02000000000000000000" pitchFamily="2" charset="-78"/>
              </a:endParaRPr>
            </a:p>
          </p:txBody>
        </p:sp>
        <p:sp>
          <p:nvSpPr>
            <p:cNvPr id="78" name="Shape 33"/>
            <p:cNvSpPr/>
            <p:nvPr/>
          </p:nvSpPr>
          <p:spPr>
            <a:xfrm>
              <a:off x="7270496" y="3925824"/>
              <a:ext cx="463296" cy="463296"/>
            </a:xfrm>
            <a:prstGeom prst="ellipse">
              <a:avLst/>
            </a:prstGeom>
            <a:solidFill>
              <a:srgbClr val="008658"/>
            </a:solidFill>
            <a:ln w="12700">
              <a:solidFill>
                <a:srgbClr val="8E4B2C"/>
              </a:solidFill>
              <a:prstDash val="solid"/>
            </a:ln>
          </p:spPr>
          <p:txBody>
            <a:bodyPr/>
            <a:lstStyle/>
            <a:p>
              <a:endParaRPr lang="ar-EG" sz="3200" noProof="0" dirty="0">
                <a:latin typeface="Sakkal Majalla" panose="02000000000000000000" pitchFamily="2" charset="-78"/>
                <a:cs typeface="Sakkal Majalla" panose="02000000000000000000" pitchFamily="2" charset="-78"/>
              </a:endParaRPr>
            </a:p>
          </p:txBody>
        </p:sp>
        <p:sp>
          <p:nvSpPr>
            <p:cNvPr id="79" name="Text 34"/>
            <p:cNvSpPr/>
            <p:nvPr/>
          </p:nvSpPr>
          <p:spPr>
            <a:xfrm>
              <a:off x="7270496" y="3938016"/>
              <a:ext cx="463296" cy="438912"/>
            </a:xfrm>
            <a:prstGeom prst="rect">
              <a:avLst/>
            </a:prstGeom>
            <a:noFill/>
            <a:ln/>
          </p:spPr>
          <p:txBody>
            <a:bodyPr wrap="square" rtlCol="0" anchor="ctr"/>
            <a:lstStyle/>
            <a:p>
              <a:pPr algn="ctr"/>
              <a:r>
                <a:rPr lang="ar-EG" sz="2000" b="1" noProof="0" dirty="0">
                  <a:solidFill>
                    <a:srgbClr val="FFFFFF"/>
                  </a:solidFill>
                  <a:latin typeface="Sakkal Majalla" panose="02000000000000000000" pitchFamily="2" charset="-78"/>
                  <a:ea typeface="Calibri" pitchFamily="34" charset="-122"/>
                  <a:cs typeface="Sakkal Majalla" panose="02000000000000000000" pitchFamily="2" charset="-78"/>
                </a:rPr>
                <a:t>5</a:t>
              </a:r>
              <a:endParaRPr lang="ar-EG" sz="2000" noProof="0" dirty="0">
                <a:latin typeface="Sakkal Majalla" panose="02000000000000000000" pitchFamily="2" charset="-78"/>
                <a:cs typeface="Sakkal Majalla" panose="02000000000000000000" pitchFamily="2" charset="-78"/>
              </a:endParaRPr>
            </a:p>
          </p:txBody>
        </p:sp>
        <p:sp>
          <p:nvSpPr>
            <p:cNvPr id="80" name="Text 35"/>
            <p:cNvSpPr/>
            <p:nvPr/>
          </p:nvSpPr>
          <p:spPr>
            <a:xfrm>
              <a:off x="4409440" y="3901440"/>
              <a:ext cx="2763520" cy="512064"/>
            </a:xfrm>
            <a:prstGeom prst="rect">
              <a:avLst/>
            </a:prstGeom>
            <a:noFill/>
            <a:ln/>
          </p:spPr>
          <p:txBody>
            <a:bodyPr wrap="square" rtlCol="0" anchor="ctr"/>
            <a:lstStyle/>
            <a:p>
              <a:pPr algn="r" rtl="1"/>
              <a:r>
                <a:rPr lang="ar-EG" sz="2000" b="1" dirty="0">
                  <a:solidFill>
                    <a:srgbClr val="008658"/>
                  </a:solidFill>
                  <a:latin typeface="Sakkal Majalla" panose="02000000000000000000" pitchFamily="2" charset="-78"/>
                  <a:cs typeface="Sakkal Majalla" panose="02000000000000000000" pitchFamily="2" charset="-78"/>
                </a:rPr>
                <a:t>النزاهة المؤسسية</a:t>
              </a:r>
            </a:p>
          </p:txBody>
        </p:sp>
        <p:sp>
          <p:nvSpPr>
            <p:cNvPr id="81" name="Shape 36"/>
            <p:cNvSpPr/>
            <p:nvPr/>
          </p:nvSpPr>
          <p:spPr>
            <a:xfrm>
              <a:off x="4409440" y="4450080"/>
              <a:ext cx="3373120" cy="24384"/>
            </a:xfrm>
            <a:prstGeom prst="rect">
              <a:avLst/>
            </a:prstGeom>
            <a:solidFill>
              <a:srgbClr val="E0E8E4"/>
            </a:solidFill>
            <a:ln/>
          </p:spPr>
          <p:txBody>
            <a:bodyPr/>
            <a:lstStyle/>
            <a:p>
              <a:endParaRPr lang="ar-EG" sz="3200" noProof="0" dirty="0">
                <a:latin typeface="Sakkal Majalla" panose="02000000000000000000" pitchFamily="2" charset="-78"/>
                <a:cs typeface="Sakkal Majalla" panose="02000000000000000000" pitchFamily="2" charset="-78"/>
              </a:endParaRPr>
            </a:p>
          </p:txBody>
        </p:sp>
        <p:sp>
          <p:nvSpPr>
            <p:cNvPr id="82" name="Text 37"/>
            <p:cNvSpPr/>
            <p:nvPr/>
          </p:nvSpPr>
          <p:spPr>
            <a:xfrm>
              <a:off x="4409440" y="4535424"/>
              <a:ext cx="3373120" cy="1341120"/>
            </a:xfrm>
            <a:prstGeom prst="rect">
              <a:avLst/>
            </a:prstGeom>
            <a:noFill/>
            <a:ln/>
          </p:spPr>
          <p:txBody>
            <a:bodyPr wrap="square" rtlCol="0" anchor="t"/>
            <a:lstStyle/>
            <a:p>
              <a:pPr algn="r" rtl="1"/>
              <a:r>
                <a:rPr lang="ar-EG" noProof="0" dirty="0">
                  <a:solidFill>
                    <a:srgbClr val="1C2B22"/>
                  </a:solidFill>
                  <a:latin typeface="Sakkal Majalla" panose="02000000000000000000" pitchFamily="2" charset="-78"/>
                  <a:ea typeface="Arial" pitchFamily="34" charset="-122"/>
                  <a:cs typeface="Sakkal Majalla" panose="02000000000000000000" pitchFamily="2" charset="-78"/>
                </a:rPr>
                <a:t>سلوك مؤسسي مستمر يبدأ من الأعلى – Tone at the Top – مكوناتها: القيادة النموذجية، السياسات، قنوات الإبلاغ الآمنة، التوعية، الرقابة الداخلية</a:t>
              </a:r>
              <a:endParaRPr lang="ar-EG" noProof="0" dirty="0">
                <a:latin typeface="Sakkal Majalla" panose="02000000000000000000" pitchFamily="2" charset="-78"/>
                <a:cs typeface="Sakkal Majalla" panose="02000000000000000000" pitchFamily="2" charset="-78"/>
              </a:endParaRPr>
            </a:p>
          </p:txBody>
        </p:sp>
        <p:sp>
          <p:nvSpPr>
            <p:cNvPr id="83" name="Shape 38"/>
            <p:cNvSpPr/>
            <p:nvPr/>
          </p:nvSpPr>
          <p:spPr>
            <a:xfrm>
              <a:off x="426720" y="3779520"/>
              <a:ext cx="3616960" cy="225552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ar-EG" sz="3200" noProof="0" dirty="0">
                <a:latin typeface="Sakkal Majalla" panose="02000000000000000000" pitchFamily="2" charset="-78"/>
                <a:cs typeface="Sakkal Majalla" panose="02000000000000000000" pitchFamily="2" charset="-78"/>
              </a:endParaRPr>
            </a:p>
          </p:txBody>
        </p:sp>
        <p:sp>
          <p:nvSpPr>
            <p:cNvPr id="84" name="Shape 39"/>
            <p:cNvSpPr/>
            <p:nvPr/>
          </p:nvSpPr>
          <p:spPr>
            <a:xfrm>
              <a:off x="426720" y="3779520"/>
              <a:ext cx="3616960" cy="73152"/>
            </a:xfrm>
            <a:prstGeom prst="rect">
              <a:avLst/>
            </a:prstGeom>
            <a:solidFill>
              <a:srgbClr val="008658"/>
            </a:solidFill>
            <a:ln/>
          </p:spPr>
          <p:txBody>
            <a:bodyPr/>
            <a:lstStyle/>
            <a:p>
              <a:endParaRPr lang="ar-EG" sz="3200" noProof="0" dirty="0">
                <a:latin typeface="Sakkal Majalla" panose="02000000000000000000" pitchFamily="2" charset="-78"/>
                <a:cs typeface="Sakkal Majalla" panose="02000000000000000000" pitchFamily="2" charset="-78"/>
              </a:endParaRPr>
            </a:p>
          </p:txBody>
        </p:sp>
        <p:sp>
          <p:nvSpPr>
            <p:cNvPr id="85" name="Shape 40"/>
            <p:cNvSpPr/>
            <p:nvPr/>
          </p:nvSpPr>
          <p:spPr>
            <a:xfrm>
              <a:off x="3409696" y="3925824"/>
              <a:ext cx="463296" cy="463296"/>
            </a:xfrm>
            <a:prstGeom prst="ellipse">
              <a:avLst/>
            </a:prstGeom>
            <a:solidFill>
              <a:srgbClr val="008658"/>
            </a:solidFill>
            <a:ln w="12700">
              <a:solidFill>
                <a:srgbClr val="8E4B2C"/>
              </a:solidFill>
              <a:prstDash val="solid"/>
            </a:ln>
          </p:spPr>
          <p:txBody>
            <a:bodyPr/>
            <a:lstStyle/>
            <a:p>
              <a:endParaRPr lang="ar-EG" sz="3200" noProof="0" dirty="0">
                <a:latin typeface="Sakkal Majalla" panose="02000000000000000000" pitchFamily="2" charset="-78"/>
                <a:cs typeface="Sakkal Majalla" panose="02000000000000000000" pitchFamily="2" charset="-78"/>
              </a:endParaRPr>
            </a:p>
          </p:txBody>
        </p:sp>
        <p:sp>
          <p:nvSpPr>
            <p:cNvPr id="86" name="Text 41"/>
            <p:cNvSpPr/>
            <p:nvPr/>
          </p:nvSpPr>
          <p:spPr>
            <a:xfrm>
              <a:off x="3409696" y="3938016"/>
              <a:ext cx="463296" cy="438912"/>
            </a:xfrm>
            <a:prstGeom prst="rect">
              <a:avLst/>
            </a:prstGeom>
            <a:noFill/>
            <a:ln/>
          </p:spPr>
          <p:txBody>
            <a:bodyPr wrap="square" rtlCol="0" anchor="ctr"/>
            <a:lstStyle/>
            <a:p>
              <a:pPr algn="ctr"/>
              <a:r>
                <a:rPr lang="ar-EG" sz="2000" b="1" noProof="0" dirty="0">
                  <a:solidFill>
                    <a:srgbClr val="FFFFFF"/>
                  </a:solidFill>
                  <a:latin typeface="Sakkal Majalla" panose="02000000000000000000" pitchFamily="2" charset="-78"/>
                  <a:ea typeface="Calibri" pitchFamily="34" charset="-122"/>
                  <a:cs typeface="Sakkal Majalla" panose="02000000000000000000" pitchFamily="2" charset="-78"/>
                </a:rPr>
                <a:t>6</a:t>
              </a:r>
              <a:endParaRPr lang="ar-EG" sz="2000" noProof="0" dirty="0">
                <a:latin typeface="Sakkal Majalla" panose="02000000000000000000" pitchFamily="2" charset="-78"/>
                <a:cs typeface="Sakkal Majalla" panose="02000000000000000000" pitchFamily="2" charset="-78"/>
              </a:endParaRPr>
            </a:p>
          </p:txBody>
        </p:sp>
        <p:sp>
          <p:nvSpPr>
            <p:cNvPr id="87" name="Text 42"/>
            <p:cNvSpPr/>
            <p:nvPr/>
          </p:nvSpPr>
          <p:spPr>
            <a:xfrm>
              <a:off x="548640" y="3901440"/>
              <a:ext cx="2763520" cy="512064"/>
            </a:xfrm>
            <a:prstGeom prst="rect">
              <a:avLst/>
            </a:prstGeom>
            <a:noFill/>
            <a:ln/>
          </p:spPr>
          <p:txBody>
            <a:bodyPr wrap="square" rtlCol="0" anchor="ctr"/>
            <a:lstStyle/>
            <a:p>
              <a:pPr algn="r" rtl="1"/>
              <a:r>
                <a:rPr lang="ar-EG" sz="2000" b="1" dirty="0">
                  <a:solidFill>
                    <a:srgbClr val="008658"/>
                  </a:solidFill>
                  <a:latin typeface="Sakkal Majalla" panose="02000000000000000000" pitchFamily="2" charset="-78"/>
                  <a:cs typeface="Sakkal Majalla" panose="02000000000000000000" pitchFamily="2" charset="-78"/>
                </a:rPr>
                <a:t>أمثلة في القطاع الصحي</a:t>
              </a:r>
            </a:p>
          </p:txBody>
        </p:sp>
        <p:sp>
          <p:nvSpPr>
            <p:cNvPr id="88" name="Shape 43"/>
            <p:cNvSpPr/>
            <p:nvPr/>
          </p:nvSpPr>
          <p:spPr>
            <a:xfrm>
              <a:off x="548640" y="4450080"/>
              <a:ext cx="3373120" cy="24384"/>
            </a:xfrm>
            <a:prstGeom prst="rect">
              <a:avLst/>
            </a:prstGeom>
            <a:solidFill>
              <a:srgbClr val="E0E8E4"/>
            </a:solidFill>
            <a:ln/>
          </p:spPr>
          <p:txBody>
            <a:bodyPr/>
            <a:lstStyle/>
            <a:p>
              <a:endParaRPr lang="ar-EG" sz="3200" noProof="0" dirty="0">
                <a:latin typeface="Sakkal Majalla" panose="02000000000000000000" pitchFamily="2" charset="-78"/>
                <a:cs typeface="Sakkal Majalla" panose="02000000000000000000" pitchFamily="2" charset="-78"/>
              </a:endParaRPr>
            </a:p>
          </p:txBody>
        </p:sp>
        <p:sp>
          <p:nvSpPr>
            <p:cNvPr id="89" name="Text 44"/>
            <p:cNvSpPr/>
            <p:nvPr/>
          </p:nvSpPr>
          <p:spPr>
            <a:xfrm>
              <a:off x="548640" y="4535424"/>
              <a:ext cx="3373120" cy="1341120"/>
            </a:xfrm>
            <a:prstGeom prst="rect">
              <a:avLst/>
            </a:prstGeom>
            <a:noFill/>
            <a:ln/>
          </p:spPr>
          <p:txBody>
            <a:bodyPr wrap="square" rtlCol="0" anchor="t"/>
            <a:lstStyle/>
            <a:p>
              <a:pPr algn="r" rtl="1"/>
              <a:r>
                <a:rPr lang="ar-EG" noProof="0" dirty="0">
                  <a:solidFill>
                    <a:srgbClr val="1C2B22"/>
                  </a:solidFill>
                  <a:latin typeface="Sakkal Majalla" panose="02000000000000000000" pitchFamily="2" charset="-78"/>
                  <a:ea typeface="Arial" pitchFamily="34" charset="-122"/>
                  <a:cs typeface="Sakkal Majalla" panose="02000000000000000000" pitchFamily="2" charset="-78"/>
                </a:rPr>
                <a:t>عضو لجنة الشراء له مصلحة مع مورّد - إفصاح + استبعاد </a:t>
              </a:r>
            </a:p>
            <a:p>
              <a:pPr algn="r" rtl="1"/>
              <a:r>
                <a:rPr lang="ar-EG" noProof="0" dirty="0">
                  <a:solidFill>
                    <a:srgbClr val="1C2B22"/>
                  </a:solidFill>
                  <a:latin typeface="Sakkal Majalla" panose="02000000000000000000" pitchFamily="2" charset="-78"/>
                  <a:ea typeface="Arial" pitchFamily="34" charset="-122"/>
                  <a:cs typeface="Sakkal Majalla" panose="02000000000000000000" pitchFamily="2" charset="-78"/>
                </a:rPr>
                <a:t>طبيب يُحيل لجهة خاصة لديه فيها مصلحة - إشراف لجنة الأخلاقيات</a:t>
              </a:r>
              <a:endParaRPr lang="ar-EG" noProof="0" dirty="0">
                <a:latin typeface="Sakkal Majalla" panose="02000000000000000000" pitchFamily="2" charset="-78"/>
                <a:cs typeface="Sakkal Majalla" panose="02000000000000000000" pitchFamily="2" charset="-78"/>
              </a:endParaRPr>
            </a:p>
          </p:txBody>
        </p:sp>
      </p:grpSp>
    </p:spTree>
    <p:extLst>
      <p:ext uri="{BB962C8B-B14F-4D97-AF65-F5344CB8AC3E}">
        <p14:creationId xmlns:p14="http://schemas.microsoft.com/office/powerpoint/2010/main" val="2938621721"/>
      </p:ext>
    </p:extLst>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540EB8-9C3D-3803-FFE8-0249081D39B7}"/>
            </a:ext>
          </a:extLst>
        </p:cNvPr>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DFE4CBDA-9FC9-A897-CD8E-7623E89EF14F}"/>
              </a:ext>
            </a:extLst>
          </p:cNvPr>
          <p:cNvGraphicFramePr>
            <a:graphicFrameLocks noChangeAspect="1"/>
          </p:cNvGraphicFramePr>
          <p:nvPr>
            <p:custDataLst>
              <p:tags r:id="rId1"/>
            </p:custDataLst>
          </p:nvPr>
        </p:nvGraphicFramePr>
        <p:xfrm>
          <a:off x="11163" y="1489"/>
          <a:ext cx="1489" cy="1489"/>
        </p:xfrm>
        <a:graphic>
          <a:graphicData uri="http://schemas.openxmlformats.org/presentationml/2006/ole">
            <mc:AlternateContent xmlns:mc="http://schemas.openxmlformats.org/markup-compatibility/2006">
              <mc:Choice xmlns:v="urn:schemas-microsoft-com:vml" Requires="v">
                <p:oleObj name="think-cell Slide" r:id="rId4" imgW="395" imgH="396" progId="TCLayout.ActiveDocument.1">
                  <p:embed/>
                </p:oleObj>
              </mc:Choice>
              <mc:Fallback>
                <p:oleObj name="think-cell Slide" r:id="rId4" imgW="395" imgH="396" progId="TCLayout.ActiveDocument.1">
                  <p:embed/>
                  <p:pic>
                    <p:nvPicPr>
                      <p:cNvPr id="4" name="Object 3" hidden="1">
                        <a:extLst>
                          <a:ext uri="{FF2B5EF4-FFF2-40B4-BE49-F238E27FC236}">
                            <a16:creationId xmlns:a16="http://schemas.microsoft.com/office/drawing/2014/main" id="{5A1AEB51-89C4-ACEF-7780-EBD31D223EAE}"/>
                          </a:ext>
                        </a:extLst>
                      </p:cNvPr>
                      <p:cNvPicPr/>
                      <p:nvPr/>
                    </p:nvPicPr>
                    <p:blipFill>
                      <a:blip r:embed="rId5"/>
                      <a:stretch>
                        <a:fillRect/>
                      </a:stretch>
                    </p:blipFill>
                    <p:spPr>
                      <a:xfrm>
                        <a:off x="11163" y="1489"/>
                        <a:ext cx="1489" cy="1489"/>
                      </a:xfrm>
                      <a:prstGeom prst="rect">
                        <a:avLst/>
                      </a:prstGeom>
                    </p:spPr>
                  </p:pic>
                </p:oleObj>
              </mc:Fallback>
            </mc:AlternateContent>
          </a:graphicData>
        </a:graphic>
      </p:graphicFrame>
      <p:sp>
        <p:nvSpPr>
          <p:cNvPr id="2" name="Text Placeholder 1">
            <a:extLst>
              <a:ext uri="{FF2B5EF4-FFF2-40B4-BE49-F238E27FC236}">
                <a16:creationId xmlns:a16="http://schemas.microsoft.com/office/drawing/2014/main" id="{48145EEC-5559-FEBF-FF0E-ECCDABC58015}"/>
              </a:ext>
            </a:extLst>
          </p:cNvPr>
          <p:cNvSpPr txBox="1">
            <a:spLocks/>
          </p:cNvSpPr>
          <p:nvPr/>
        </p:nvSpPr>
        <p:spPr>
          <a:xfrm>
            <a:off x="5495081" y="159153"/>
            <a:ext cx="6389688" cy="523220"/>
          </a:xfrm>
          <a:prstGeom prst="rect">
            <a:avLst/>
          </a:prstGeom>
        </p:spPr>
        <p:txBody>
          <a:bodyPr vert="horz" lIns="91440" tIns="45720" rIns="91440" bIns="45720" rtlCol="0">
            <a:spAutoFit/>
          </a:bodyPr>
          <a:lstStyle>
            <a:lvl1pPr marL="0" indent="0" algn="r" defTabSz="685800" rtl="1" eaLnBrk="1" latinLnBrk="0" hangingPunct="1">
              <a:lnSpc>
                <a:spcPct val="100000"/>
              </a:lnSpc>
              <a:spcBef>
                <a:spcPts val="750"/>
              </a:spcBef>
              <a:buFont typeface="Arial" panose="020B0604020202020204" pitchFamily="34" charset="0"/>
              <a:buNone/>
              <a:defRPr sz="2000" b="1" kern="1200">
                <a:solidFill>
                  <a:schemeClr val="accent3"/>
                </a:solidFill>
                <a:latin typeface="+mn-lt"/>
                <a:ea typeface="+mn-ea"/>
                <a:cs typeface="+mj-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defRPr/>
            </a:pPr>
            <a:r>
              <a:rPr lang="ar-EG" sz="2800" dirty="0">
                <a:solidFill>
                  <a:srgbClr val="008658"/>
                </a:solidFill>
                <a:latin typeface="Calibri" pitchFamily="34" charset="0"/>
                <a:cs typeface="Calibri" pitchFamily="34" charset="-120"/>
              </a:rPr>
              <a:t>نشاط: سيناريوهات تضارب المصالح</a:t>
            </a:r>
          </a:p>
        </p:txBody>
      </p:sp>
      <p:grpSp>
        <p:nvGrpSpPr>
          <p:cNvPr id="3" name="Group 2">
            <a:extLst>
              <a:ext uri="{FF2B5EF4-FFF2-40B4-BE49-F238E27FC236}">
                <a16:creationId xmlns:a16="http://schemas.microsoft.com/office/drawing/2014/main" id="{96791DF1-8298-FF26-C511-496B2EDA98CE}"/>
              </a:ext>
            </a:extLst>
          </p:cNvPr>
          <p:cNvGrpSpPr/>
          <p:nvPr/>
        </p:nvGrpSpPr>
        <p:grpSpPr>
          <a:xfrm>
            <a:off x="365760" y="1330958"/>
            <a:ext cx="11460480" cy="4608576"/>
            <a:chOff x="365760" y="1280160"/>
            <a:chExt cx="11460480" cy="4608576"/>
          </a:xfrm>
        </p:grpSpPr>
        <p:sp>
          <p:nvSpPr>
            <p:cNvPr id="5" name="Shape 3"/>
            <p:cNvSpPr/>
            <p:nvPr/>
          </p:nvSpPr>
          <p:spPr>
            <a:xfrm>
              <a:off x="6205728" y="1280160"/>
              <a:ext cx="5620512" cy="2218944"/>
            </a:xfrm>
            <a:prstGeom prst="rect">
              <a:avLst/>
            </a:prstGeom>
            <a:solidFill>
              <a:srgbClr val="FFFFFF"/>
            </a:solidFill>
            <a:ln/>
            <a:effectLst>
              <a:outerShdw blurRad="63500" dist="25400" dir="8100000" algn="bl" rotWithShape="0">
                <a:srgbClr val="000000">
                  <a:alpha val="10000"/>
                </a:srgbClr>
              </a:outerShdw>
            </a:effectLst>
          </p:spPr>
          <p:txBody>
            <a:bodyPr/>
            <a:lstStyle/>
            <a:p>
              <a:endParaRPr lang="ar-EG" sz="3200" noProof="0" dirty="0">
                <a:latin typeface="Sakkal Majalla" panose="02000000000000000000" pitchFamily="2" charset="-78"/>
                <a:cs typeface="Sakkal Majalla" panose="02000000000000000000" pitchFamily="2" charset="-78"/>
              </a:endParaRPr>
            </a:p>
          </p:txBody>
        </p:sp>
        <p:sp>
          <p:nvSpPr>
            <p:cNvPr id="6" name="Shape 4"/>
            <p:cNvSpPr/>
            <p:nvPr/>
          </p:nvSpPr>
          <p:spPr>
            <a:xfrm>
              <a:off x="6205728" y="1280160"/>
              <a:ext cx="5620512" cy="85344"/>
            </a:xfrm>
            <a:prstGeom prst="rect">
              <a:avLst/>
            </a:prstGeom>
            <a:solidFill>
              <a:srgbClr val="B8963E"/>
            </a:solidFill>
            <a:ln/>
          </p:spPr>
          <p:txBody>
            <a:bodyPr/>
            <a:lstStyle/>
            <a:p>
              <a:endParaRPr lang="ar-EG" sz="3200" noProof="0" dirty="0">
                <a:latin typeface="Sakkal Majalla" panose="02000000000000000000" pitchFamily="2" charset="-78"/>
                <a:cs typeface="Sakkal Majalla" panose="02000000000000000000" pitchFamily="2" charset="-78"/>
              </a:endParaRPr>
            </a:p>
          </p:txBody>
        </p:sp>
        <p:sp>
          <p:nvSpPr>
            <p:cNvPr id="7" name="Shape 5"/>
            <p:cNvSpPr/>
            <p:nvPr/>
          </p:nvSpPr>
          <p:spPr>
            <a:xfrm>
              <a:off x="11277600" y="1402080"/>
              <a:ext cx="414528" cy="414528"/>
            </a:xfrm>
            <a:prstGeom prst="rect">
              <a:avLst/>
            </a:prstGeom>
            <a:solidFill>
              <a:srgbClr val="B8963E"/>
            </a:solidFill>
            <a:ln w="12700">
              <a:solidFill>
                <a:srgbClr val="B8963E"/>
              </a:solidFill>
              <a:prstDash val="solid"/>
            </a:ln>
          </p:spPr>
          <p:txBody>
            <a:bodyPr/>
            <a:lstStyle/>
            <a:p>
              <a:endParaRPr lang="ar-EG" sz="3200" noProof="0" dirty="0">
                <a:latin typeface="Sakkal Majalla" panose="02000000000000000000" pitchFamily="2" charset="-78"/>
                <a:cs typeface="Sakkal Majalla" panose="02000000000000000000" pitchFamily="2" charset="-78"/>
              </a:endParaRPr>
            </a:p>
          </p:txBody>
        </p:sp>
        <p:sp>
          <p:nvSpPr>
            <p:cNvPr id="8" name="Text 6"/>
            <p:cNvSpPr/>
            <p:nvPr/>
          </p:nvSpPr>
          <p:spPr>
            <a:xfrm>
              <a:off x="11277600" y="1402080"/>
              <a:ext cx="414528" cy="414528"/>
            </a:xfrm>
            <a:prstGeom prst="rect">
              <a:avLst/>
            </a:prstGeom>
            <a:noFill/>
            <a:ln/>
          </p:spPr>
          <p:txBody>
            <a:bodyPr wrap="square" rtlCol="0" anchor="ctr"/>
            <a:lstStyle/>
            <a:p>
              <a:pPr algn="ctr"/>
              <a:r>
                <a:rPr lang="ar-EG" sz="2000" b="1" noProof="0" dirty="0">
                  <a:solidFill>
                    <a:srgbClr val="FFFFFF"/>
                  </a:solidFill>
                  <a:latin typeface="Sakkal Majalla" panose="02000000000000000000" pitchFamily="2" charset="-78"/>
                  <a:ea typeface="Calibri" pitchFamily="34" charset="-122"/>
                  <a:cs typeface="Sakkal Majalla" panose="02000000000000000000" pitchFamily="2" charset="-78"/>
                </a:rPr>
                <a:t>1</a:t>
              </a:r>
              <a:endParaRPr lang="ar-EG" sz="2000" noProof="0" dirty="0">
                <a:latin typeface="Sakkal Majalla" panose="02000000000000000000" pitchFamily="2" charset="-78"/>
                <a:cs typeface="Sakkal Majalla" panose="02000000000000000000" pitchFamily="2" charset="-78"/>
              </a:endParaRPr>
            </a:p>
          </p:txBody>
        </p:sp>
        <p:sp>
          <p:nvSpPr>
            <p:cNvPr id="9" name="Text 7"/>
            <p:cNvSpPr/>
            <p:nvPr/>
          </p:nvSpPr>
          <p:spPr>
            <a:xfrm>
              <a:off x="6303264" y="1402080"/>
              <a:ext cx="4913376" cy="463296"/>
            </a:xfrm>
            <a:prstGeom prst="rect">
              <a:avLst/>
            </a:prstGeom>
            <a:noFill/>
            <a:ln/>
          </p:spPr>
          <p:txBody>
            <a:bodyPr wrap="square" rtlCol="0" anchor="ctr"/>
            <a:lstStyle/>
            <a:p>
              <a:pPr algn="r" rtl="1"/>
              <a:r>
                <a:rPr lang="ar-EG" sz="2000" b="1" noProof="0" dirty="0">
                  <a:solidFill>
                    <a:srgbClr val="154F31"/>
                  </a:solidFill>
                  <a:latin typeface="Sakkal Majalla" panose="02000000000000000000" pitchFamily="2" charset="-78"/>
                  <a:ea typeface="Arial" pitchFamily="34" charset="-122"/>
                  <a:cs typeface="Sakkal Majalla" panose="02000000000000000000" pitchFamily="2" charset="-78"/>
                </a:rPr>
                <a:t>السيناريو</a:t>
              </a:r>
              <a:endParaRPr lang="ar-EG" sz="2000" noProof="0" dirty="0">
                <a:latin typeface="Sakkal Majalla" panose="02000000000000000000" pitchFamily="2" charset="-78"/>
                <a:cs typeface="Sakkal Majalla" panose="02000000000000000000" pitchFamily="2" charset="-78"/>
              </a:endParaRPr>
            </a:p>
          </p:txBody>
        </p:sp>
        <p:sp>
          <p:nvSpPr>
            <p:cNvPr id="10" name="Shape 8"/>
            <p:cNvSpPr/>
            <p:nvPr/>
          </p:nvSpPr>
          <p:spPr>
            <a:xfrm>
              <a:off x="6303264" y="1914144"/>
              <a:ext cx="5425440" cy="24384"/>
            </a:xfrm>
            <a:prstGeom prst="rect">
              <a:avLst/>
            </a:prstGeom>
            <a:solidFill>
              <a:srgbClr val="E0E8E4"/>
            </a:solidFill>
            <a:ln/>
          </p:spPr>
          <p:txBody>
            <a:bodyPr/>
            <a:lstStyle/>
            <a:p>
              <a:endParaRPr lang="ar-EG" sz="3200" noProof="0" dirty="0">
                <a:latin typeface="Sakkal Majalla" panose="02000000000000000000" pitchFamily="2" charset="-78"/>
                <a:cs typeface="Sakkal Majalla" panose="02000000000000000000" pitchFamily="2" charset="-78"/>
              </a:endParaRPr>
            </a:p>
          </p:txBody>
        </p:sp>
        <p:sp>
          <p:nvSpPr>
            <p:cNvPr id="11" name="Text 9"/>
            <p:cNvSpPr/>
            <p:nvPr/>
          </p:nvSpPr>
          <p:spPr>
            <a:xfrm>
              <a:off x="6303264" y="1987296"/>
              <a:ext cx="5425440" cy="1365504"/>
            </a:xfrm>
            <a:prstGeom prst="rect">
              <a:avLst/>
            </a:prstGeom>
            <a:noFill/>
            <a:ln/>
          </p:spPr>
          <p:txBody>
            <a:bodyPr wrap="square" rtlCol="0" anchor="t"/>
            <a:lstStyle/>
            <a:p>
              <a:pPr algn="r" rtl="1"/>
              <a:r>
                <a:rPr lang="ar-EG" noProof="0" dirty="0">
                  <a:solidFill>
                    <a:srgbClr val="1C2B22"/>
                  </a:solidFill>
                  <a:latin typeface="Sakkal Majalla" panose="02000000000000000000" pitchFamily="2" charset="-78"/>
                  <a:ea typeface="Arial" pitchFamily="34" charset="-122"/>
                  <a:cs typeface="Sakkal Majalla" panose="02000000000000000000" pitchFamily="2" charset="-78"/>
                </a:rPr>
                <a:t>موظف في لجنة شراء أجهزة طبية لديه أسهم أو مصلحة تجارية مع إحدى الشركات المتنافسة</a:t>
              </a:r>
              <a:endParaRPr lang="ar-EG" noProof="0" dirty="0">
                <a:latin typeface="Sakkal Majalla" panose="02000000000000000000" pitchFamily="2" charset="-78"/>
                <a:cs typeface="Sakkal Majalla" panose="02000000000000000000" pitchFamily="2" charset="-78"/>
              </a:endParaRPr>
            </a:p>
          </p:txBody>
        </p:sp>
        <p:sp>
          <p:nvSpPr>
            <p:cNvPr id="12" name="Shape 10"/>
            <p:cNvSpPr/>
            <p:nvPr/>
          </p:nvSpPr>
          <p:spPr>
            <a:xfrm>
              <a:off x="365760" y="1280160"/>
              <a:ext cx="5620512" cy="2218944"/>
            </a:xfrm>
            <a:prstGeom prst="rect">
              <a:avLst/>
            </a:prstGeom>
            <a:solidFill>
              <a:srgbClr val="FFFFFF"/>
            </a:solidFill>
            <a:ln/>
            <a:effectLst>
              <a:outerShdw blurRad="63500" dist="25400" dir="8100000" algn="bl" rotWithShape="0">
                <a:srgbClr val="000000">
                  <a:alpha val="10000"/>
                </a:srgbClr>
              </a:outerShdw>
            </a:effectLst>
          </p:spPr>
          <p:txBody>
            <a:bodyPr/>
            <a:lstStyle/>
            <a:p>
              <a:endParaRPr lang="ar-EG" sz="3200" noProof="0" dirty="0">
                <a:latin typeface="Sakkal Majalla" panose="02000000000000000000" pitchFamily="2" charset="-78"/>
                <a:cs typeface="Sakkal Majalla" panose="02000000000000000000" pitchFamily="2" charset="-78"/>
              </a:endParaRPr>
            </a:p>
          </p:txBody>
        </p:sp>
        <p:sp>
          <p:nvSpPr>
            <p:cNvPr id="13" name="Shape 11"/>
            <p:cNvSpPr/>
            <p:nvPr/>
          </p:nvSpPr>
          <p:spPr>
            <a:xfrm>
              <a:off x="365760" y="1280160"/>
              <a:ext cx="5620512" cy="85344"/>
            </a:xfrm>
            <a:prstGeom prst="rect">
              <a:avLst/>
            </a:prstGeom>
            <a:solidFill>
              <a:srgbClr val="B8963E"/>
            </a:solidFill>
            <a:ln/>
          </p:spPr>
          <p:txBody>
            <a:bodyPr/>
            <a:lstStyle/>
            <a:p>
              <a:endParaRPr lang="ar-EG" sz="3200" noProof="0" dirty="0">
                <a:latin typeface="Sakkal Majalla" panose="02000000000000000000" pitchFamily="2" charset="-78"/>
                <a:cs typeface="Sakkal Majalla" panose="02000000000000000000" pitchFamily="2" charset="-78"/>
              </a:endParaRPr>
            </a:p>
          </p:txBody>
        </p:sp>
        <p:sp>
          <p:nvSpPr>
            <p:cNvPr id="14" name="Shape 12"/>
            <p:cNvSpPr/>
            <p:nvPr/>
          </p:nvSpPr>
          <p:spPr>
            <a:xfrm>
              <a:off x="5437632" y="1402080"/>
              <a:ext cx="414528" cy="414528"/>
            </a:xfrm>
            <a:prstGeom prst="rect">
              <a:avLst/>
            </a:prstGeom>
            <a:solidFill>
              <a:srgbClr val="B8963E"/>
            </a:solidFill>
            <a:ln w="12700">
              <a:solidFill>
                <a:srgbClr val="B8963E"/>
              </a:solidFill>
              <a:prstDash val="solid"/>
            </a:ln>
          </p:spPr>
          <p:txBody>
            <a:bodyPr/>
            <a:lstStyle/>
            <a:p>
              <a:endParaRPr lang="ar-EG" sz="3200" noProof="0" dirty="0">
                <a:latin typeface="Sakkal Majalla" panose="02000000000000000000" pitchFamily="2" charset="-78"/>
                <a:cs typeface="Sakkal Majalla" panose="02000000000000000000" pitchFamily="2" charset="-78"/>
              </a:endParaRPr>
            </a:p>
          </p:txBody>
        </p:sp>
        <p:sp>
          <p:nvSpPr>
            <p:cNvPr id="15" name="Text 13"/>
            <p:cNvSpPr/>
            <p:nvPr/>
          </p:nvSpPr>
          <p:spPr>
            <a:xfrm>
              <a:off x="5437632" y="1402080"/>
              <a:ext cx="414528" cy="414528"/>
            </a:xfrm>
            <a:prstGeom prst="rect">
              <a:avLst/>
            </a:prstGeom>
            <a:noFill/>
            <a:ln/>
          </p:spPr>
          <p:txBody>
            <a:bodyPr wrap="square" rtlCol="0" anchor="ctr"/>
            <a:lstStyle/>
            <a:p>
              <a:pPr algn="ctr"/>
              <a:r>
                <a:rPr lang="ar-EG" sz="2000" b="1" noProof="0" dirty="0">
                  <a:solidFill>
                    <a:srgbClr val="FFFFFF"/>
                  </a:solidFill>
                  <a:latin typeface="Sakkal Majalla" panose="02000000000000000000" pitchFamily="2" charset="-78"/>
                  <a:ea typeface="Calibri" pitchFamily="34" charset="-122"/>
                  <a:cs typeface="Sakkal Majalla" panose="02000000000000000000" pitchFamily="2" charset="-78"/>
                </a:rPr>
                <a:t>2</a:t>
              </a:r>
              <a:endParaRPr lang="ar-EG" sz="2000" noProof="0" dirty="0">
                <a:latin typeface="Sakkal Majalla" panose="02000000000000000000" pitchFamily="2" charset="-78"/>
                <a:cs typeface="Sakkal Majalla" panose="02000000000000000000" pitchFamily="2" charset="-78"/>
              </a:endParaRPr>
            </a:p>
          </p:txBody>
        </p:sp>
        <p:sp>
          <p:nvSpPr>
            <p:cNvPr id="16" name="Text 14"/>
            <p:cNvSpPr/>
            <p:nvPr/>
          </p:nvSpPr>
          <p:spPr>
            <a:xfrm>
              <a:off x="463296" y="1402080"/>
              <a:ext cx="4913376" cy="463296"/>
            </a:xfrm>
            <a:prstGeom prst="rect">
              <a:avLst/>
            </a:prstGeom>
            <a:noFill/>
            <a:ln/>
          </p:spPr>
          <p:txBody>
            <a:bodyPr wrap="square" rtlCol="0" anchor="ctr"/>
            <a:lstStyle/>
            <a:p>
              <a:pPr algn="r" rtl="1"/>
              <a:r>
                <a:rPr lang="ar-EG" sz="2000" b="1" noProof="0" dirty="0">
                  <a:solidFill>
                    <a:srgbClr val="154F31"/>
                  </a:solidFill>
                  <a:latin typeface="Sakkal Majalla" panose="02000000000000000000" pitchFamily="2" charset="-78"/>
                  <a:ea typeface="Arial" pitchFamily="34" charset="-122"/>
                  <a:cs typeface="Sakkal Majalla" panose="02000000000000000000" pitchFamily="2" charset="-78"/>
                </a:rPr>
                <a:t>تحديد المخالفة</a:t>
              </a:r>
              <a:endParaRPr lang="ar-EG" sz="2000" noProof="0" dirty="0">
                <a:latin typeface="Sakkal Majalla" panose="02000000000000000000" pitchFamily="2" charset="-78"/>
                <a:cs typeface="Sakkal Majalla" panose="02000000000000000000" pitchFamily="2" charset="-78"/>
              </a:endParaRPr>
            </a:p>
          </p:txBody>
        </p:sp>
        <p:sp>
          <p:nvSpPr>
            <p:cNvPr id="17" name="Shape 15"/>
            <p:cNvSpPr/>
            <p:nvPr/>
          </p:nvSpPr>
          <p:spPr>
            <a:xfrm>
              <a:off x="463296" y="1914144"/>
              <a:ext cx="5425440" cy="24384"/>
            </a:xfrm>
            <a:prstGeom prst="rect">
              <a:avLst/>
            </a:prstGeom>
            <a:solidFill>
              <a:srgbClr val="E0E8E4"/>
            </a:solidFill>
            <a:ln/>
          </p:spPr>
          <p:txBody>
            <a:bodyPr/>
            <a:lstStyle/>
            <a:p>
              <a:endParaRPr lang="ar-EG" sz="3200" noProof="0" dirty="0">
                <a:latin typeface="Sakkal Majalla" panose="02000000000000000000" pitchFamily="2" charset="-78"/>
                <a:cs typeface="Sakkal Majalla" panose="02000000000000000000" pitchFamily="2" charset="-78"/>
              </a:endParaRPr>
            </a:p>
          </p:txBody>
        </p:sp>
        <p:sp>
          <p:nvSpPr>
            <p:cNvPr id="18" name="Text 16"/>
            <p:cNvSpPr/>
            <p:nvPr/>
          </p:nvSpPr>
          <p:spPr>
            <a:xfrm>
              <a:off x="463296" y="1987296"/>
              <a:ext cx="5425440" cy="1365504"/>
            </a:xfrm>
            <a:prstGeom prst="rect">
              <a:avLst/>
            </a:prstGeom>
            <a:noFill/>
            <a:ln/>
          </p:spPr>
          <p:txBody>
            <a:bodyPr wrap="square" rtlCol="0" anchor="t"/>
            <a:lstStyle/>
            <a:p>
              <a:pPr algn="r" rtl="1"/>
              <a:r>
                <a:rPr lang="ar-EG" noProof="0" dirty="0">
                  <a:solidFill>
                    <a:srgbClr val="1C2B22"/>
                  </a:solidFill>
                  <a:latin typeface="Sakkal Majalla" panose="02000000000000000000" pitchFamily="2" charset="-78"/>
                  <a:ea typeface="Arial" pitchFamily="34" charset="-122"/>
                  <a:cs typeface="Sakkal Majalla" panose="02000000000000000000" pitchFamily="2" charset="-78"/>
                </a:rPr>
                <a:t>هل هو تضارب فعلي (حالي) أم محتمل (مستقبلي)؟ تضارب مصالح / إخلال بالحياد / استغلال نفوذ</a:t>
              </a:r>
              <a:endParaRPr lang="ar-EG" noProof="0" dirty="0">
                <a:latin typeface="Sakkal Majalla" panose="02000000000000000000" pitchFamily="2" charset="-78"/>
                <a:cs typeface="Sakkal Majalla" panose="02000000000000000000" pitchFamily="2" charset="-78"/>
              </a:endParaRPr>
            </a:p>
          </p:txBody>
        </p:sp>
        <p:sp>
          <p:nvSpPr>
            <p:cNvPr id="19" name="Shape 17"/>
            <p:cNvSpPr/>
            <p:nvPr/>
          </p:nvSpPr>
          <p:spPr>
            <a:xfrm>
              <a:off x="6205728" y="3669792"/>
              <a:ext cx="5620512" cy="2218944"/>
            </a:xfrm>
            <a:prstGeom prst="rect">
              <a:avLst/>
            </a:prstGeom>
            <a:solidFill>
              <a:srgbClr val="FFFFFF"/>
            </a:solidFill>
            <a:ln/>
            <a:effectLst>
              <a:outerShdw blurRad="63500" dist="25400" dir="8100000" algn="bl" rotWithShape="0">
                <a:srgbClr val="000000">
                  <a:alpha val="10000"/>
                </a:srgbClr>
              </a:outerShdw>
            </a:effectLst>
          </p:spPr>
          <p:txBody>
            <a:bodyPr/>
            <a:lstStyle/>
            <a:p>
              <a:endParaRPr lang="ar-EG" sz="3200" noProof="0" dirty="0">
                <a:latin typeface="Sakkal Majalla" panose="02000000000000000000" pitchFamily="2" charset="-78"/>
                <a:cs typeface="Sakkal Majalla" panose="02000000000000000000" pitchFamily="2" charset="-78"/>
              </a:endParaRPr>
            </a:p>
          </p:txBody>
        </p:sp>
        <p:sp>
          <p:nvSpPr>
            <p:cNvPr id="20" name="Shape 18"/>
            <p:cNvSpPr/>
            <p:nvPr/>
          </p:nvSpPr>
          <p:spPr>
            <a:xfrm>
              <a:off x="6205728" y="3669792"/>
              <a:ext cx="5620512" cy="85344"/>
            </a:xfrm>
            <a:prstGeom prst="rect">
              <a:avLst/>
            </a:prstGeom>
            <a:solidFill>
              <a:srgbClr val="B8963E"/>
            </a:solidFill>
            <a:ln/>
          </p:spPr>
          <p:txBody>
            <a:bodyPr/>
            <a:lstStyle/>
            <a:p>
              <a:endParaRPr lang="ar-EG" sz="3200" noProof="0" dirty="0">
                <a:latin typeface="Sakkal Majalla" panose="02000000000000000000" pitchFamily="2" charset="-78"/>
                <a:cs typeface="Sakkal Majalla" panose="02000000000000000000" pitchFamily="2" charset="-78"/>
              </a:endParaRPr>
            </a:p>
          </p:txBody>
        </p:sp>
        <p:sp>
          <p:nvSpPr>
            <p:cNvPr id="21" name="Shape 19"/>
            <p:cNvSpPr/>
            <p:nvPr/>
          </p:nvSpPr>
          <p:spPr>
            <a:xfrm>
              <a:off x="11277600" y="3791712"/>
              <a:ext cx="414528" cy="414528"/>
            </a:xfrm>
            <a:prstGeom prst="rect">
              <a:avLst/>
            </a:prstGeom>
            <a:solidFill>
              <a:srgbClr val="B8963E"/>
            </a:solidFill>
            <a:ln w="12700">
              <a:solidFill>
                <a:srgbClr val="B8963E"/>
              </a:solidFill>
              <a:prstDash val="solid"/>
            </a:ln>
          </p:spPr>
          <p:txBody>
            <a:bodyPr/>
            <a:lstStyle/>
            <a:p>
              <a:endParaRPr lang="ar-EG" sz="3200" noProof="0" dirty="0">
                <a:latin typeface="Sakkal Majalla" panose="02000000000000000000" pitchFamily="2" charset="-78"/>
                <a:cs typeface="Sakkal Majalla" panose="02000000000000000000" pitchFamily="2" charset="-78"/>
              </a:endParaRPr>
            </a:p>
          </p:txBody>
        </p:sp>
        <p:sp>
          <p:nvSpPr>
            <p:cNvPr id="22" name="Text 20"/>
            <p:cNvSpPr/>
            <p:nvPr/>
          </p:nvSpPr>
          <p:spPr>
            <a:xfrm>
              <a:off x="11277600" y="3791712"/>
              <a:ext cx="414528" cy="414528"/>
            </a:xfrm>
            <a:prstGeom prst="rect">
              <a:avLst/>
            </a:prstGeom>
            <a:noFill/>
            <a:ln/>
          </p:spPr>
          <p:txBody>
            <a:bodyPr wrap="square" rtlCol="0" anchor="ctr"/>
            <a:lstStyle/>
            <a:p>
              <a:pPr algn="ctr"/>
              <a:r>
                <a:rPr lang="ar-EG" sz="2000" b="1" noProof="0" dirty="0">
                  <a:solidFill>
                    <a:srgbClr val="FFFFFF"/>
                  </a:solidFill>
                  <a:latin typeface="Sakkal Majalla" panose="02000000000000000000" pitchFamily="2" charset="-78"/>
                  <a:ea typeface="Calibri" pitchFamily="34" charset="-122"/>
                  <a:cs typeface="Sakkal Majalla" panose="02000000000000000000" pitchFamily="2" charset="-78"/>
                </a:rPr>
                <a:t>3</a:t>
              </a:r>
              <a:endParaRPr lang="ar-EG" sz="2000" noProof="0" dirty="0">
                <a:latin typeface="Sakkal Majalla" panose="02000000000000000000" pitchFamily="2" charset="-78"/>
                <a:cs typeface="Sakkal Majalla" panose="02000000000000000000" pitchFamily="2" charset="-78"/>
              </a:endParaRPr>
            </a:p>
          </p:txBody>
        </p:sp>
        <p:sp>
          <p:nvSpPr>
            <p:cNvPr id="23" name="Text 21"/>
            <p:cNvSpPr/>
            <p:nvPr/>
          </p:nvSpPr>
          <p:spPr>
            <a:xfrm>
              <a:off x="6303264" y="3791712"/>
              <a:ext cx="4913376" cy="463296"/>
            </a:xfrm>
            <a:prstGeom prst="rect">
              <a:avLst/>
            </a:prstGeom>
            <a:noFill/>
            <a:ln/>
          </p:spPr>
          <p:txBody>
            <a:bodyPr wrap="square" rtlCol="0" anchor="ctr"/>
            <a:lstStyle/>
            <a:p>
              <a:pPr algn="r" rtl="1"/>
              <a:r>
                <a:rPr lang="ar-EG" sz="2000" b="1" noProof="0" dirty="0">
                  <a:solidFill>
                    <a:srgbClr val="154F31"/>
                  </a:solidFill>
                  <a:latin typeface="Sakkal Majalla" panose="02000000000000000000" pitchFamily="2" charset="-78"/>
                  <a:ea typeface="Arial" pitchFamily="34" charset="-122"/>
                  <a:cs typeface="Sakkal Majalla" panose="02000000000000000000" pitchFamily="2" charset="-78"/>
                </a:rPr>
                <a:t>الإجراء الصحيح</a:t>
              </a:r>
              <a:endParaRPr lang="ar-EG" sz="2000" noProof="0" dirty="0">
                <a:latin typeface="Sakkal Majalla" panose="02000000000000000000" pitchFamily="2" charset="-78"/>
                <a:cs typeface="Sakkal Majalla" panose="02000000000000000000" pitchFamily="2" charset="-78"/>
              </a:endParaRPr>
            </a:p>
          </p:txBody>
        </p:sp>
        <p:sp>
          <p:nvSpPr>
            <p:cNvPr id="24" name="Shape 22"/>
            <p:cNvSpPr/>
            <p:nvPr/>
          </p:nvSpPr>
          <p:spPr>
            <a:xfrm>
              <a:off x="6303264" y="4303776"/>
              <a:ext cx="5425440" cy="24384"/>
            </a:xfrm>
            <a:prstGeom prst="rect">
              <a:avLst/>
            </a:prstGeom>
            <a:solidFill>
              <a:srgbClr val="E0E8E4"/>
            </a:solidFill>
            <a:ln/>
          </p:spPr>
          <p:txBody>
            <a:bodyPr/>
            <a:lstStyle/>
            <a:p>
              <a:endParaRPr lang="ar-EG" sz="3200" noProof="0" dirty="0">
                <a:latin typeface="Sakkal Majalla" panose="02000000000000000000" pitchFamily="2" charset="-78"/>
                <a:cs typeface="Sakkal Majalla" panose="02000000000000000000" pitchFamily="2" charset="-78"/>
              </a:endParaRPr>
            </a:p>
          </p:txBody>
        </p:sp>
        <p:sp>
          <p:nvSpPr>
            <p:cNvPr id="25" name="Text 23"/>
            <p:cNvSpPr/>
            <p:nvPr/>
          </p:nvSpPr>
          <p:spPr>
            <a:xfrm>
              <a:off x="6303264" y="4376928"/>
              <a:ext cx="5425440" cy="1365504"/>
            </a:xfrm>
            <a:prstGeom prst="rect">
              <a:avLst/>
            </a:prstGeom>
            <a:noFill/>
            <a:ln/>
          </p:spPr>
          <p:txBody>
            <a:bodyPr wrap="square" rtlCol="0" anchor="t"/>
            <a:lstStyle/>
            <a:p>
              <a:pPr algn="r" rtl="1"/>
              <a:r>
                <a:rPr lang="ar-EG" noProof="0" dirty="0">
                  <a:solidFill>
                    <a:srgbClr val="1C2B22"/>
                  </a:solidFill>
                  <a:latin typeface="Sakkal Majalla" panose="02000000000000000000" pitchFamily="2" charset="-78"/>
                  <a:ea typeface="Arial" pitchFamily="34" charset="-122"/>
                  <a:cs typeface="Sakkal Majalla" panose="02000000000000000000" pitchFamily="2" charset="-78"/>
                </a:rPr>
                <a:t>الإفصاح - التنحي عن القرار - توثيق الحالة - إشراف لجنة الامتثال والأخلاقيات</a:t>
              </a:r>
              <a:endParaRPr lang="ar-EG" noProof="0" dirty="0">
                <a:latin typeface="Sakkal Majalla" panose="02000000000000000000" pitchFamily="2" charset="-78"/>
                <a:cs typeface="Sakkal Majalla" panose="02000000000000000000" pitchFamily="2" charset="-78"/>
              </a:endParaRPr>
            </a:p>
          </p:txBody>
        </p:sp>
        <p:sp>
          <p:nvSpPr>
            <p:cNvPr id="26" name="Shape 24"/>
            <p:cNvSpPr/>
            <p:nvPr/>
          </p:nvSpPr>
          <p:spPr>
            <a:xfrm>
              <a:off x="365760" y="3669792"/>
              <a:ext cx="5620512" cy="2218944"/>
            </a:xfrm>
            <a:prstGeom prst="rect">
              <a:avLst/>
            </a:prstGeom>
            <a:solidFill>
              <a:srgbClr val="FFFFFF"/>
            </a:solidFill>
            <a:ln/>
            <a:effectLst>
              <a:outerShdw blurRad="63500" dist="25400" dir="8100000" algn="bl" rotWithShape="0">
                <a:srgbClr val="000000">
                  <a:alpha val="10000"/>
                </a:srgbClr>
              </a:outerShdw>
            </a:effectLst>
          </p:spPr>
          <p:txBody>
            <a:bodyPr/>
            <a:lstStyle/>
            <a:p>
              <a:endParaRPr lang="ar-EG" sz="3200" noProof="0" dirty="0">
                <a:latin typeface="Sakkal Majalla" panose="02000000000000000000" pitchFamily="2" charset="-78"/>
                <a:cs typeface="Sakkal Majalla" panose="02000000000000000000" pitchFamily="2" charset="-78"/>
              </a:endParaRPr>
            </a:p>
          </p:txBody>
        </p:sp>
        <p:sp>
          <p:nvSpPr>
            <p:cNvPr id="27" name="Shape 25"/>
            <p:cNvSpPr/>
            <p:nvPr/>
          </p:nvSpPr>
          <p:spPr>
            <a:xfrm>
              <a:off x="365760" y="3669792"/>
              <a:ext cx="5620512" cy="85344"/>
            </a:xfrm>
            <a:prstGeom prst="rect">
              <a:avLst/>
            </a:prstGeom>
            <a:solidFill>
              <a:srgbClr val="B8963E"/>
            </a:solidFill>
            <a:ln/>
          </p:spPr>
          <p:txBody>
            <a:bodyPr/>
            <a:lstStyle/>
            <a:p>
              <a:endParaRPr lang="ar-EG" sz="3200" noProof="0" dirty="0">
                <a:latin typeface="Sakkal Majalla" panose="02000000000000000000" pitchFamily="2" charset="-78"/>
                <a:cs typeface="Sakkal Majalla" panose="02000000000000000000" pitchFamily="2" charset="-78"/>
              </a:endParaRPr>
            </a:p>
          </p:txBody>
        </p:sp>
        <p:sp>
          <p:nvSpPr>
            <p:cNvPr id="28" name="Shape 26"/>
            <p:cNvSpPr/>
            <p:nvPr/>
          </p:nvSpPr>
          <p:spPr>
            <a:xfrm>
              <a:off x="5437632" y="3791712"/>
              <a:ext cx="414528" cy="414528"/>
            </a:xfrm>
            <a:prstGeom prst="rect">
              <a:avLst/>
            </a:prstGeom>
            <a:solidFill>
              <a:srgbClr val="B8963E"/>
            </a:solidFill>
            <a:ln w="12700">
              <a:solidFill>
                <a:srgbClr val="B8963E"/>
              </a:solidFill>
              <a:prstDash val="solid"/>
            </a:ln>
          </p:spPr>
          <p:txBody>
            <a:bodyPr/>
            <a:lstStyle/>
            <a:p>
              <a:endParaRPr lang="ar-EG" sz="3200" noProof="0" dirty="0">
                <a:latin typeface="Sakkal Majalla" panose="02000000000000000000" pitchFamily="2" charset="-78"/>
                <a:cs typeface="Sakkal Majalla" panose="02000000000000000000" pitchFamily="2" charset="-78"/>
              </a:endParaRPr>
            </a:p>
          </p:txBody>
        </p:sp>
        <p:sp>
          <p:nvSpPr>
            <p:cNvPr id="29" name="Text 27"/>
            <p:cNvSpPr/>
            <p:nvPr/>
          </p:nvSpPr>
          <p:spPr>
            <a:xfrm>
              <a:off x="5437632" y="3791712"/>
              <a:ext cx="414528" cy="414528"/>
            </a:xfrm>
            <a:prstGeom prst="rect">
              <a:avLst/>
            </a:prstGeom>
            <a:noFill/>
            <a:ln/>
          </p:spPr>
          <p:txBody>
            <a:bodyPr wrap="square" rtlCol="0" anchor="ctr"/>
            <a:lstStyle/>
            <a:p>
              <a:pPr algn="ctr"/>
              <a:r>
                <a:rPr lang="ar-EG" sz="2000" b="1" noProof="0" dirty="0">
                  <a:solidFill>
                    <a:srgbClr val="FFFFFF"/>
                  </a:solidFill>
                  <a:latin typeface="Sakkal Majalla" panose="02000000000000000000" pitchFamily="2" charset="-78"/>
                  <a:ea typeface="Calibri" pitchFamily="34" charset="-122"/>
                  <a:cs typeface="Sakkal Majalla" panose="02000000000000000000" pitchFamily="2" charset="-78"/>
                </a:rPr>
                <a:t>4</a:t>
              </a:r>
              <a:endParaRPr lang="ar-EG" sz="2000" noProof="0" dirty="0">
                <a:latin typeface="Sakkal Majalla" panose="02000000000000000000" pitchFamily="2" charset="-78"/>
                <a:cs typeface="Sakkal Majalla" panose="02000000000000000000" pitchFamily="2" charset="-78"/>
              </a:endParaRPr>
            </a:p>
          </p:txBody>
        </p:sp>
        <p:sp>
          <p:nvSpPr>
            <p:cNvPr id="30" name="Text 28"/>
            <p:cNvSpPr/>
            <p:nvPr/>
          </p:nvSpPr>
          <p:spPr>
            <a:xfrm>
              <a:off x="463296" y="3791712"/>
              <a:ext cx="4913376" cy="463296"/>
            </a:xfrm>
            <a:prstGeom prst="rect">
              <a:avLst/>
            </a:prstGeom>
            <a:noFill/>
            <a:ln/>
          </p:spPr>
          <p:txBody>
            <a:bodyPr wrap="square" rtlCol="0" anchor="ctr"/>
            <a:lstStyle/>
            <a:p>
              <a:pPr algn="r" rtl="1"/>
              <a:r>
                <a:rPr lang="ar-EG" sz="2000" b="1" noProof="0" dirty="0">
                  <a:solidFill>
                    <a:srgbClr val="154F31"/>
                  </a:solidFill>
                  <a:latin typeface="Sakkal Majalla" panose="02000000000000000000" pitchFamily="2" charset="-78"/>
                  <a:ea typeface="Arial" pitchFamily="34" charset="-122"/>
                  <a:cs typeface="Sakkal Majalla" panose="02000000000000000000" pitchFamily="2" charset="-78"/>
                </a:rPr>
                <a:t>نقاط للنقاش</a:t>
              </a:r>
              <a:endParaRPr lang="ar-EG" sz="2000" noProof="0" dirty="0">
                <a:latin typeface="Sakkal Majalla" panose="02000000000000000000" pitchFamily="2" charset="-78"/>
                <a:cs typeface="Sakkal Majalla" panose="02000000000000000000" pitchFamily="2" charset="-78"/>
              </a:endParaRPr>
            </a:p>
          </p:txBody>
        </p:sp>
        <p:sp>
          <p:nvSpPr>
            <p:cNvPr id="31" name="Shape 29"/>
            <p:cNvSpPr/>
            <p:nvPr/>
          </p:nvSpPr>
          <p:spPr>
            <a:xfrm>
              <a:off x="463296" y="4303776"/>
              <a:ext cx="5425440" cy="24384"/>
            </a:xfrm>
            <a:prstGeom prst="rect">
              <a:avLst/>
            </a:prstGeom>
            <a:solidFill>
              <a:srgbClr val="E0E8E4"/>
            </a:solidFill>
            <a:ln/>
          </p:spPr>
          <p:txBody>
            <a:bodyPr/>
            <a:lstStyle/>
            <a:p>
              <a:endParaRPr lang="ar-EG" sz="3200" noProof="0" dirty="0">
                <a:latin typeface="Sakkal Majalla" panose="02000000000000000000" pitchFamily="2" charset="-78"/>
                <a:cs typeface="Sakkal Majalla" panose="02000000000000000000" pitchFamily="2" charset="-78"/>
              </a:endParaRPr>
            </a:p>
          </p:txBody>
        </p:sp>
        <p:sp>
          <p:nvSpPr>
            <p:cNvPr id="32" name="Text 30"/>
            <p:cNvSpPr/>
            <p:nvPr/>
          </p:nvSpPr>
          <p:spPr>
            <a:xfrm>
              <a:off x="463296" y="4376928"/>
              <a:ext cx="5425440" cy="1365504"/>
            </a:xfrm>
            <a:prstGeom prst="rect">
              <a:avLst/>
            </a:prstGeom>
            <a:noFill/>
            <a:ln/>
          </p:spPr>
          <p:txBody>
            <a:bodyPr wrap="square" rtlCol="0" anchor="t"/>
            <a:lstStyle/>
            <a:p>
              <a:pPr algn="r" rtl="1"/>
              <a:r>
                <a:rPr lang="ar-EG" noProof="0" dirty="0">
                  <a:solidFill>
                    <a:srgbClr val="1C2B22"/>
                  </a:solidFill>
                  <a:latin typeface="Sakkal Majalla" panose="02000000000000000000" pitchFamily="2" charset="-78"/>
                  <a:ea typeface="Arial" pitchFamily="34" charset="-122"/>
                  <a:cs typeface="Sakkal Majalla" panose="02000000000000000000" pitchFamily="2" charset="-78"/>
                </a:rPr>
                <a:t>هل يكفي الإفصاح وحده؟ ما آليات الحماية المؤسسية الواجب تفعيلها؟ كيف نضمن أن الامتثال ليس شكلياً؟</a:t>
              </a:r>
              <a:endParaRPr lang="ar-EG" noProof="0" dirty="0">
                <a:latin typeface="Sakkal Majalla" panose="02000000000000000000" pitchFamily="2" charset="-78"/>
                <a:cs typeface="Sakkal Majalla" panose="02000000000000000000" pitchFamily="2" charset="-78"/>
              </a:endParaRPr>
            </a:p>
          </p:txBody>
        </p:sp>
      </p:grpSp>
    </p:spTree>
    <p:extLst>
      <p:ext uri="{BB962C8B-B14F-4D97-AF65-F5344CB8AC3E}">
        <p14:creationId xmlns:p14="http://schemas.microsoft.com/office/powerpoint/2010/main" val="1807098029"/>
      </p:ext>
    </p:extLst>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C5A8DF-800F-E701-88BA-F1451C16919D}"/>
            </a:ext>
          </a:extLst>
        </p:cNvPr>
        <p:cNvGrpSpPr/>
        <p:nvPr/>
      </p:nvGrpSpPr>
      <p:grpSpPr>
        <a:xfrm>
          <a:off x="0" y="0"/>
          <a:ext cx="0" cy="0"/>
          <a:chOff x="0" y="0"/>
          <a:chExt cx="0" cy="0"/>
        </a:xfrm>
      </p:grpSpPr>
      <p:sp>
        <p:nvSpPr>
          <p:cNvPr id="3" name="Title 1">
            <a:extLst>
              <a:ext uri="{FF2B5EF4-FFF2-40B4-BE49-F238E27FC236}">
                <a16:creationId xmlns:a16="http://schemas.microsoft.com/office/drawing/2014/main" id="{9FEFF735-CAAE-3253-CA6D-D6B0E5719ACB}"/>
              </a:ext>
            </a:extLst>
          </p:cNvPr>
          <p:cNvSpPr txBox="1">
            <a:spLocks/>
          </p:cNvSpPr>
          <p:nvPr/>
        </p:nvSpPr>
        <p:spPr>
          <a:xfrm>
            <a:off x="5540707" y="3127087"/>
            <a:ext cx="5065775" cy="1346745"/>
          </a:xfrm>
          <a:prstGeom prst="rect">
            <a:avLst/>
          </a:prstGeom>
        </p:spPr>
        <p:txBody>
          <a:bodyPr vert="horz" lIns="0" tIns="0" rIns="252000" bIns="0" rtlCol="1" anchor="ctr">
            <a:noAutofit/>
          </a:bodyPr>
          <a:lstStyle>
            <a:defPPr>
              <a:defRPr lang="en-US"/>
            </a:defPPr>
            <a:lvl1pPr algn="r" rtl="1">
              <a:lnSpc>
                <a:spcPct val="100000"/>
              </a:lnSpc>
              <a:spcBef>
                <a:spcPct val="0"/>
              </a:spcBef>
              <a:buNone/>
              <a:defRPr sz="4400" kern="0">
                <a:ln w="6350" cap="flat">
                  <a:noFill/>
                  <a:miter lim="800000"/>
                </a:ln>
                <a:solidFill>
                  <a:schemeClr val="bg1"/>
                </a:solidFill>
                <a:latin typeface="+mj-lt"/>
                <a:ea typeface="+mj-ea"/>
                <a:cs typeface="+mj-cs"/>
              </a:defRPr>
            </a:lvl1pPr>
          </a:lstStyle>
          <a:p>
            <a:pPr>
              <a:lnSpc>
                <a:spcPct val="90000"/>
              </a:lnSpc>
              <a:defRPr/>
            </a:pPr>
            <a:r>
              <a:rPr lang="ar-EG" sz="4000" b="1" noProof="0" dirty="0">
                <a:solidFill>
                  <a:srgbClr val="FFFFFF"/>
                </a:solidFill>
                <a:latin typeface="Calibri" pitchFamily="34" charset="0"/>
                <a:cs typeface="Calibri" pitchFamily="34" charset="-120"/>
              </a:rPr>
              <a:t>الفصل الثاني</a:t>
            </a:r>
          </a:p>
          <a:p>
            <a:pPr algn="ctr"/>
            <a:r>
              <a:rPr lang="ar-EG" sz="4000" b="1" dirty="0">
                <a:solidFill>
                  <a:srgbClr val="FFFFFF"/>
                </a:solidFill>
                <a:latin typeface="Calibri" pitchFamily="34" charset="0"/>
                <a:cs typeface="Calibri" pitchFamily="34" charset="-120"/>
              </a:rPr>
              <a:t>الامتثال والتدقيق والضوابط</a:t>
            </a:r>
          </a:p>
        </p:txBody>
      </p:sp>
      <p:cxnSp>
        <p:nvCxnSpPr>
          <p:cNvPr id="4" name="رابط مستقيم 3">
            <a:extLst>
              <a:ext uri="{FF2B5EF4-FFF2-40B4-BE49-F238E27FC236}">
                <a16:creationId xmlns:a16="http://schemas.microsoft.com/office/drawing/2014/main" id="{5ECE8731-B5D4-A15D-6EEF-E221CE78FC02}"/>
              </a:ext>
            </a:extLst>
          </p:cNvPr>
          <p:cNvCxnSpPr>
            <a:cxnSpLocks/>
          </p:cNvCxnSpPr>
          <p:nvPr/>
        </p:nvCxnSpPr>
        <p:spPr>
          <a:xfrm>
            <a:off x="10487025" y="3149857"/>
            <a:ext cx="0" cy="1323975"/>
          </a:xfrm>
          <a:prstGeom prst="line">
            <a:avLst/>
          </a:prstGeom>
          <a:ln>
            <a:solidFill>
              <a:srgbClr val="C3BC9C"/>
            </a:solidFill>
          </a:ln>
        </p:spPr>
        <p:style>
          <a:lnRef idx="1">
            <a:schemeClr val="accent1"/>
          </a:lnRef>
          <a:fillRef idx="0">
            <a:schemeClr val="accent1"/>
          </a:fillRef>
          <a:effectRef idx="0">
            <a:schemeClr val="accent1"/>
          </a:effectRef>
          <a:fontRef idx="minor">
            <a:schemeClr val="tx1"/>
          </a:fontRef>
        </p:style>
      </p:cxnSp>
      <p:sp>
        <p:nvSpPr>
          <p:cNvPr id="6" name="Text 4">
            <a:extLst>
              <a:ext uri="{FF2B5EF4-FFF2-40B4-BE49-F238E27FC236}">
                <a16:creationId xmlns:a16="http://schemas.microsoft.com/office/drawing/2014/main" id="{C714BCE1-2B69-E133-46E9-C4D9FBC48E6E}"/>
              </a:ext>
            </a:extLst>
          </p:cNvPr>
          <p:cNvSpPr/>
          <p:nvPr/>
        </p:nvSpPr>
        <p:spPr>
          <a:xfrm>
            <a:off x="374073" y="4685976"/>
            <a:ext cx="10112952" cy="792480"/>
          </a:xfrm>
          <a:prstGeom prst="rect">
            <a:avLst/>
          </a:prstGeom>
          <a:noFill/>
          <a:ln/>
        </p:spPr>
        <p:txBody>
          <a:bodyPr wrap="square" rtlCol="0" anchor="ctr"/>
          <a:lstStyle/>
          <a:p>
            <a:pPr algn="r" rtl="1"/>
            <a:r>
              <a:rPr lang="ar-EG" sz="2000" b="1" dirty="0">
                <a:solidFill>
                  <a:srgbClr val="D4E6DA"/>
                </a:solidFill>
                <a:latin typeface="Calibri" pitchFamily="34" charset="0"/>
                <a:cs typeface="Calibri" pitchFamily="34" charset="-120"/>
              </a:rPr>
              <a:t>إدارة الامتثال  |  مراقبة الضوابط  |  التدريب والتوعية</a:t>
            </a:r>
          </a:p>
        </p:txBody>
      </p:sp>
    </p:spTree>
    <p:extLst>
      <p:ext uri="{BB962C8B-B14F-4D97-AF65-F5344CB8AC3E}">
        <p14:creationId xmlns:p14="http://schemas.microsoft.com/office/powerpoint/2010/main" val="395947461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BACA28-0572-AF5D-C415-3C54E777F541}"/>
            </a:ext>
          </a:extLst>
        </p:cNvPr>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970A59C3-DF5A-7B4B-A6AB-260B8EF18578}"/>
              </a:ext>
            </a:extLst>
          </p:cNvPr>
          <p:cNvGraphicFramePr>
            <a:graphicFrameLocks noChangeAspect="1"/>
          </p:cNvGraphicFramePr>
          <p:nvPr>
            <p:custDataLst>
              <p:tags r:id="rId1"/>
            </p:custDataLst>
          </p:nvPr>
        </p:nvGraphicFramePr>
        <p:xfrm>
          <a:off x="11163" y="1489"/>
          <a:ext cx="1489" cy="1489"/>
        </p:xfrm>
        <a:graphic>
          <a:graphicData uri="http://schemas.openxmlformats.org/presentationml/2006/ole">
            <mc:AlternateContent xmlns:mc="http://schemas.openxmlformats.org/markup-compatibility/2006">
              <mc:Choice xmlns:v="urn:schemas-microsoft-com:vml" Requires="v">
                <p:oleObj name="think-cell Slide" r:id="rId4" imgW="395" imgH="396" progId="TCLayout.ActiveDocument.1">
                  <p:embed/>
                </p:oleObj>
              </mc:Choice>
              <mc:Fallback>
                <p:oleObj name="think-cell Slide" r:id="rId4" imgW="395" imgH="396" progId="TCLayout.ActiveDocument.1">
                  <p:embed/>
                  <p:pic>
                    <p:nvPicPr>
                      <p:cNvPr id="4" name="Object 3" hidden="1">
                        <a:extLst>
                          <a:ext uri="{FF2B5EF4-FFF2-40B4-BE49-F238E27FC236}">
                            <a16:creationId xmlns:a16="http://schemas.microsoft.com/office/drawing/2014/main" id="{DFE4CBDA-9FC9-A897-CD8E-7623E89EF14F}"/>
                          </a:ext>
                        </a:extLst>
                      </p:cNvPr>
                      <p:cNvPicPr/>
                      <p:nvPr/>
                    </p:nvPicPr>
                    <p:blipFill>
                      <a:blip r:embed="rId5"/>
                      <a:stretch>
                        <a:fillRect/>
                      </a:stretch>
                    </p:blipFill>
                    <p:spPr>
                      <a:xfrm>
                        <a:off x="11163" y="1489"/>
                        <a:ext cx="1489" cy="1489"/>
                      </a:xfrm>
                      <a:prstGeom prst="rect">
                        <a:avLst/>
                      </a:prstGeom>
                    </p:spPr>
                  </p:pic>
                </p:oleObj>
              </mc:Fallback>
            </mc:AlternateContent>
          </a:graphicData>
        </a:graphic>
      </p:graphicFrame>
      <p:sp>
        <p:nvSpPr>
          <p:cNvPr id="2" name="Text Placeholder 1">
            <a:extLst>
              <a:ext uri="{FF2B5EF4-FFF2-40B4-BE49-F238E27FC236}">
                <a16:creationId xmlns:a16="http://schemas.microsoft.com/office/drawing/2014/main" id="{93178EB5-C00E-3542-69C6-D29CE170023C}"/>
              </a:ext>
            </a:extLst>
          </p:cNvPr>
          <p:cNvSpPr txBox="1">
            <a:spLocks/>
          </p:cNvSpPr>
          <p:nvPr/>
        </p:nvSpPr>
        <p:spPr>
          <a:xfrm>
            <a:off x="5495081" y="159153"/>
            <a:ext cx="6389688" cy="523220"/>
          </a:xfrm>
          <a:prstGeom prst="rect">
            <a:avLst/>
          </a:prstGeom>
        </p:spPr>
        <p:txBody>
          <a:bodyPr vert="horz" lIns="91440" tIns="45720" rIns="91440" bIns="45720" rtlCol="0">
            <a:spAutoFit/>
          </a:bodyPr>
          <a:lstStyle>
            <a:lvl1pPr marL="0" indent="0" algn="r" defTabSz="685800" rtl="1" eaLnBrk="1" latinLnBrk="0" hangingPunct="1">
              <a:lnSpc>
                <a:spcPct val="100000"/>
              </a:lnSpc>
              <a:spcBef>
                <a:spcPts val="750"/>
              </a:spcBef>
              <a:buFont typeface="Arial" panose="020B0604020202020204" pitchFamily="34" charset="0"/>
              <a:buNone/>
              <a:defRPr sz="2000" b="1" kern="1200">
                <a:solidFill>
                  <a:schemeClr val="accent3"/>
                </a:solidFill>
                <a:latin typeface="+mn-lt"/>
                <a:ea typeface="+mn-ea"/>
                <a:cs typeface="+mj-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R="0" fontAlgn="auto">
              <a:spcAft>
                <a:spcPts val="0"/>
              </a:spcAft>
              <a:buClrTx/>
              <a:buSzTx/>
              <a:tabLst/>
              <a:defRPr/>
            </a:pPr>
            <a:r>
              <a:rPr lang="ar-EG" sz="2800" noProof="0" dirty="0">
                <a:solidFill>
                  <a:srgbClr val="008658"/>
                </a:solidFill>
                <a:latin typeface="Calibri" pitchFamily="34" charset="0"/>
                <a:cs typeface="Calibri" pitchFamily="34" charset="-120"/>
              </a:rPr>
              <a:t>الفصل الثاني: الامتثال والتدقيق والضوابط</a:t>
            </a:r>
          </a:p>
        </p:txBody>
      </p:sp>
      <p:grpSp>
        <p:nvGrpSpPr>
          <p:cNvPr id="3" name="Group 2">
            <a:extLst>
              <a:ext uri="{FF2B5EF4-FFF2-40B4-BE49-F238E27FC236}">
                <a16:creationId xmlns:a16="http://schemas.microsoft.com/office/drawing/2014/main" id="{2D6D701F-3CF9-A4D0-4C3B-6CF74DBEEDB6}"/>
              </a:ext>
            </a:extLst>
          </p:cNvPr>
          <p:cNvGrpSpPr/>
          <p:nvPr/>
        </p:nvGrpSpPr>
        <p:grpSpPr>
          <a:xfrm>
            <a:off x="613110" y="1554112"/>
            <a:ext cx="11106912" cy="3979225"/>
            <a:chOff x="719328" y="1438656"/>
            <a:chExt cx="11106912" cy="3979225"/>
          </a:xfrm>
        </p:grpSpPr>
        <p:sp>
          <p:nvSpPr>
            <p:cNvPr id="7" name="Shape 5"/>
            <p:cNvSpPr/>
            <p:nvPr/>
          </p:nvSpPr>
          <p:spPr>
            <a:xfrm>
              <a:off x="8229600" y="1438656"/>
              <a:ext cx="3596640" cy="3895344"/>
            </a:xfrm>
            <a:prstGeom prst="rect">
              <a:avLst/>
            </a:prstGeom>
            <a:solidFill>
              <a:srgbClr val="EEF2EF"/>
            </a:solidFill>
            <a:ln/>
            <a:effectLst>
              <a:outerShdw blurRad="50800" dist="25400" dir="8100000" algn="bl" rotWithShape="0">
                <a:srgbClr val="000000">
                  <a:alpha val="9000"/>
                </a:srgbClr>
              </a:outerShdw>
            </a:effectLst>
          </p:spPr>
          <p:txBody>
            <a:bodyPr/>
            <a:lstStyle/>
            <a:p>
              <a:endParaRPr lang="ar-EG" sz="2800" dirty="0">
                <a:latin typeface="Sakkal Majalla" panose="02000000000000000000" pitchFamily="2" charset="-78"/>
                <a:cs typeface="Sakkal Majalla" panose="02000000000000000000" pitchFamily="2" charset="-78"/>
              </a:endParaRPr>
            </a:p>
          </p:txBody>
        </p:sp>
        <p:sp>
          <p:nvSpPr>
            <p:cNvPr id="8" name="Shape 6"/>
            <p:cNvSpPr/>
            <p:nvPr/>
          </p:nvSpPr>
          <p:spPr>
            <a:xfrm>
              <a:off x="8229600" y="1438656"/>
              <a:ext cx="3596640" cy="633984"/>
            </a:xfrm>
            <a:prstGeom prst="rect">
              <a:avLst/>
            </a:prstGeom>
            <a:solidFill>
              <a:srgbClr val="2E7D52"/>
            </a:solidFill>
            <a:ln/>
          </p:spPr>
          <p:txBody>
            <a:bodyPr/>
            <a:lstStyle/>
            <a:p>
              <a:endParaRPr lang="ar-EG" sz="2800" dirty="0">
                <a:latin typeface="Sakkal Majalla" panose="02000000000000000000" pitchFamily="2" charset="-78"/>
                <a:cs typeface="Sakkal Majalla" panose="02000000000000000000" pitchFamily="2" charset="-78"/>
              </a:endParaRPr>
            </a:p>
          </p:txBody>
        </p:sp>
        <p:sp>
          <p:nvSpPr>
            <p:cNvPr id="9" name="Text 7"/>
            <p:cNvSpPr/>
            <p:nvPr/>
          </p:nvSpPr>
          <p:spPr>
            <a:xfrm>
              <a:off x="8327136" y="1511808"/>
              <a:ext cx="3401568" cy="512064"/>
            </a:xfrm>
            <a:prstGeom prst="rect">
              <a:avLst/>
            </a:prstGeom>
            <a:noFill/>
            <a:ln/>
          </p:spPr>
          <p:txBody>
            <a:bodyPr wrap="square" rtlCol="0" anchor="ctr"/>
            <a:lstStyle/>
            <a:p>
              <a:pPr algn="r" rtl="1"/>
              <a:r>
                <a:rPr lang="ar-EG" b="1" dirty="0">
                  <a:solidFill>
                    <a:srgbClr val="FFFFFF"/>
                  </a:solidFill>
                  <a:latin typeface="Sakkal Majalla" panose="02000000000000000000" pitchFamily="2" charset="-78"/>
                  <a:ea typeface="Arial" pitchFamily="34" charset="-122"/>
                  <a:cs typeface="Sakkal Majalla" panose="02000000000000000000" pitchFamily="2" charset="-78"/>
                </a:rPr>
                <a:t>إدارة الامتثال والتدقيق</a:t>
              </a:r>
              <a:endParaRPr lang="ar-EG" dirty="0">
                <a:latin typeface="Sakkal Majalla" panose="02000000000000000000" pitchFamily="2" charset="-78"/>
                <a:cs typeface="Sakkal Majalla" panose="02000000000000000000" pitchFamily="2" charset="-78"/>
              </a:endParaRPr>
            </a:p>
          </p:txBody>
        </p:sp>
        <p:sp>
          <p:nvSpPr>
            <p:cNvPr id="10" name="Text 8"/>
            <p:cNvSpPr/>
            <p:nvPr/>
          </p:nvSpPr>
          <p:spPr>
            <a:xfrm>
              <a:off x="8351520" y="2145792"/>
              <a:ext cx="3377184" cy="3272089"/>
            </a:xfrm>
            <a:prstGeom prst="rect">
              <a:avLst/>
            </a:prstGeom>
            <a:noFill/>
            <a:ln/>
          </p:spPr>
          <p:txBody>
            <a:bodyPr wrap="square" rtlCol="0" anchor="t"/>
            <a:lstStyle/>
            <a:p>
              <a:pPr marL="457189" indent="-457189" algn="r" rtl="1">
                <a:spcAft>
                  <a:spcPts val="667"/>
                </a:spcAft>
                <a:buSzPct val="100000"/>
                <a:buChar char="•"/>
              </a:pPr>
              <a:r>
                <a:rPr lang="ar-EG" dirty="0">
                  <a:solidFill>
                    <a:srgbClr val="1C2B22"/>
                  </a:solidFill>
                  <a:latin typeface="Sakkal Majalla" panose="02000000000000000000" pitchFamily="2" charset="-78"/>
                  <a:ea typeface="Arial" pitchFamily="34" charset="-122"/>
                  <a:cs typeface="Sakkal Majalla" panose="02000000000000000000" pitchFamily="2" charset="-78"/>
                </a:rPr>
                <a:t>نماذج الامتثال</a:t>
              </a:r>
              <a:endParaRPr lang="ar-EG" dirty="0">
                <a:latin typeface="Sakkal Majalla" panose="02000000000000000000" pitchFamily="2" charset="-78"/>
                <a:cs typeface="Sakkal Majalla" panose="02000000000000000000" pitchFamily="2" charset="-78"/>
              </a:endParaRPr>
            </a:p>
            <a:p>
              <a:pPr marL="457189" indent="-457189" algn="r" rtl="1">
                <a:spcAft>
                  <a:spcPts val="667"/>
                </a:spcAft>
                <a:buSzPct val="100000"/>
                <a:buChar char="•"/>
              </a:pPr>
              <a:r>
                <a:rPr lang="ar-EG" dirty="0">
                  <a:solidFill>
                    <a:srgbClr val="1C2B22"/>
                  </a:solidFill>
                  <a:latin typeface="Sakkal Majalla" panose="02000000000000000000" pitchFamily="2" charset="-78"/>
                  <a:ea typeface="Arial" pitchFamily="34" charset="-122"/>
                  <a:cs typeface="Sakkal Majalla" panose="02000000000000000000" pitchFamily="2" charset="-78"/>
                </a:rPr>
                <a:t>دور التدقيق في الحوكمة</a:t>
              </a:r>
              <a:endParaRPr lang="ar-EG" dirty="0">
                <a:latin typeface="Sakkal Majalla" panose="02000000000000000000" pitchFamily="2" charset="-78"/>
                <a:cs typeface="Sakkal Majalla" panose="02000000000000000000" pitchFamily="2" charset="-78"/>
              </a:endParaRPr>
            </a:p>
            <a:p>
              <a:pPr marL="457189" indent="-457189" algn="r" rtl="1">
                <a:spcAft>
                  <a:spcPts val="667"/>
                </a:spcAft>
                <a:buSzPct val="100000"/>
                <a:buChar char="•"/>
              </a:pPr>
              <a:r>
                <a:rPr lang="ar-EG" dirty="0">
                  <a:solidFill>
                    <a:srgbClr val="1C2B22"/>
                  </a:solidFill>
                  <a:latin typeface="Sakkal Majalla" panose="02000000000000000000" pitchFamily="2" charset="-78"/>
                  <a:ea typeface="Arial" pitchFamily="34" charset="-122"/>
                  <a:cs typeface="Sakkal Majalla" panose="02000000000000000000" pitchFamily="2" charset="-78"/>
                </a:rPr>
                <a:t>تكامل الامتثال مع العمليات</a:t>
              </a:r>
              <a:endParaRPr lang="ar-EG" dirty="0">
                <a:latin typeface="Sakkal Majalla" panose="02000000000000000000" pitchFamily="2" charset="-78"/>
                <a:cs typeface="Sakkal Majalla" panose="02000000000000000000" pitchFamily="2" charset="-78"/>
              </a:endParaRPr>
            </a:p>
          </p:txBody>
        </p:sp>
        <p:sp>
          <p:nvSpPr>
            <p:cNvPr id="11" name="Shape 9"/>
            <p:cNvSpPr/>
            <p:nvPr/>
          </p:nvSpPr>
          <p:spPr>
            <a:xfrm>
              <a:off x="4474464" y="1438656"/>
              <a:ext cx="3596640" cy="3895344"/>
            </a:xfrm>
            <a:prstGeom prst="rect">
              <a:avLst/>
            </a:prstGeom>
            <a:solidFill>
              <a:srgbClr val="EEF2EF"/>
            </a:solidFill>
            <a:ln/>
            <a:effectLst>
              <a:outerShdw blurRad="50800" dist="25400" dir="8100000" algn="bl" rotWithShape="0">
                <a:srgbClr val="000000">
                  <a:alpha val="9000"/>
                </a:srgbClr>
              </a:outerShdw>
            </a:effectLst>
          </p:spPr>
          <p:txBody>
            <a:bodyPr/>
            <a:lstStyle/>
            <a:p>
              <a:endParaRPr lang="ar-EG" sz="2800" dirty="0">
                <a:latin typeface="Sakkal Majalla" panose="02000000000000000000" pitchFamily="2" charset="-78"/>
                <a:cs typeface="Sakkal Majalla" panose="02000000000000000000" pitchFamily="2" charset="-78"/>
              </a:endParaRPr>
            </a:p>
          </p:txBody>
        </p:sp>
        <p:sp>
          <p:nvSpPr>
            <p:cNvPr id="12" name="Shape 10"/>
            <p:cNvSpPr/>
            <p:nvPr/>
          </p:nvSpPr>
          <p:spPr>
            <a:xfrm>
              <a:off x="4474464" y="1438656"/>
              <a:ext cx="3596640" cy="633984"/>
            </a:xfrm>
            <a:prstGeom prst="rect">
              <a:avLst/>
            </a:prstGeom>
            <a:solidFill>
              <a:srgbClr val="2E7D52"/>
            </a:solidFill>
            <a:ln/>
          </p:spPr>
          <p:txBody>
            <a:bodyPr/>
            <a:lstStyle/>
            <a:p>
              <a:endParaRPr lang="ar-EG" sz="2800" dirty="0">
                <a:latin typeface="Sakkal Majalla" panose="02000000000000000000" pitchFamily="2" charset="-78"/>
                <a:cs typeface="Sakkal Majalla" panose="02000000000000000000" pitchFamily="2" charset="-78"/>
              </a:endParaRPr>
            </a:p>
          </p:txBody>
        </p:sp>
        <p:sp>
          <p:nvSpPr>
            <p:cNvPr id="13" name="Text 11"/>
            <p:cNvSpPr/>
            <p:nvPr/>
          </p:nvSpPr>
          <p:spPr>
            <a:xfrm>
              <a:off x="4572000" y="1511808"/>
              <a:ext cx="3401568" cy="512064"/>
            </a:xfrm>
            <a:prstGeom prst="rect">
              <a:avLst/>
            </a:prstGeom>
            <a:noFill/>
            <a:ln/>
          </p:spPr>
          <p:txBody>
            <a:bodyPr wrap="square" rtlCol="0" anchor="ctr"/>
            <a:lstStyle/>
            <a:p>
              <a:pPr algn="r" rtl="1"/>
              <a:r>
                <a:rPr lang="ar-EG" b="1" dirty="0">
                  <a:solidFill>
                    <a:srgbClr val="FFFFFF"/>
                  </a:solidFill>
                  <a:latin typeface="Sakkal Majalla" panose="02000000000000000000" pitchFamily="2" charset="-78"/>
                  <a:ea typeface="Arial" pitchFamily="34" charset="-122"/>
                  <a:cs typeface="Sakkal Majalla" panose="02000000000000000000" pitchFamily="2" charset="-78"/>
                </a:rPr>
                <a:t>مراقبة الامتثال واختبار الضوابط</a:t>
              </a:r>
              <a:endParaRPr lang="ar-EG" dirty="0">
                <a:latin typeface="Sakkal Majalla" panose="02000000000000000000" pitchFamily="2" charset="-78"/>
                <a:cs typeface="Sakkal Majalla" panose="02000000000000000000" pitchFamily="2" charset="-78"/>
              </a:endParaRPr>
            </a:p>
          </p:txBody>
        </p:sp>
        <p:sp>
          <p:nvSpPr>
            <p:cNvPr id="14" name="Text 12"/>
            <p:cNvSpPr/>
            <p:nvPr/>
          </p:nvSpPr>
          <p:spPr>
            <a:xfrm>
              <a:off x="4596384" y="2145792"/>
              <a:ext cx="3377184" cy="3272089"/>
            </a:xfrm>
            <a:prstGeom prst="rect">
              <a:avLst/>
            </a:prstGeom>
            <a:noFill/>
            <a:ln/>
          </p:spPr>
          <p:txBody>
            <a:bodyPr wrap="square" rtlCol="0" anchor="t"/>
            <a:lstStyle/>
            <a:p>
              <a:pPr marL="457189" indent="-457189" algn="r" rtl="1">
                <a:spcAft>
                  <a:spcPts val="667"/>
                </a:spcAft>
                <a:buSzPct val="100000"/>
                <a:buChar char="•"/>
              </a:pPr>
              <a:r>
                <a:rPr lang="ar-EG" dirty="0">
                  <a:solidFill>
                    <a:srgbClr val="1C2B22"/>
                  </a:solidFill>
                  <a:latin typeface="Sakkal Majalla" panose="02000000000000000000" pitchFamily="2" charset="-78"/>
                  <a:ea typeface="Arial" pitchFamily="34" charset="-122"/>
                  <a:cs typeface="Sakkal Majalla" panose="02000000000000000000" pitchFamily="2" charset="-78"/>
                </a:rPr>
                <a:t>اختبار الضوابط</a:t>
              </a:r>
              <a:endParaRPr lang="ar-EG" dirty="0">
                <a:latin typeface="Sakkal Majalla" panose="02000000000000000000" pitchFamily="2" charset="-78"/>
                <a:cs typeface="Sakkal Majalla" panose="02000000000000000000" pitchFamily="2" charset="-78"/>
              </a:endParaRPr>
            </a:p>
            <a:p>
              <a:pPr marL="457189" indent="-457189" algn="r" rtl="1">
                <a:spcAft>
                  <a:spcPts val="667"/>
                </a:spcAft>
                <a:buSzPct val="100000"/>
                <a:buChar char="•"/>
              </a:pPr>
              <a:r>
                <a:rPr lang="ar-EG" dirty="0">
                  <a:solidFill>
                    <a:srgbClr val="1C2B22"/>
                  </a:solidFill>
                  <a:latin typeface="Sakkal Majalla" panose="02000000000000000000" pitchFamily="2" charset="-78"/>
                  <a:ea typeface="Arial" pitchFamily="34" charset="-122"/>
                  <a:cs typeface="Sakkal Majalla" panose="02000000000000000000" pitchFamily="2" charset="-78"/>
                </a:rPr>
                <a:t>مؤشرات الامتثال</a:t>
              </a:r>
              <a:endParaRPr lang="ar-EG" dirty="0">
                <a:latin typeface="Sakkal Majalla" panose="02000000000000000000" pitchFamily="2" charset="-78"/>
                <a:cs typeface="Sakkal Majalla" panose="02000000000000000000" pitchFamily="2" charset="-78"/>
              </a:endParaRPr>
            </a:p>
            <a:p>
              <a:pPr marL="457189" indent="-457189" algn="r" rtl="1">
                <a:spcAft>
                  <a:spcPts val="667"/>
                </a:spcAft>
                <a:buSzPct val="100000"/>
                <a:buChar char="•"/>
              </a:pPr>
              <a:r>
                <a:rPr lang="ar-EG" dirty="0">
                  <a:solidFill>
                    <a:srgbClr val="1C2B22"/>
                  </a:solidFill>
                  <a:latin typeface="Sakkal Majalla" panose="02000000000000000000" pitchFamily="2" charset="-78"/>
                  <a:ea typeface="Arial" pitchFamily="34" charset="-122"/>
                  <a:cs typeface="Sakkal Majalla" panose="02000000000000000000" pitchFamily="2" charset="-78"/>
                </a:rPr>
                <a:t>أدوات المراقبة المستمرة</a:t>
              </a:r>
              <a:endParaRPr lang="ar-EG" dirty="0">
                <a:latin typeface="Sakkal Majalla" panose="02000000000000000000" pitchFamily="2" charset="-78"/>
                <a:cs typeface="Sakkal Majalla" panose="02000000000000000000" pitchFamily="2" charset="-78"/>
              </a:endParaRPr>
            </a:p>
          </p:txBody>
        </p:sp>
        <p:sp>
          <p:nvSpPr>
            <p:cNvPr id="15" name="Shape 13"/>
            <p:cNvSpPr/>
            <p:nvPr/>
          </p:nvSpPr>
          <p:spPr>
            <a:xfrm>
              <a:off x="719328" y="1438656"/>
              <a:ext cx="3596640" cy="3895344"/>
            </a:xfrm>
            <a:prstGeom prst="rect">
              <a:avLst/>
            </a:prstGeom>
            <a:solidFill>
              <a:srgbClr val="EEF2EF"/>
            </a:solidFill>
            <a:ln/>
            <a:effectLst>
              <a:outerShdw blurRad="50800" dist="25400" dir="8100000" algn="bl" rotWithShape="0">
                <a:srgbClr val="000000">
                  <a:alpha val="9000"/>
                </a:srgbClr>
              </a:outerShdw>
            </a:effectLst>
          </p:spPr>
          <p:txBody>
            <a:bodyPr/>
            <a:lstStyle/>
            <a:p>
              <a:endParaRPr lang="ar-EG" sz="2800" dirty="0">
                <a:latin typeface="Sakkal Majalla" panose="02000000000000000000" pitchFamily="2" charset="-78"/>
                <a:cs typeface="Sakkal Majalla" panose="02000000000000000000" pitchFamily="2" charset="-78"/>
              </a:endParaRPr>
            </a:p>
          </p:txBody>
        </p:sp>
        <p:sp>
          <p:nvSpPr>
            <p:cNvPr id="16" name="Shape 14"/>
            <p:cNvSpPr/>
            <p:nvPr/>
          </p:nvSpPr>
          <p:spPr>
            <a:xfrm>
              <a:off x="719328" y="1438656"/>
              <a:ext cx="3596640" cy="633984"/>
            </a:xfrm>
            <a:prstGeom prst="rect">
              <a:avLst/>
            </a:prstGeom>
            <a:solidFill>
              <a:srgbClr val="2E7D52"/>
            </a:solidFill>
            <a:ln/>
          </p:spPr>
          <p:txBody>
            <a:bodyPr/>
            <a:lstStyle/>
            <a:p>
              <a:endParaRPr lang="ar-EG" sz="2800" dirty="0">
                <a:latin typeface="Sakkal Majalla" panose="02000000000000000000" pitchFamily="2" charset="-78"/>
                <a:cs typeface="Sakkal Majalla" panose="02000000000000000000" pitchFamily="2" charset="-78"/>
              </a:endParaRPr>
            </a:p>
          </p:txBody>
        </p:sp>
        <p:sp>
          <p:nvSpPr>
            <p:cNvPr id="17" name="Text 15"/>
            <p:cNvSpPr/>
            <p:nvPr/>
          </p:nvSpPr>
          <p:spPr>
            <a:xfrm>
              <a:off x="816864" y="1511808"/>
              <a:ext cx="3401568" cy="512064"/>
            </a:xfrm>
            <a:prstGeom prst="rect">
              <a:avLst/>
            </a:prstGeom>
            <a:noFill/>
            <a:ln/>
          </p:spPr>
          <p:txBody>
            <a:bodyPr wrap="square" rtlCol="0" anchor="ctr"/>
            <a:lstStyle/>
            <a:p>
              <a:pPr algn="r" rtl="1"/>
              <a:r>
                <a:rPr lang="ar-EG" b="1" dirty="0">
                  <a:solidFill>
                    <a:srgbClr val="FFFFFF"/>
                  </a:solidFill>
                  <a:latin typeface="Sakkal Majalla" panose="02000000000000000000" pitchFamily="2" charset="-78"/>
                  <a:ea typeface="Arial" pitchFamily="34" charset="-122"/>
                  <a:cs typeface="Sakkal Majalla" panose="02000000000000000000" pitchFamily="2" charset="-78"/>
                </a:rPr>
                <a:t>برامج التدريب والتوعية</a:t>
              </a:r>
              <a:endParaRPr lang="ar-EG" dirty="0">
                <a:latin typeface="Sakkal Majalla" panose="02000000000000000000" pitchFamily="2" charset="-78"/>
                <a:cs typeface="Sakkal Majalla" panose="02000000000000000000" pitchFamily="2" charset="-78"/>
              </a:endParaRPr>
            </a:p>
          </p:txBody>
        </p:sp>
        <p:sp>
          <p:nvSpPr>
            <p:cNvPr id="18" name="Text 16"/>
            <p:cNvSpPr/>
            <p:nvPr/>
          </p:nvSpPr>
          <p:spPr>
            <a:xfrm>
              <a:off x="841248" y="2145792"/>
              <a:ext cx="3377184" cy="3272089"/>
            </a:xfrm>
            <a:prstGeom prst="rect">
              <a:avLst/>
            </a:prstGeom>
            <a:noFill/>
            <a:ln/>
          </p:spPr>
          <p:txBody>
            <a:bodyPr wrap="square" rtlCol="0" anchor="t"/>
            <a:lstStyle/>
            <a:p>
              <a:pPr marL="457189" indent="-457189" algn="r" rtl="1">
                <a:spcAft>
                  <a:spcPts val="667"/>
                </a:spcAft>
                <a:buSzPct val="100000"/>
                <a:buChar char="•"/>
              </a:pPr>
              <a:r>
                <a:rPr lang="ar-EG" dirty="0">
                  <a:solidFill>
                    <a:srgbClr val="1C2B22"/>
                  </a:solidFill>
                  <a:latin typeface="Sakkal Majalla" panose="02000000000000000000" pitchFamily="2" charset="-78"/>
                  <a:ea typeface="Arial" pitchFamily="34" charset="-122"/>
                  <a:cs typeface="Sakkal Majalla" panose="02000000000000000000" pitchFamily="2" charset="-78"/>
                </a:rPr>
                <a:t>بناء ثقافة الامتثال</a:t>
              </a:r>
              <a:endParaRPr lang="ar-EG" dirty="0">
                <a:latin typeface="Sakkal Majalla" panose="02000000000000000000" pitchFamily="2" charset="-78"/>
                <a:cs typeface="Sakkal Majalla" panose="02000000000000000000" pitchFamily="2" charset="-78"/>
              </a:endParaRPr>
            </a:p>
            <a:p>
              <a:pPr marL="457189" indent="-457189" algn="r" rtl="1">
                <a:spcAft>
                  <a:spcPts val="667"/>
                </a:spcAft>
                <a:buSzPct val="100000"/>
                <a:buChar char="•"/>
              </a:pPr>
              <a:r>
                <a:rPr lang="ar-EG" dirty="0">
                  <a:solidFill>
                    <a:srgbClr val="1C2B22"/>
                  </a:solidFill>
                  <a:latin typeface="Sakkal Majalla" panose="02000000000000000000" pitchFamily="2" charset="-78"/>
                  <a:ea typeface="Arial" pitchFamily="34" charset="-122"/>
                  <a:cs typeface="Sakkal Majalla" panose="02000000000000000000" pitchFamily="2" charset="-78"/>
                </a:rPr>
                <a:t>تصميم برامج التوعية</a:t>
              </a:r>
              <a:endParaRPr lang="ar-EG" dirty="0">
                <a:latin typeface="Sakkal Majalla" panose="02000000000000000000" pitchFamily="2" charset="-78"/>
                <a:cs typeface="Sakkal Majalla" panose="02000000000000000000" pitchFamily="2" charset="-78"/>
              </a:endParaRPr>
            </a:p>
            <a:p>
              <a:pPr marL="457189" indent="-457189" algn="r" rtl="1">
                <a:spcAft>
                  <a:spcPts val="667"/>
                </a:spcAft>
                <a:buSzPct val="100000"/>
                <a:buChar char="•"/>
              </a:pPr>
              <a:r>
                <a:rPr lang="ar-EG" dirty="0">
                  <a:solidFill>
                    <a:srgbClr val="1C2B22"/>
                  </a:solidFill>
                  <a:latin typeface="Sakkal Majalla" panose="02000000000000000000" pitchFamily="2" charset="-78"/>
                  <a:ea typeface="Arial" pitchFamily="34" charset="-122"/>
                  <a:cs typeface="Sakkal Majalla" panose="02000000000000000000" pitchFamily="2" charset="-78"/>
                </a:rPr>
                <a:t>قياس أثر التدريب</a:t>
              </a:r>
              <a:endParaRPr lang="ar-EG" dirty="0">
                <a:latin typeface="Sakkal Majalla" panose="02000000000000000000" pitchFamily="2" charset="-78"/>
                <a:cs typeface="Sakkal Majalla" panose="02000000000000000000" pitchFamily="2" charset="-78"/>
              </a:endParaRPr>
            </a:p>
          </p:txBody>
        </p:sp>
      </p:grpSp>
    </p:spTree>
    <p:extLst>
      <p:ext uri="{BB962C8B-B14F-4D97-AF65-F5344CB8AC3E}">
        <p14:creationId xmlns:p14="http://schemas.microsoft.com/office/powerpoint/2010/main" val="2245546465"/>
      </p:ext>
    </p:extLst>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82C8C3-005D-7261-4489-982575E4A5FA}"/>
            </a:ext>
          </a:extLst>
        </p:cNvPr>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867AF10E-5615-4643-278F-9F3FBF27E016}"/>
              </a:ext>
            </a:extLst>
          </p:cNvPr>
          <p:cNvGraphicFramePr>
            <a:graphicFrameLocks noChangeAspect="1"/>
          </p:cNvGraphicFramePr>
          <p:nvPr>
            <p:custDataLst>
              <p:tags r:id="rId1"/>
            </p:custDataLst>
          </p:nvPr>
        </p:nvGraphicFramePr>
        <p:xfrm>
          <a:off x="11163" y="1489"/>
          <a:ext cx="1489" cy="1489"/>
        </p:xfrm>
        <a:graphic>
          <a:graphicData uri="http://schemas.openxmlformats.org/presentationml/2006/ole">
            <mc:AlternateContent xmlns:mc="http://schemas.openxmlformats.org/markup-compatibility/2006">
              <mc:Choice xmlns:v="urn:schemas-microsoft-com:vml" Requires="v">
                <p:oleObj name="think-cell Slide" r:id="rId4" imgW="395" imgH="396" progId="TCLayout.ActiveDocument.1">
                  <p:embed/>
                </p:oleObj>
              </mc:Choice>
              <mc:Fallback>
                <p:oleObj name="think-cell Slide" r:id="rId4" imgW="395" imgH="396" progId="TCLayout.ActiveDocument.1">
                  <p:embed/>
                  <p:pic>
                    <p:nvPicPr>
                      <p:cNvPr id="4" name="Object 3" hidden="1">
                        <a:extLst>
                          <a:ext uri="{FF2B5EF4-FFF2-40B4-BE49-F238E27FC236}">
                            <a16:creationId xmlns:a16="http://schemas.microsoft.com/office/drawing/2014/main" id="{970A59C3-DF5A-7B4B-A6AB-260B8EF18578}"/>
                          </a:ext>
                        </a:extLst>
                      </p:cNvPr>
                      <p:cNvPicPr/>
                      <p:nvPr/>
                    </p:nvPicPr>
                    <p:blipFill>
                      <a:blip r:embed="rId5"/>
                      <a:stretch>
                        <a:fillRect/>
                      </a:stretch>
                    </p:blipFill>
                    <p:spPr>
                      <a:xfrm>
                        <a:off x="11163" y="1489"/>
                        <a:ext cx="1489" cy="1489"/>
                      </a:xfrm>
                      <a:prstGeom prst="rect">
                        <a:avLst/>
                      </a:prstGeom>
                    </p:spPr>
                  </p:pic>
                </p:oleObj>
              </mc:Fallback>
            </mc:AlternateContent>
          </a:graphicData>
        </a:graphic>
      </p:graphicFrame>
      <p:sp>
        <p:nvSpPr>
          <p:cNvPr id="2" name="Text Placeholder 1">
            <a:extLst>
              <a:ext uri="{FF2B5EF4-FFF2-40B4-BE49-F238E27FC236}">
                <a16:creationId xmlns:a16="http://schemas.microsoft.com/office/drawing/2014/main" id="{DFBAB492-4B3A-C053-EDB7-CD3FF2417B3D}"/>
              </a:ext>
            </a:extLst>
          </p:cNvPr>
          <p:cNvSpPr txBox="1">
            <a:spLocks/>
          </p:cNvSpPr>
          <p:nvPr/>
        </p:nvSpPr>
        <p:spPr>
          <a:xfrm>
            <a:off x="5495081" y="159153"/>
            <a:ext cx="6389688" cy="523220"/>
          </a:xfrm>
          <a:prstGeom prst="rect">
            <a:avLst/>
          </a:prstGeom>
        </p:spPr>
        <p:txBody>
          <a:bodyPr vert="horz" lIns="91440" tIns="45720" rIns="91440" bIns="45720" rtlCol="0">
            <a:spAutoFit/>
          </a:bodyPr>
          <a:lstStyle>
            <a:lvl1pPr marL="0" indent="0" algn="r" defTabSz="685800" rtl="1" eaLnBrk="1" latinLnBrk="0" hangingPunct="1">
              <a:lnSpc>
                <a:spcPct val="100000"/>
              </a:lnSpc>
              <a:spcBef>
                <a:spcPts val="750"/>
              </a:spcBef>
              <a:buFont typeface="Arial" panose="020B0604020202020204" pitchFamily="34" charset="0"/>
              <a:buNone/>
              <a:defRPr sz="2000" b="1" kern="1200">
                <a:solidFill>
                  <a:schemeClr val="accent3"/>
                </a:solidFill>
                <a:latin typeface="+mn-lt"/>
                <a:ea typeface="+mn-ea"/>
                <a:cs typeface="+mj-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defRPr/>
            </a:pPr>
            <a:r>
              <a:rPr lang="ar-EG" sz="2800" dirty="0">
                <a:solidFill>
                  <a:srgbClr val="008658"/>
                </a:solidFill>
                <a:latin typeface="Calibri" pitchFamily="34" charset="0"/>
                <a:cs typeface="Calibri" pitchFamily="34" charset="-120"/>
              </a:rPr>
              <a:t>مفهوم الامتثال وأهميته ووظيفته</a:t>
            </a:r>
          </a:p>
        </p:txBody>
      </p:sp>
      <p:grpSp>
        <p:nvGrpSpPr>
          <p:cNvPr id="3" name="Group 2">
            <a:extLst>
              <a:ext uri="{FF2B5EF4-FFF2-40B4-BE49-F238E27FC236}">
                <a16:creationId xmlns:a16="http://schemas.microsoft.com/office/drawing/2014/main" id="{E7E42A70-9D2C-7626-7D64-B6C6B32C5E86}"/>
              </a:ext>
            </a:extLst>
          </p:cNvPr>
          <p:cNvGrpSpPr/>
          <p:nvPr/>
        </p:nvGrpSpPr>
        <p:grpSpPr>
          <a:xfrm>
            <a:off x="426720" y="1276467"/>
            <a:ext cx="11338560" cy="4693920"/>
            <a:chOff x="426720" y="1341120"/>
            <a:chExt cx="11338560" cy="4693920"/>
          </a:xfrm>
        </p:grpSpPr>
        <p:sp>
          <p:nvSpPr>
            <p:cNvPr id="5" name="Shape 3"/>
            <p:cNvSpPr/>
            <p:nvPr/>
          </p:nvSpPr>
          <p:spPr>
            <a:xfrm>
              <a:off x="6217920" y="1341120"/>
              <a:ext cx="5547360" cy="225552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ar-EG" sz="3200" dirty="0">
                <a:latin typeface="Sakkal Majalla" panose="02000000000000000000" pitchFamily="2" charset="-78"/>
                <a:cs typeface="Sakkal Majalla" panose="02000000000000000000" pitchFamily="2" charset="-78"/>
              </a:endParaRPr>
            </a:p>
          </p:txBody>
        </p:sp>
        <p:sp>
          <p:nvSpPr>
            <p:cNvPr id="6" name="Shape 4"/>
            <p:cNvSpPr/>
            <p:nvPr/>
          </p:nvSpPr>
          <p:spPr>
            <a:xfrm>
              <a:off x="6217920" y="1341120"/>
              <a:ext cx="5547360" cy="73152"/>
            </a:xfrm>
            <a:prstGeom prst="rect">
              <a:avLst/>
            </a:prstGeom>
            <a:solidFill>
              <a:srgbClr val="008658"/>
            </a:solidFill>
            <a:ln/>
          </p:spPr>
          <p:txBody>
            <a:bodyPr/>
            <a:lstStyle/>
            <a:p>
              <a:endParaRPr lang="ar-EG" sz="3200" dirty="0">
                <a:latin typeface="Sakkal Majalla" panose="02000000000000000000" pitchFamily="2" charset="-78"/>
                <a:cs typeface="Sakkal Majalla" panose="02000000000000000000" pitchFamily="2" charset="-78"/>
              </a:endParaRPr>
            </a:p>
          </p:txBody>
        </p:sp>
        <p:sp>
          <p:nvSpPr>
            <p:cNvPr id="7" name="Shape 5"/>
            <p:cNvSpPr/>
            <p:nvPr/>
          </p:nvSpPr>
          <p:spPr>
            <a:xfrm>
              <a:off x="11131296" y="1487424"/>
              <a:ext cx="463296" cy="463296"/>
            </a:xfrm>
            <a:prstGeom prst="ellipse">
              <a:avLst/>
            </a:prstGeom>
            <a:solidFill>
              <a:srgbClr val="008658"/>
            </a:solidFill>
            <a:ln w="12700">
              <a:solidFill>
                <a:srgbClr val="1565A0"/>
              </a:solidFill>
              <a:prstDash val="solid"/>
            </a:ln>
          </p:spPr>
          <p:txBody>
            <a:bodyPr/>
            <a:lstStyle/>
            <a:p>
              <a:endParaRPr lang="ar-EG" sz="3200" dirty="0">
                <a:latin typeface="Sakkal Majalla" panose="02000000000000000000" pitchFamily="2" charset="-78"/>
                <a:cs typeface="Sakkal Majalla" panose="02000000000000000000" pitchFamily="2" charset="-78"/>
              </a:endParaRPr>
            </a:p>
          </p:txBody>
        </p:sp>
        <p:sp>
          <p:nvSpPr>
            <p:cNvPr id="8" name="Text 6"/>
            <p:cNvSpPr/>
            <p:nvPr/>
          </p:nvSpPr>
          <p:spPr>
            <a:xfrm>
              <a:off x="11131296" y="1499616"/>
              <a:ext cx="463296" cy="438912"/>
            </a:xfrm>
            <a:prstGeom prst="rect">
              <a:avLst/>
            </a:prstGeom>
            <a:noFill/>
            <a:ln/>
          </p:spPr>
          <p:txBody>
            <a:bodyPr wrap="square" rtlCol="0" anchor="ctr"/>
            <a:lstStyle/>
            <a:p>
              <a:pPr algn="ctr"/>
              <a:r>
                <a:rPr lang="ar-EG" sz="2000" b="1" dirty="0">
                  <a:solidFill>
                    <a:srgbClr val="FFFFFF"/>
                  </a:solidFill>
                  <a:latin typeface="Sakkal Majalla" panose="02000000000000000000" pitchFamily="2" charset="-78"/>
                  <a:ea typeface="Calibri" pitchFamily="34" charset="-122"/>
                  <a:cs typeface="Sakkal Majalla" panose="02000000000000000000" pitchFamily="2" charset="-78"/>
                </a:rPr>
                <a:t>1</a:t>
              </a:r>
              <a:endParaRPr lang="ar-EG" sz="2000" dirty="0">
                <a:latin typeface="Sakkal Majalla" panose="02000000000000000000" pitchFamily="2" charset="-78"/>
                <a:cs typeface="Sakkal Majalla" panose="02000000000000000000" pitchFamily="2" charset="-78"/>
              </a:endParaRPr>
            </a:p>
          </p:txBody>
        </p:sp>
        <p:sp>
          <p:nvSpPr>
            <p:cNvPr id="9" name="Text 7"/>
            <p:cNvSpPr/>
            <p:nvPr/>
          </p:nvSpPr>
          <p:spPr>
            <a:xfrm>
              <a:off x="6339840" y="1463040"/>
              <a:ext cx="4693920" cy="512064"/>
            </a:xfrm>
            <a:prstGeom prst="rect">
              <a:avLst/>
            </a:prstGeom>
            <a:noFill/>
            <a:ln/>
          </p:spPr>
          <p:txBody>
            <a:bodyPr wrap="square" rtlCol="0" anchor="ctr"/>
            <a:lstStyle/>
            <a:p>
              <a:pPr algn="r" rtl="1"/>
              <a:r>
                <a:rPr lang="ar-EG" sz="2000" b="1" dirty="0">
                  <a:solidFill>
                    <a:srgbClr val="008658"/>
                  </a:solidFill>
                  <a:latin typeface="Sakkal Majalla" panose="02000000000000000000" pitchFamily="2" charset="-78"/>
                  <a:ea typeface="Arial" pitchFamily="34" charset="-122"/>
                  <a:cs typeface="Sakkal Majalla" panose="02000000000000000000" pitchFamily="2" charset="-78"/>
                </a:rPr>
                <a:t>تعريف الامتثال</a:t>
              </a:r>
              <a:endParaRPr lang="ar-EG" sz="2000" dirty="0">
                <a:solidFill>
                  <a:srgbClr val="008658"/>
                </a:solidFill>
                <a:latin typeface="Sakkal Majalla" panose="02000000000000000000" pitchFamily="2" charset="-78"/>
                <a:cs typeface="Sakkal Majalla" panose="02000000000000000000" pitchFamily="2" charset="-78"/>
              </a:endParaRPr>
            </a:p>
          </p:txBody>
        </p:sp>
        <p:sp>
          <p:nvSpPr>
            <p:cNvPr id="10" name="Shape 8"/>
            <p:cNvSpPr/>
            <p:nvPr/>
          </p:nvSpPr>
          <p:spPr>
            <a:xfrm>
              <a:off x="6339840" y="2011680"/>
              <a:ext cx="5303520" cy="24384"/>
            </a:xfrm>
            <a:prstGeom prst="rect">
              <a:avLst/>
            </a:prstGeom>
            <a:solidFill>
              <a:srgbClr val="E0E8E4"/>
            </a:solidFill>
            <a:ln/>
          </p:spPr>
          <p:txBody>
            <a:bodyPr/>
            <a:lstStyle/>
            <a:p>
              <a:endParaRPr lang="ar-EG" sz="3200" dirty="0">
                <a:latin typeface="Sakkal Majalla" panose="02000000000000000000" pitchFamily="2" charset="-78"/>
                <a:cs typeface="Sakkal Majalla" panose="02000000000000000000" pitchFamily="2" charset="-78"/>
              </a:endParaRPr>
            </a:p>
          </p:txBody>
        </p:sp>
        <p:sp>
          <p:nvSpPr>
            <p:cNvPr id="11" name="Text 9"/>
            <p:cNvSpPr/>
            <p:nvPr/>
          </p:nvSpPr>
          <p:spPr>
            <a:xfrm>
              <a:off x="6339840" y="2097024"/>
              <a:ext cx="5303520" cy="1341120"/>
            </a:xfrm>
            <a:prstGeom prst="rect">
              <a:avLst/>
            </a:prstGeom>
            <a:noFill/>
            <a:ln/>
          </p:spPr>
          <p:txBody>
            <a:bodyPr wrap="square" rtlCol="0" anchor="t"/>
            <a:lstStyle/>
            <a:p>
              <a:pPr algn="r" rtl="1"/>
              <a:r>
                <a:rPr lang="ar-EG" dirty="0">
                  <a:solidFill>
                    <a:srgbClr val="1C2B22"/>
                  </a:solidFill>
                  <a:latin typeface="Sakkal Majalla" panose="02000000000000000000" pitchFamily="2" charset="-78"/>
                  <a:ea typeface="Arial" pitchFamily="34" charset="-122"/>
                  <a:cs typeface="Sakkal Majalla" panose="02000000000000000000" pitchFamily="2" charset="-78"/>
                </a:rPr>
                <a:t>تلبية المنشأة لجميع متطلبات إلزامية (أنظمة ولوائح) ومتطلبات اختيارية (سياسات داخلية ومعايير مهنية) لتجنب مخاطر عدم الامتثال.</a:t>
              </a:r>
              <a:endParaRPr lang="ar-EG" dirty="0">
                <a:latin typeface="Sakkal Majalla" panose="02000000000000000000" pitchFamily="2" charset="-78"/>
                <a:cs typeface="Sakkal Majalla" panose="02000000000000000000" pitchFamily="2" charset="-78"/>
              </a:endParaRPr>
            </a:p>
          </p:txBody>
        </p:sp>
        <p:sp>
          <p:nvSpPr>
            <p:cNvPr id="12" name="Shape 10"/>
            <p:cNvSpPr/>
            <p:nvPr/>
          </p:nvSpPr>
          <p:spPr>
            <a:xfrm>
              <a:off x="426720" y="1341120"/>
              <a:ext cx="5547360" cy="225552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ar-EG" sz="3200" dirty="0">
                <a:latin typeface="Sakkal Majalla" panose="02000000000000000000" pitchFamily="2" charset="-78"/>
                <a:cs typeface="Sakkal Majalla" panose="02000000000000000000" pitchFamily="2" charset="-78"/>
              </a:endParaRPr>
            </a:p>
          </p:txBody>
        </p:sp>
        <p:sp>
          <p:nvSpPr>
            <p:cNvPr id="13" name="Shape 11"/>
            <p:cNvSpPr/>
            <p:nvPr/>
          </p:nvSpPr>
          <p:spPr>
            <a:xfrm>
              <a:off x="426720" y="1341120"/>
              <a:ext cx="5547360" cy="73152"/>
            </a:xfrm>
            <a:prstGeom prst="rect">
              <a:avLst/>
            </a:prstGeom>
            <a:solidFill>
              <a:srgbClr val="008658"/>
            </a:solidFill>
            <a:ln/>
          </p:spPr>
          <p:txBody>
            <a:bodyPr/>
            <a:lstStyle/>
            <a:p>
              <a:endParaRPr lang="ar-EG" sz="3200" dirty="0">
                <a:latin typeface="Sakkal Majalla" panose="02000000000000000000" pitchFamily="2" charset="-78"/>
                <a:cs typeface="Sakkal Majalla" panose="02000000000000000000" pitchFamily="2" charset="-78"/>
              </a:endParaRPr>
            </a:p>
          </p:txBody>
        </p:sp>
        <p:sp>
          <p:nvSpPr>
            <p:cNvPr id="14" name="Shape 12"/>
            <p:cNvSpPr/>
            <p:nvPr/>
          </p:nvSpPr>
          <p:spPr>
            <a:xfrm>
              <a:off x="5340096" y="1487424"/>
              <a:ext cx="463296" cy="463296"/>
            </a:xfrm>
            <a:prstGeom prst="ellipse">
              <a:avLst/>
            </a:prstGeom>
            <a:solidFill>
              <a:srgbClr val="008658"/>
            </a:solidFill>
            <a:ln w="12700">
              <a:solidFill>
                <a:srgbClr val="1565A0"/>
              </a:solidFill>
              <a:prstDash val="solid"/>
            </a:ln>
          </p:spPr>
          <p:txBody>
            <a:bodyPr/>
            <a:lstStyle/>
            <a:p>
              <a:endParaRPr lang="ar-EG" sz="3200" dirty="0">
                <a:latin typeface="Sakkal Majalla" panose="02000000000000000000" pitchFamily="2" charset="-78"/>
                <a:cs typeface="Sakkal Majalla" panose="02000000000000000000" pitchFamily="2" charset="-78"/>
              </a:endParaRPr>
            </a:p>
          </p:txBody>
        </p:sp>
        <p:sp>
          <p:nvSpPr>
            <p:cNvPr id="15" name="Text 13"/>
            <p:cNvSpPr/>
            <p:nvPr/>
          </p:nvSpPr>
          <p:spPr>
            <a:xfrm>
              <a:off x="5340096" y="1499616"/>
              <a:ext cx="463296" cy="438912"/>
            </a:xfrm>
            <a:prstGeom prst="rect">
              <a:avLst/>
            </a:prstGeom>
            <a:noFill/>
            <a:ln/>
          </p:spPr>
          <p:txBody>
            <a:bodyPr wrap="square" rtlCol="0" anchor="ctr"/>
            <a:lstStyle/>
            <a:p>
              <a:pPr algn="ctr"/>
              <a:r>
                <a:rPr lang="ar-EG" sz="2000" b="1" dirty="0">
                  <a:solidFill>
                    <a:srgbClr val="FFFFFF"/>
                  </a:solidFill>
                  <a:latin typeface="Sakkal Majalla" panose="02000000000000000000" pitchFamily="2" charset="-78"/>
                  <a:ea typeface="Calibri" pitchFamily="34" charset="-122"/>
                  <a:cs typeface="Sakkal Majalla" panose="02000000000000000000" pitchFamily="2" charset="-78"/>
                </a:rPr>
                <a:t>2</a:t>
              </a:r>
              <a:endParaRPr lang="ar-EG" sz="2000" dirty="0">
                <a:latin typeface="Sakkal Majalla" panose="02000000000000000000" pitchFamily="2" charset="-78"/>
                <a:cs typeface="Sakkal Majalla" panose="02000000000000000000" pitchFamily="2" charset="-78"/>
              </a:endParaRPr>
            </a:p>
          </p:txBody>
        </p:sp>
        <p:sp>
          <p:nvSpPr>
            <p:cNvPr id="16" name="Text 14"/>
            <p:cNvSpPr/>
            <p:nvPr/>
          </p:nvSpPr>
          <p:spPr>
            <a:xfrm>
              <a:off x="548640" y="1463040"/>
              <a:ext cx="4693920" cy="512064"/>
            </a:xfrm>
            <a:prstGeom prst="rect">
              <a:avLst/>
            </a:prstGeom>
            <a:noFill/>
            <a:ln/>
          </p:spPr>
          <p:txBody>
            <a:bodyPr wrap="square" rtlCol="0" anchor="ctr"/>
            <a:lstStyle/>
            <a:p>
              <a:pPr algn="r" rtl="1"/>
              <a:r>
                <a:rPr lang="ar-EG" sz="2000" b="1" dirty="0">
                  <a:solidFill>
                    <a:srgbClr val="008658"/>
                  </a:solidFill>
                  <a:latin typeface="Sakkal Majalla" panose="02000000000000000000" pitchFamily="2" charset="-78"/>
                  <a:ea typeface="Arial" pitchFamily="34" charset="-122"/>
                  <a:cs typeface="Sakkal Majalla" panose="02000000000000000000" pitchFamily="2" charset="-78"/>
                </a:rPr>
                <a:t>مستويان للمتطلبات</a:t>
              </a:r>
              <a:endParaRPr lang="ar-EG" sz="2000" dirty="0">
                <a:solidFill>
                  <a:srgbClr val="008658"/>
                </a:solidFill>
                <a:latin typeface="Sakkal Majalla" panose="02000000000000000000" pitchFamily="2" charset="-78"/>
                <a:cs typeface="Sakkal Majalla" panose="02000000000000000000" pitchFamily="2" charset="-78"/>
              </a:endParaRPr>
            </a:p>
          </p:txBody>
        </p:sp>
        <p:sp>
          <p:nvSpPr>
            <p:cNvPr id="17" name="Shape 15"/>
            <p:cNvSpPr/>
            <p:nvPr/>
          </p:nvSpPr>
          <p:spPr>
            <a:xfrm>
              <a:off x="548640" y="2011680"/>
              <a:ext cx="5303520" cy="24384"/>
            </a:xfrm>
            <a:prstGeom prst="rect">
              <a:avLst/>
            </a:prstGeom>
            <a:solidFill>
              <a:srgbClr val="E0E8E4"/>
            </a:solidFill>
            <a:ln/>
          </p:spPr>
          <p:txBody>
            <a:bodyPr/>
            <a:lstStyle/>
            <a:p>
              <a:endParaRPr lang="ar-EG" sz="3200" dirty="0">
                <a:latin typeface="Sakkal Majalla" panose="02000000000000000000" pitchFamily="2" charset="-78"/>
                <a:cs typeface="Sakkal Majalla" panose="02000000000000000000" pitchFamily="2" charset="-78"/>
              </a:endParaRPr>
            </a:p>
          </p:txBody>
        </p:sp>
        <p:sp>
          <p:nvSpPr>
            <p:cNvPr id="18" name="Text 16"/>
            <p:cNvSpPr/>
            <p:nvPr/>
          </p:nvSpPr>
          <p:spPr>
            <a:xfrm>
              <a:off x="548640" y="2097024"/>
              <a:ext cx="5303520" cy="1341120"/>
            </a:xfrm>
            <a:prstGeom prst="rect">
              <a:avLst/>
            </a:prstGeom>
            <a:noFill/>
            <a:ln/>
          </p:spPr>
          <p:txBody>
            <a:bodyPr wrap="square" rtlCol="0" anchor="t"/>
            <a:lstStyle/>
            <a:p>
              <a:pPr algn="r" rtl="1"/>
              <a:r>
                <a:rPr lang="ar-EG" dirty="0">
                  <a:solidFill>
                    <a:srgbClr val="1C2B22"/>
                  </a:solidFill>
                  <a:latin typeface="Sakkal Majalla" panose="02000000000000000000" pitchFamily="2" charset="-78"/>
                  <a:ea typeface="Arial" pitchFamily="34" charset="-122"/>
                  <a:cs typeface="Sakkal Majalla" panose="02000000000000000000" pitchFamily="2" charset="-78"/>
                </a:rPr>
                <a:t>المستوى الأول: المتطلبات الخارجية الإلزامية (أنظمة، قوانين، تصاريح، تراخيص) | المستوى الثاني: المتطلبات الداخلية الاختيارية (عقود، سياسات داخلية).</a:t>
              </a:r>
              <a:endParaRPr lang="ar-EG" dirty="0">
                <a:latin typeface="Sakkal Majalla" panose="02000000000000000000" pitchFamily="2" charset="-78"/>
                <a:cs typeface="Sakkal Majalla" panose="02000000000000000000" pitchFamily="2" charset="-78"/>
              </a:endParaRPr>
            </a:p>
          </p:txBody>
        </p:sp>
        <p:sp>
          <p:nvSpPr>
            <p:cNvPr id="19" name="Shape 17"/>
            <p:cNvSpPr/>
            <p:nvPr/>
          </p:nvSpPr>
          <p:spPr>
            <a:xfrm>
              <a:off x="6217920" y="3779520"/>
              <a:ext cx="5547360" cy="225552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ar-EG" sz="3200" dirty="0">
                <a:latin typeface="Sakkal Majalla" panose="02000000000000000000" pitchFamily="2" charset="-78"/>
                <a:cs typeface="Sakkal Majalla" panose="02000000000000000000" pitchFamily="2" charset="-78"/>
              </a:endParaRPr>
            </a:p>
          </p:txBody>
        </p:sp>
        <p:sp>
          <p:nvSpPr>
            <p:cNvPr id="20" name="Shape 18"/>
            <p:cNvSpPr/>
            <p:nvPr/>
          </p:nvSpPr>
          <p:spPr>
            <a:xfrm>
              <a:off x="6217920" y="3779520"/>
              <a:ext cx="5547360" cy="73152"/>
            </a:xfrm>
            <a:prstGeom prst="rect">
              <a:avLst/>
            </a:prstGeom>
            <a:solidFill>
              <a:srgbClr val="008658"/>
            </a:solidFill>
            <a:ln/>
          </p:spPr>
          <p:txBody>
            <a:bodyPr/>
            <a:lstStyle/>
            <a:p>
              <a:endParaRPr lang="ar-EG" sz="3200" dirty="0">
                <a:latin typeface="Sakkal Majalla" panose="02000000000000000000" pitchFamily="2" charset="-78"/>
                <a:cs typeface="Sakkal Majalla" panose="02000000000000000000" pitchFamily="2" charset="-78"/>
              </a:endParaRPr>
            </a:p>
          </p:txBody>
        </p:sp>
        <p:sp>
          <p:nvSpPr>
            <p:cNvPr id="21" name="Shape 19"/>
            <p:cNvSpPr/>
            <p:nvPr/>
          </p:nvSpPr>
          <p:spPr>
            <a:xfrm>
              <a:off x="11131296" y="3925824"/>
              <a:ext cx="463296" cy="463296"/>
            </a:xfrm>
            <a:prstGeom prst="ellipse">
              <a:avLst/>
            </a:prstGeom>
            <a:solidFill>
              <a:srgbClr val="008658"/>
            </a:solidFill>
            <a:ln w="12700">
              <a:solidFill>
                <a:srgbClr val="1565A0"/>
              </a:solidFill>
              <a:prstDash val="solid"/>
            </a:ln>
          </p:spPr>
          <p:txBody>
            <a:bodyPr/>
            <a:lstStyle/>
            <a:p>
              <a:endParaRPr lang="ar-EG" sz="3200" dirty="0">
                <a:latin typeface="Sakkal Majalla" panose="02000000000000000000" pitchFamily="2" charset="-78"/>
                <a:cs typeface="Sakkal Majalla" panose="02000000000000000000" pitchFamily="2" charset="-78"/>
              </a:endParaRPr>
            </a:p>
          </p:txBody>
        </p:sp>
        <p:sp>
          <p:nvSpPr>
            <p:cNvPr id="22" name="Text 20"/>
            <p:cNvSpPr/>
            <p:nvPr/>
          </p:nvSpPr>
          <p:spPr>
            <a:xfrm>
              <a:off x="11131296" y="3938016"/>
              <a:ext cx="463296" cy="438912"/>
            </a:xfrm>
            <a:prstGeom prst="rect">
              <a:avLst/>
            </a:prstGeom>
            <a:noFill/>
            <a:ln/>
          </p:spPr>
          <p:txBody>
            <a:bodyPr wrap="square" rtlCol="0" anchor="ctr"/>
            <a:lstStyle/>
            <a:p>
              <a:pPr algn="ctr"/>
              <a:r>
                <a:rPr lang="ar-EG" sz="2000" b="1" dirty="0">
                  <a:solidFill>
                    <a:srgbClr val="FFFFFF"/>
                  </a:solidFill>
                  <a:latin typeface="Sakkal Majalla" panose="02000000000000000000" pitchFamily="2" charset="-78"/>
                  <a:ea typeface="Calibri" pitchFamily="34" charset="-122"/>
                  <a:cs typeface="Sakkal Majalla" panose="02000000000000000000" pitchFamily="2" charset="-78"/>
                </a:rPr>
                <a:t>3</a:t>
              </a:r>
              <a:endParaRPr lang="ar-EG" sz="2000" dirty="0">
                <a:latin typeface="Sakkal Majalla" panose="02000000000000000000" pitchFamily="2" charset="-78"/>
                <a:cs typeface="Sakkal Majalla" panose="02000000000000000000" pitchFamily="2" charset="-78"/>
              </a:endParaRPr>
            </a:p>
          </p:txBody>
        </p:sp>
        <p:sp>
          <p:nvSpPr>
            <p:cNvPr id="23" name="Text 21"/>
            <p:cNvSpPr/>
            <p:nvPr/>
          </p:nvSpPr>
          <p:spPr>
            <a:xfrm>
              <a:off x="6339840" y="3901440"/>
              <a:ext cx="4693920" cy="512064"/>
            </a:xfrm>
            <a:prstGeom prst="rect">
              <a:avLst/>
            </a:prstGeom>
            <a:noFill/>
            <a:ln/>
          </p:spPr>
          <p:txBody>
            <a:bodyPr wrap="square" rtlCol="0" anchor="ctr"/>
            <a:lstStyle/>
            <a:p>
              <a:pPr algn="r" rtl="1"/>
              <a:r>
                <a:rPr lang="ar-EG" sz="2000" b="1" dirty="0">
                  <a:solidFill>
                    <a:srgbClr val="008658"/>
                  </a:solidFill>
                  <a:latin typeface="Sakkal Majalla" panose="02000000000000000000" pitchFamily="2" charset="-78"/>
                  <a:ea typeface="Arial" pitchFamily="34" charset="-122"/>
                  <a:cs typeface="Sakkal Majalla" panose="02000000000000000000" pitchFamily="2" charset="-78"/>
                </a:rPr>
                <a:t>الوظائف الخمس الرئيسية</a:t>
              </a:r>
              <a:endParaRPr lang="ar-EG" sz="2000" dirty="0">
                <a:solidFill>
                  <a:srgbClr val="008658"/>
                </a:solidFill>
                <a:latin typeface="Sakkal Majalla" panose="02000000000000000000" pitchFamily="2" charset="-78"/>
                <a:cs typeface="Sakkal Majalla" panose="02000000000000000000" pitchFamily="2" charset="-78"/>
              </a:endParaRPr>
            </a:p>
          </p:txBody>
        </p:sp>
        <p:sp>
          <p:nvSpPr>
            <p:cNvPr id="24" name="Shape 22"/>
            <p:cNvSpPr/>
            <p:nvPr/>
          </p:nvSpPr>
          <p:spPr>
            <a:xfrm>
              <a:off x="6339840" y="4450080"/>
              <a:ext cx="5303520" cy="24384"/>
            </a:xfrm>
            <a:prstGeom prst="rect">
              <a:avLst/>
            </a:prstGeom>
            <a:solidFill>
              <a:srgbClr val="E0E8E4"/>
            </a:solidFill>
            <a:ln/>
          </p:spPr>
          <p:txBody>
            <a:bodyPr/>
            <a:lstStyle/>
            <a:p>
              <a:endParaRPr lang="ar-EG" sz="3200" dirty="0">
                <a:latin typeface="Sakkal Majalla" panose="02000000000000000000" pitchFamily="2" charset="-78"/>
                <a:cs typeface="Sakkal Majalla" panose="02000000000000000000" pitchFamily="2" charset="-78"/>
              </a:endParaRPr>
            </a:p>
          </p:txBody>
        </p:sp>
        <p:sp>
          <p:nvSpPr>
            <p:cNvPr id="25" name="Text 23"/>
            <p:cNvSpPr/>
            <p:nvPr/>
          </p:nvSpPr>
          <p:spPr>
            <a:xfrm>
              <a:off x="6339840" y="4535424"/>
              <a:ext cx="5303520" cy="1341120"/>
            </a:xfrm>
            <a:prstGeom prst="rect">
              <a:avLst/>
            </a:prstGeom>
            <a:noFill/>
            <a:ln/>
          </p:spPr>
          <p:txBody>
            <a:bodyPr wrap="square" rtlCol="0" anchor="t"/>
            <a:lstStyle/>
            <a:p>
              <a:pPr algn="r" rtl="1"/>
              <a:r>
                <a:rPr lang="ar-EG" dirty="0">
                  <a:solidFill>
                    <a:srgbClr val="1C2B22"/>
                  </a:solidFill>
                  <a:latin typeface="Sakkal Majalla" panose="02000000000000000000" pitchFamily="2" charset="-78"/>
                  <a:ea typeface="Arial" pitchFamily="34" charset="-122"/>
                  <a:cs typeface="Sakkal Majalla" panose="02000000000000000000" pitchFamily="2" charset="-78"/>
                </a:rPr>
                <a:t>تحديد المخاطر والمشورة | الوقاية وتصميم الضوابط | المراقبة وقياس الفعالية | الحل والمعالجة عند حدوث عدم الامتثال | الدور الاستشاري وبناء الوعي.</a:t>
              </a:r>
              <a:endParaRPr lang="ar-EG" dirty="0">
                <a:latin typeface="Sakkal Majalla" panose="02000000000000000000" pitchFamily="2" charset="-78"/>
                <a:cs typeface="Sakkal Majalla" panose="02000000000000000000" pitchFamily="2" charset="-78"/>
              </a:endParaRPr>
            </a:p>
          </p:txBody>
        </p:sp>
        <p:sp>
          <p:nvSpPr>
            <p:cNvPr id="26" name="Shape 24"/>
            <p:cNvSpPr/>
            <p:nvPr/>
          </p:nvSpPr>
          <p:spPr>
            <a:xfrm>
              <a:off x="426720" y="3779520"/>
              <a:ext cx="5547360" cy="225552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ar-EG" sz="3200" dirty="0">
                <a:latin typeface="Sakkal Majalla" panose="02000000000000000000" pitchFamily="2" charset="-78"/>
                <a:cs typeface="Sakkal Majalla" panose="02000000000000000000" pitchFamily="2" charset="-78"/>
              </a:endParaRPr>
            </a:p>
          </p:txBody>
        </p:sp>
        <p:sp>
          <p:nvSpPr>
            <p:cNvPr id="27" name="Shape 25"/>
            <p:cNvSpPr/>
            <p:nvPr/>
          </p:nvSpPr>
          <p:spPr>
            <a:xfrm>
              <a:off x="426720" y="3779520"/>
              <a:ext cx="5547360" cy="73152"/>
            </a:xfrm>
            <a:prstGeom prst="rect">
              <a:avLst/>
            </a:prstGeom>
            <a:solidFill>
              <a:srgbClr val="008658"/>
            </a:solidFill>
            <a:ln/>
          </p:spPr>
          <p:txBody>
            <a:bodyPr/>
            <a:lstStyle/>
            <a:p>
              <a:endParaRPr lang="ar-EG" sz="3200" dirty="0">
                <a:latin typeface="Sakkal Majalla" panose="02000000000000000000" pitchFamily="2" charset="-78"/>
                <a:cs typeface="Sakkal Majalla" panose="02000000000000000000" pitchFamily="2" charset="-78"/>
              </a:endParaRPr>
            </a:p>
          </p:txBody>
        </p:sp>
        <p:sp>
          <p:nvSpPr>
            <p:cNvPr id="28" name="Shape 26"/>
            <p:cNvSpPr/>
            <p:nvPr/>
          </p:nvSpPr>
          <p:spPr>
            <a:xfrm>
              <a:off x="5340096" y="3925824"/>
              <a:ext cx="463296" cy="463296"/>
            </a:xfrm>
            <a:prstGeom prst="ellipse">
              <a:avLst/>
            </a:prstGeom>
            <a:solidFill>
              <a:srgbClr val="008658"/>
            </a:solidFill>
            <a:ln w="12700">
              <a:solidFill>
                <a:srgbClr val="1565A0"/>
              </a:solidFill>
              <a:prstDash val="solid"/>
            </a:ln>
          </p:spPr>
          <p:txBody>
            <a:bodyPr/>
            <a:lstStyle/>
            <a:p>
              <a:endParaRPr lang="ar-EG" sz="3200" dirty="0">
                <a:latin typeface="Sakkal Majalla" panose="02000000000000000000" pitchFamily="2" charset="-78"/>
                <a:cs typeface="Sakkal Majalla" panose="02000000000000000000" pitchFamily="2" charset="-78"/>
              </a:endParaRPr>
            </a:p>
          </p:txBody>
        </p:sp>
        <p:sp>
          <p:nvSpPr>
            <p:cNvPr id="29" name="Text 27"/>
            <p:cNvSpPr/>
            <p:nvPr/>
          </p:nvSpPr>
          <p:spPr>
            <a:xfrm>
              <a:off x="5340096" y="3938016"/>
              <a:ext cx="463296" cy="438912"/>
            </a:xfrm>
            <a:prstGeom prst="rect">
              <a:avLst/>
            </a:prstGeom>
            <a:noFill/>
            <a:ln/>
          </p:spPr>
          <p:txBody>
            <a:bodyPr wrap="square" rtlCol="0" anchor="ctr"/>
            <a:lstStyle/>
            <a:p>
              <a:pPr algn="ctr"/>
              <a:r>
                <a:rPr lang="ar-EG" sz="2000" b="1" dirty="0">
                  <a:solidFill>
                    <a:srgbClr val="FFFFFF"/>
                  </a:solidFill>
                  <a:latin typeface="Sakkal Majalla" panose="02000000000000000000" pitchFamily="2" charset="-78"/>
                  <a:ea typeface="Calibri" pitchFamily="34" charset="-122"/>
                  <a:cs typeface="Sakkal Majalla" panose="02000000000000000000" pitchFamily="2" charset="-78"/>
                </a:rPr>
                <a:t>4</a:t>
              </a:r>
              <a:endParaRPr lang="ar-EG" sz="2000" dirty="0">
                <a:latin typeface="Sakkal Majalla" panose="02000000000000000000" pitchFamily="2" charset="-78"/>
                <a:cs typeface="Sakkal Majalla" panose="02000000000000000000" pitchFamily="2" charset="-78"/>
              </a:endParaRPr>
            </a:p>
          </p:txBody>
        </p:sp>
        <p:sp>
          <p:nvSpPr>
            <p:cNvPr id="30" name="Text 28"/>
            <p:cNvSpPr/>
            <p:nvPr/>
          </p:nvSpPr>
          <p:spPr>
            <a:xfrm>
              <a:off x="548640" y="3901440"/>
              <a:ext cx="4693920" cy="512064"/>
            </a:xfrm>
            <a:prstGeom prst="rect">
              <a:avLst/>
            </a:prstGeom>
            <a:noFill/>
            <a:ln/>
          </p:spPr>
          <p:txBody>
            <a:bodyPr wrap="square" rtlCol="0" anchor="ctr"/>
            <a:lstStyle/>
            <a:p>
              <a:pPr algn="r" rtl="1"/>
              <a:r>
                <a:rPr lang="ar-EG" sz="2000" b="1" dirty="0">
                  <a:solidFill>
                    <a:srgbClr val="008658"/>
                  </a:solidFill>
                  <a:latin typeface="Sakkal Majalla" panose="02000000000000000000" pitchFamily="2" charset="-78"/>
                  <a:ea typeface="Arial" pitchFamily="34" charset="-122"/>
                  <a:cs typeface="Sakkal Majalla" panose="02000000000000000000" pitchFamily="2" charset="-78"/>
                </a:rPr>
                <a:t>مخاطر عدم الامتثال</a:t>
              </a:r>
              <a:endParaRPr lang="ar-EG" sz="2000" dirty="0">
                <a:solidFill>
                  <a:srgbClr val="008658"/>
                </a:solidFill>
                <a:latin typeface="Sakkal Majalla" panose="02000000000000000000" pitchFamily="2" charset="-78"/>
                <a:cs typeface="Sakkal Majalla" panose="02000000000000000000" pitchFamily="2" charset="-78"/>
              </a:endParaRPr>
            </a:p>
          </p:txBody>
        </p:sp>
        <p:sp>
          <p:nvSpPr>
            <p:cNvPr id="31" name="Shape 29"/>
            <p:cNvSpPr/>
            <p:nvPr/>
          </p:nvSpPr>
          <p:spPr>
            <a:xfrm>
              <a:off x="548640" y="4450080"/>
              <a:ext cx="5303520" cy="24384"/>
            </a:xfrm>
            <a:prstGeom prst="rect">
              <a:avLst/>
            </a:prstGeom>
            <a:solidFill>
              <a:srgbClr val="E0E8E4"/>
            </a:solidFill>
            <a:ln/>
          </p:spPr>
          <p:txBody>
            <a:bodyPr/>
            <a:lstStyle/>
            <a:p>
              <a:endParaRPr lang="ar-EG" sz="3200" dirty="0">
                <a:latin typeface="Sakkal Majalla" panose="02000000000000000000" pitchFamily="2" charset="-78"/>
                <a:cs typeface="Sakkal Majalla" panose="02000000000000000000" pitchFamily="2" charset="-78"/>
              </a:endParaRPr>
            </a:p>
          </p:txBody>
        </p:sp>
        <p:sp>
          <p:nvSpPr>
            <p:cNvPr id="32" name="Text 30"/>
            <p:cNvSpPr/>
            <p:nvPr/>
          </p:nvSpPr>
          <p:spPr>
            <a:xfrm>
              <a:off x="548640" y="4535424"/>
              <a:ext cx="5303520" cy="1341120"/>
            </a:xfrm>
            <a:prstGeom prst="rect">
              <a:avLst/>
            </a:prstGeom>
            <a:noFill/>
            <a:ln/>
          </p:spPr>
          <p:txBody>
            <a:bodyPr wrap="square" rtlCol="0" anchor="t"/>
            <a:lstStyle/>
            <a:p>
              <a:pPr algn="r" rtl="1"/>
              <a:r>
                <a:rPr lang="ar-EG" dirty="0">
                  <a:solidFill>
                    <a:srgbClr val="1C2B22"/>
                  </a:solidFill>
                  <a:latin typeface="Sakkal Majalla" panose="02000000000000000000" pitchFamily="2" charset="-78"/>
                  <a:ea typeface="Arial" pitchFamily="34" charset="-122"/>
                  <a:cs typeface="Sakkal Majalla" panose="02000000000000000000" pitchFamily="2" charset="-78"/>
                </a:rPr>
                <a:t>عقوبات تشريعية وجزائية | فقدان الترخيص أو الاعتماد | الإضرار بسمعة المنشأة وثقة المجتمع | خسائر مالية | تهديد سلامة المرضى.</a:t>
              </a:r>
              <a:endParaRPr lang="ar-EG" dirty="0">
                <a:latin typeface="Sakkal Majalla" panose="02000000000000000000" pitchFamily="2" charset="-78"/>
                <a:cs typeface="Sakkal Majalla" panose="02000000000000000000" pitchFamily="2" charset="-78"/>
              </a:endParaRPr>
            </a:p>
          </p:txBody>
        </p:sp>
      </p:grpSp>
    </p:spTree>
    <p:extLst>
      <p:ext uri="{BB962C8B-B14F-4D97-AF65-F5344CB8AC3E}">
        <p14:creationId xmlns:p14="http://schemas.microsoft.com/office/powerpoint/2010/main" val="1051245345"/>
      </p:ext>
    </p:extLst>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F42241-F641-4A0C-3284-7EF9C0193AE7}"/>
            </a:ext>
          </a:extLst>
        </p:cNvPr>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F8FB3272-9AC4-C331-C623-345B6EB8CD33}"/>
              </a:ext>
            </a:extLst>
          </p:cNvPr>
          <p:cNvGraphicFramePr>
            <a:graphicFrameLocks noChangeAspect="1"/>
          </p:cNvGraphicFramePr>
          <p:nvPr>
            <p:custDataLst>
              <p:tags r:id="rId1"/>
            </p:custDataLst>
          </p:nvPr>
        </p:nvGraphicFramePr>
        <p:xfrm>
          <a:off x="11163" y="1489"/>
          <a:ext cx="1489" cy="1489"/>
        </p:xfrm>
        <a:graphic>
          <a:graphicData uri="http://schemas.openxmlformats.org/presentationml/2006/ole">
            <mc:AlternateContent xmlns:mc="http://schemas.openxmlformats.org/markup-compatibility/2006">
              <mc:Choice xmlns:v="urn:schemas-microsoft-com:vml" Requires="v">
                <p:oleObj name="think-cell Slide" r:id="rId4" imgW="395" imgH="396" progId="TCLayout.ActiveDocument.1">
                  <p:embed/>
                </p:oleObj>
              </mc:Choice>
              <mc:Fallback>
                <p:oleObj name="think-cell Slide" r:id="rId4" imgW="395" imgH="396" progId="TCLayout.ActiveDocument.1">
                  <p:embed/>
                  <p:pic>
                    <p:nvPicPr>
                      <p:cNvPr id="4" name="Object 3" hidden="1">
                        <a:extLst>
                          <a:ext uri="{FF2B5EF4-FFF2-40B4-BE49-F238E27FC236}">
                            <a16:creationId xmlns:a16="http://schemas.microsoft.com/office/drawing/2014/main" id="{867AF10E-5615-4643-278F-9F3FBF27E016}"/>
                          </a:ext>
                        </a:extLst>
                      </p:cNvPr>
                      <p:cNvPicPr/>
                      <p:nvPr/>
                    </p:nvPicPr>
                    <p:blipFill>
                      <a:blip r:embed="rId5"/>
                      <a:stretch>
                        <a:fillRect/>
                      </a:stretch>
                    </p:blipFill>
                    <p:spPr>
                      <a:xfrm>
                        <a:off x="11163" y="1489"/>
                        <a:ext cx="1489" cy="1489"/>
                      </a:xfrm>
                      <a:prstGeom prst="rect">
                        <a:avLst/>
                      </a:prstGeom>
                    </p:spPr>
                  </p:pic>
                </p:oleObj>
              </mc:Fallback>
            </mc:AlternateContent>
          </a:graphicData>
        </a:graphic>
      </p:graphicFrame>
      <p:sp>
        <p:nvSpPr>
          <p:cNvPr id="2" name="Text Placeholder 1">
            <a:extLst>
              <a:ext uri="{FF2B5EF4-FFF2-40B4-BE49-F238E27FC236}">
                <a16:creationId xmlns:a16="http://schemas.microsoft.com/office/drawing/2014/main" id="{1CBA65E9-D69B-0744-9B48-AEF44B305C1F}"/>
              </a:ext>
            </a:extLst>
          </p:cNvPr>
          <p:cNvSpPr txBox="1">
            <a:spLocks/>
          </p:cNvSpPr>
          <p:nvPr/>
        </p:nvSpPr>
        <p:spPr>
          <a:xfrm>
            <a:off x="5495081" y="159153"/>
            <a:ext cx="6389688" cy="523220"/>
          </a:xfrm>
          <a:prstGeom prst="rect">
            <a:avLst/>
          </a:prstGeom>
        </p:spPr>
        <p:txBody>
          <a:bodyPr vert="horz" lIns="91440" tIns="45720" rIns="91440" bIns="45720" rtlCol="0">
            <a:spAutoFit/>
          </a:bodyPr>
          <a:lstStyle>
            <a:lvl1pPr marL="0" indent="0" algn="r" defTabSz="685800" rtl="1" eaLnBrk="1" latinLnBrk="0" hangingPunct="1">
              <a:lnSpc>
                <a:spcPct val="100000"/>
              </a:lnSpc>
              <a:spcBef>
                <a:spcPts val="750"/>
              </a:spcBef>
              <a:buFont typeface="Arial" panose="020B0604020202020204" pitchFamily="34" charset="0"/>
              <a:buNone/>
              <a:defRPr sz="2000" b="1" kern="1200">
                <a:solidFill>
                  <a:schemeClr val="accent3"/>
                </a:solidFill>
                <a:latin typeface="+mn-lt"/>
                <a:ea typeface="+mn-ea"/>
                <a:cs typeface="+mj-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defRPr/>
            </a:pPr>
            <a:r>
              <a:rPr lang="ar-EG" sz="2800" dirty="0">
                <a:solidFill>
                  <a:srgbClr val="008658"/>
                </a:solidFill>
                <a:latin typeface="Calibri" pitchFamily="34" charset="0"/>
                <a:cs typeface="Calibri" pitchFamily="34" charset="-120"/>
              </a:rPr>
              <a:t>أيزو 37301 – دورة PDCA للامتثال</a:t>
            </a:r>
          </a:p>
        </p:txBody>
      </p:sp>
      <p:grpSp>
        <p:nvGrpSpPr>
          <p:cNvPr id="3" name="Group 2">
            <a:extLst>
              <a:ext uri="{FF2B5EF4-FFF2-40B4-BE49-F238E27FC236}">
                <a16:creationId xmlns:a16="http://schemas.microsoft.com/office/drawing/2014/main" id="{BF3ED66B-7DAB-8436-FD28-4071F651A3DF}"/>
              </a:ext>
            </a:extLst>
          </p:cNvPr>
          <p:cNvGrpSpPr/>
          <p:nvPr/>
        </p:nvGrpSpPr>
        <p:grpSpPr>
          <a:xfrm>
            <a:off x="426720" y="1262614"/>
            <a:ext cx="11338560" cy="4693920"/>
            <a:chOff x="426720" y="1262614"/>
            <a:chExt cx="11338560" cy="4693920"/>
          </a:xfrm>
        </p:grpSpPr>
        <p:sp>
          <p:nvSpPr>
            <p:cNvPr id="5" name="Shape 3"/>
            <p:cNvSpPr/>
            <p:nvPr/>
          </p:nvSpPr>
          <p:spPr>
            <a:xfrm>
              <a:off x="6217920" y="1262614"/>
              <a:ext cx="5547360" cy="225552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ar-EG" sz="3200" dirty="0">
                <a:latin typeface="Sakkal Majalla" panose="02000000000000000000" pitchFamily="2" charset="-78"/>
                <a:cs typeface="Sakkal Majalla" panose="02000000000000000000" pitchFamily="2" charset="-78"/>
              </a:endParaRPr>
            </a:p>
          </p:txBody>
        </p:sp>
        <p:sp>
          <p:nvSpPr>
            <p:cNvPr id="6" name="Shape 4"/>
            <p:cNvSpPr/>
            <p:nvPr/>
          </p:nvSpPr>
          <p:spPr>
            <a:xfrm>
              <a:off x="6217920" y="1262614"/>
              <a:ext cx="5547360" cy="73152"/>
            </a:xfrm>
            <a:prstGeom prst="rect">
              <a:avLst/>
            </a:prstGeom>
            <a:solidFill>
              <a:srgbClr val="008658"/>
            </a:solidFill>
            <a:ln/>
          </p:spPr>
          <p:txBody>
            <a:bodyPr/>
            <a:lstStyle/>
            <a:p>
              <a:endParaRPr lang="ar-EG" sz="3200" dirty="0">
                <a:latin typeface="Sakkal Majalla" panose="02000000000000000000" pitchFamily="2" charset="-78"/>
                <a:cs typeface="Sakkal Majalla" panose="02000000000000000000" pitchFamily="2" charset="-78"/>
              </a:endParaRPr>
            </a:p>
          </p:txBody>
        </p:sp>
        <p:sp>
          <p:nvSpPr>
            <p:cNvPr id="7" name="Shape 5"/>
            <p:cNvSpPr/>
            <p:nvPr/>
          </p:nvSpPr>
          <p:spPr>
            <a:xfrm>
              <a:off x="11131296" y="1408918"/>
              <a:ext cx="463296" cy="463296"/>
            </a:xfrm>
            <a:prstGeom prst="ellipse">
              <a:avLst/>
            </a:prstGeom>
            <a:solidFill>
              <a:srgbClr val="008658"/>
            </a:solidFill>
            <a:ln w="12700">
              <a:solidFill>
                <a:srgbClr val="1565A0"/>
              </a:solidFill>
              <a:prstDash val="solid"/>
            </a:ln>
          </p:spPr>
          <p:txBody>
            <a:bodyPr/>
            <a:lstStyle/>
            <a:p>
              <a:endParaRPr lang="ar-EG" sz="3200" dirty="0">
                <a:latin typeface="Sakkal Majalla" panose="02000000000000000000" pitchFamily="2" charset="-78"/>
                <a:cs typeface="Sakkal Majalla" panose="02000000000000000000" pitchFamily="2" charset="-78"/>
              </a:endParaRPr>
            </a:p>
          </p:txBody>
        </p:sp>
        <p:sp>
          <p:nvSpPr>
            <p:cNvPr id="8" name="Text 6"/>
            <p:cNvSpPr/>
            <p:nvPr/>
          </p:nvSpPr>
          <p:spPr>
            <a:xfrm>
              <a:off x="11131296" y="1421110"/>
              <a:ext cx="463296" cy="438912"/>
            </a:xfrm>
            <a:prstGeom prst="rect">
              <a:avLst/>
            </a:prstGeom>
            <a:noFill/>
            <a:ln/>
          </p:spPr>
          <p:txBody>
            <a:bodyPr wrap="square" rtlCol="0" anchor="ctr"/>
            <a:lstStyle/>
            <a:p>
              <a:pPr algn="ctr"/>
              <a:r>
                <a:rPr lang="ar-EG" sz="2000" b="1" dirty="0">
                  <a:solidFill>
                    <a:srgbClr val="FFFFFF"/>
                  </a:solidFill>
                  <a:latin typeface="Sakkal Majalla" panose="02000000000000000000" pitchFamily="2" charset="-78"/>
                  <a:ea typeface="Calibri" pitchFamily="34" charset="-122"/>
                  <a:cs typeface="Sakkal Majalla" panose="02000000000000000000" pitchFamily="2" charset="-78"/>
                </a:rPr>
                <a:t>1</a:t>
              </a:r>
              <a:endParaRPr lang="ar-EG" sz="2000" dirty="0">
                <a:latin typeface="Sakkal Majalla" panose="02000000000000000000" pitchFamily="2" charset="-78"/>
                <a:cs typeface="Sakkal Majalla" panose="02000000000000000000" pitchFamily="2" charset="-78"/>
              </a:endParaRPr>
            </a:p>
          </p:txBody>
        </p:sp>
        <p:sp>
          <p:nvSpPr>
            <p:cNvPr id="9" name="Text 7"/>
            <p:cNvSpPr/>
            <p:nvPr/>
          </p:nvSpPr>
          <p:spPr>
            <a:xfrm>
              <a:off x="6339840" y="1384534"/>
              <a:ext cx="4693920" cy="512064"/>
            </a:xfrm>
            <a:prstGeom prst="rect">
              <a:avLst/>
            </a:prstGeom>
            <a:noFill/>
            <a:ln/>
          </p:spPr>
          <p:txBody>
            <a:bodyPr wrap="square" rtlCol="0" anchor="ctr"/>
            <a:lstStyle/>
            <a:p>
              <a:pPr algn="r" rtl="1"/>
              <a:r>
                <a:rPr lang="ar-EG" sz="2000" b="1" dirty="0">
                  <a:solidFill>
                    <a:srgbClr val="008658"/>
                  </a:solidFill>
                  <a:latin typeface="Sakkal Majalla" panose="02000000000000000000" pitchFamily="2" charset="-78"/>
                  <a:ea typeface="Arial" pitchFamily="34" charset="-122"/>
                  <a:cs typeface="Sakkal Majalla" panose="02000000000000000000" pitchFamily="2" charset="-78"/>
                </a:rPr>
                <a:t>التخطيط  Plan</a:t>
              </a:r>
              <a:endParaRPr lang="ar-EG" sz="2000" dirty="0">
                <a:solidFill>
                  <a:srgbClr val="008658"/>
                </a:solidFill>
                <a:latin typeface="Sakkal Majalla" panose="02000000000000000000" pitchFamily="2" charset="-78"/>
                <a:cs typeface="Sakkal Majalla" panose="02000000000000000000" pitchFamily="2" charset="-78"/>
              </a:endParaRPr>
            </a:p>
          </p:txBody>
        </p:sp>
        <p:sp>
          <p:nvSpPr>
            <p:cNvPr id="10" name="Shape 8"/>
            <p:cNvSpPr/>
            <p:nvPr/>
          </p:nvSpPr>
          <p:spPr>
            <a:xfrm>
              <a:off x="6339840" y="1933174"/>
              <a:ext cx="5303520" cy="24384"/>
            </a:xfrm>
            <a:prstGeom prst="rect">
              <a:avLst/>
            </a:prstGeom>
            <a:solidFill>
              <a:srgbClr val="E0E8E4"/>
            </a:solidFill>
            <a:ln/>
          </p:spPr>
          <p:txBody>
            <a:bodyPr/>
            <a:lstStyle/>
            <a:p>
              <a:endParaRPr lang="ar-EG" sz="3200" dirty="0">
                <a:latin typeface="Sakkal Majalla" panose="02000000000000000000" pitchFamily="2" charset="-78"/>
                <a:cs typeface="Sakkal Majalla" panose="02000000000000000000" pitchFamily="2" charset="-78"/>
              </a:endParaRPr>
            </a:p>
          </p:txBody>
        </p:sp>
        <p:sp>
          <p:nvSpPr>
            <p:cNvPr id="11" name="Text 9"/>
            <p:cNvSpPr/>
            <p:nvPr/>
          </p:nvSpPr>
          <p:spPr>
            <a:xfrm>
              <a:off x="6339840" y="2018518"/>
              <a:ext cx="5303520" cy="1341120"/>
            </a:xfrm>
            <a:prstGeom prst="rect">
              <a:avLst/>
            </a:prstGeom>
            <a:noFill/>
            <a:ln/>
          </p:spPr>
          <p:txBody>
            <a:bodyPr wrap="square" rtlCol="0" anchor="t"/>
            <a:lstStyle/>
            <a:p>
              <a:pPr algn="r" rtl="1"/>
              <a:r>
                <a:rPr lang="ar-EG" dirty="0">
                  <a:solidFill>
                    <a:srgbClr val="1C2B22"/>
                  </a:solidFill>
                  <a:latin typeface="Sakkal Majalla" panose="02000000000000000000" pitchFamily="2" charset="-78"/>
                  <a:ea typeface="Arial" pitchFamily="34" charset="-122"/>
                  <a:cs typeface="Sakkal Majalla" panose="02000000000000000000" pitchFamily="2" charset="-78"/>
                </a:rPr>
                <a:t>تحديد المتطلبات التنظيمية والمخاطر، تحديد الأدوار والمسؤوليات، وضع سياسة الامتثال وتصميم نظام الامتثال الشامل</a:t>
              </a:r>
              <a:endParaRPr lang="ar-EG" dirty="0">
                <a:latin typeface="Sakkal Majalla" panose="02000000000000000000" pitchFamily="2" charset="-78"/>
                <a:cs typeface="Sakkal Majalla" panose="02000000000000000000" pitchFamily="2" charset="-78"/>
              </a:endParaRPr>
            </a:p>
          </p:txBody>
        </p:sp>
        <p:sp>
          <p:nvSpPr>
            <p:cNvPr id="12" name="Shape 10"/>
            <p:cNvSpPr/>
            <p:nvPr/>
          </p:nvSpPr>
          <p:spPr>
            <a:xfrm>
              <a:off x="426720" y="1262614"/>
              <a:ext cx="5547360" cy="225552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ar-EG" sz="3200" dirty="0">
                <a:latin typeface="Sakkal Majalla" panose="02000000000000000000" pitchFamily="2" charset="-78"/>
                <a:cs typeface="Sakkal Majalla" panose="02000000000000000000" pitchFamily="2" charset="-78"/>
              </a:endParaRPr>
            </a:p>
          </p:txBody>
        </p:sp>
        <p:sp>
          <p:nvSpPr>
            <p:cNvPr id="13" name="Shape 11"/>
            <p:cNvSpPr/>
            <p:nvPr/>
          </p:nvSpPr>
          <p:spPr>
            <a:xfrm>
              <a:off x="426720" y="1262614"/>
              <a:ext cx="5547360" cy="73152"/>
            </a:xfrm>
            <a:prstGeom prst="rect">
              <a:avLst/>
            </a:prstGeom>
            <a:solidFill>
              <a:srgbClr val="008658"/>
            </a:solidFill>
            <a:ln/>
          </p:spPr>
          <p:txBody>
            <a:bodyPr/>
            <a:lstStyle/>
            <a:p>
              <a:endParaRPr lang="ar-EG" sz="3200" dirty="0">
                <a:latin typeface="Sakkal Majalla" panose="02000000000000000000" pitchFamily="2" charset="-78"/>
                <a:cs typeface="Sakkal Majalla" panose="02000000000000000000" pitchFamily="2" charset="-78"/>
              </a:endParaRPr>
            </a:p>
          </p:txBody>
        </p:sp>
        <p:sp>
          <p:nvSpPr>
            <p:cNvPr id="14" name="Shape 12"/>
            <p:cNvSpPr/>
            <p:nvPr/>
          </p:nvSpPr>
          <p:spPr>
            <a:xfrm>
              <a:off x="5340096" y="1408918"/>
              <a:ext cx="463296" cy="463296"/>
            </a:xfrm>
            <a:prstGeom prst="ellipse">
              <a:avLst/>
            </a:prstGeom>
            <a:solidFill>
              <a:srgbClr val="008658"/>
            </a:solidFill>
            <a:ln w="12700">
              <a:solidFill>
                <a:srgbClr val="1565A0"/>
              </a:solidFill>
              <a:prstDash val="solid"/>
            </a:ln>
          </p:spPr>
          <p:txBody>
            <a:bodyPr/>
            <a:lstStyle/>
            <a:p>
              <a:endParaRPr lang="ar-EG" sz="3200" dirty="0">
                <a:latin typeface="Sakkal Majalla" panose="02000000000000000000" pitchFamily="2" charset="-78"/>
                <a:cs typeface="Sakkal Majalla" panose="02000000000000000000" pitchFamily="2" charset="-78"/>
              </a:endParaRPr>
            </a:p>
          </p:txBody>
        </p:sp>
        <p:sp>
          <p:nvSpPr>
            <p:cNvPr id="15" name="Text 13"/>
            <p:cNvSpPr/>
            <p:nvPr/>
          </p:nvSpPr>
          <p:spPr>
            <a:xfrm>
              <a:off x="5340096" y="1421110"/>
              <a:ext cx="463296" cy="438912"/>
            </a:xfrm>
            <a:prstGeom prst="rect">
              <a:avLst/>
            </a:prstGeom>
            <a:noFill/>
            <a:ln/>
          </p:spPr>
          <p:txBody>
            <a:bodyPr wrap="square" rtlCol="0" anchor="ctr"/>
            <a:lstStyle/>
            <a:p>
              <a:pPr algn="ctr"/>
              <a:r>
                <a:rPr lang="ar-EG" sz="2000" b="1" dirty="0">
                  <a:solidFill>
                    <a:srgbClr val="FFFFFF"/>
                  </a:solidFill>
                  <a:latin typeface="Sakkal Majalla" panose="02000000000000000000" pitchFamily="2" charset="-78"/>
                  <a:ea typeface="Calibri" pitchFamily="34" charset="-122"/>
                  <a:cs typeface="Sakkal Majalla" panose="02000000000000000000" pitchFamily="2" charset="-78"/>
                </a:rPr>
                <a:t>2</a:t>
              </a:r>
              <a:endParaRPr lang="ar-EG" sz="2000" dirty="0">
                <a:latin typeface="Sakkal Majalla" panose="02000000000000000000" pitchFamily="2" charset="-78"/>
                <a:cs typeface="Sakkal Majalla" panose="02000000000000000000" pitchFamily="2" charset="-78"/>
              </a:endParaRPr>
            </a:p>
          </p:txBody>
        </p:sp>
        <p:sp>
          <p:nvSpPr>
            <p:cNvPr id="16" name="Text 14"/>
            <p:cNvSpPr/>
            <p:nvPr/>
          </p:nvSpPr>
          <p:spPr>
            <a:xfrm>
              <a:off x="548640" y="1384534"/>
              <a:ext cx="4693920" cy="512064"/>
            </a:xfrm>
            <a:prstGeom prst="rect">
              <a:avLst/>
            </a:prstGeom>
            <a:noFill/>
            <a:ln/>
          </p:spPr>
          <p:txBody>
            <a:bodyPr wrap="square" rtlCol="0" anchor="ctr"/>
            <a:lstStyle/>
            <a:p>
              <a:pPr algn="r" rtl="1"/>
              <a:r>
                <a:rPr lang="ar-EG" sz="2000" b="1" dirty="0">
                  <a:solidFill>
                    <a:srgbClr val="008658"/>
                  </a:solidFill>
                  <a:latin typeface="Sakkal Majalla" panose="02000000000000000000" pitchFamily="2" charset="-78"/>
                  <a:ea typeface="Arial" pitchFamily="34" charset="-122"/>
                  <a:cs typeface="Sakkal Majalla" panose="02000000000000000000" pitchFamily="2" charset="-78"/>
                </a:rPr>
                <a:t>التنفيذ  Do</a:t>
              </a:r>
              <a:endParaRPr lang="ar-EG" sz="2000" dirty="0">
                <a:solidFill>
                  <a:srgbClr val="008658"/>
                </a:solidFill>
                <a:latin typeface="Sakkal Majalla" panose="02000000000000000000" pitchFamily="2" charset="-78"/>
                <a:cs typeface="Sakkal Majalla" panose="02000000000000000000" pitchFamily="2" charset="-78"/>
              </a:endParaRPr>
            </a:p>
          </p:txBody>
        </p:sp>
        <p:sp>
          <p:nvSpPr>
            <p:cNvPr id="17" name="Shape 15"/>
            <p:cNvSpPr/>
            <p:nvPr/>
          </p:nvSpPr>
          <p:spPr>
            <a:xfrm>
              <a:off x="548640" y="1933174"/>
              <a:ext cx="5303520" cy="24384"/>
            </a:xfrm>
            <a:prstGeom prst="rect">
              <a:avLst/>
            </a:prstGeom>
            <a:solidFill>
              <a:srgbClr val="E0E8E4"/>
            </a:solidFill>
            <a:ln/>
          </p:spPr>
          <p:txBody>
            <a:bodyPr/>
            <a:lstStyle/>
            <a:p>
              <a:endParaRPr lang="ar-EG" sz="3200" dirty="0">
                <a:latin typeface="Sakkal Majalla" panose="02000000000000000000" pitchFamily="2" charset="-78"/>
                <a:cs typeface="Sakkal Majalla" panose="02000000000000000000" pitchFamily="2" charset="-78"/>
              </a:endParaRPr>
            </a:p>
          </p:txBody>
        </p:sp>
        <p:sp>
          <p:nvSpPr>
            <p:cNvPr id="18" name="Text 16"/>
            <p:cNvSpPr/>
            <p:nvPr/>
          </p:nvSpPr>
          <p:spPr>
            <a:xfrm>
              <a:off x="548640" y="2018518"/>
              <a:ext cx="5303520" cy="1341120"/>
            </a:xfrm>
            <a:prstGeom prst="rect">
              <a:avLst/>
            </a:prstGeom>
            <a:noFill/>
            <a:ln/>
          </p:spPr>
          <p:txBody>
            <a:bodyPr wrap="square" rtlCol="0" anchor="t"/>
            <a:lstStyle/>
            <a:p>
              <a:pPr algn="r" rtl="1"/>
              <a:r>
                <a:rPr lang="ar-EG" dirty="0">
                  <a:solidFill>
                    <a:srgbClr val="1C2B22"/>
                  </a:solidFill>
                  <a:latin typeface="Sakkal Majalla" panose="02000000000000000000" pitchFamily="2" charset="-78"/>
                  <a:ea typeface="Arial" pitchFamily="34" charset="-122"/>
                  <a:cs typeface="Sakkal Majalla" panose="02000000000000000000" pitchFamily="2" charset="-78"/>
                </a:rPr>
                <a:t>تطبيق السياسات الصحية المعتمدة، تدريب الكوادر ورفع الوعي، تصميم ضوابط تشغيلية تمنع المخالفات، توثيق كل ما يتعلق بالامتثال</a:t>
              </a:r>
              <a:endParaRPr lang="ar-EG" dirty="0">
                <a:latin typeface="Sakkal Majalla" panose="02000000000000000000" pitchFamily="2" charset="-78"/>
                <a:cs typeface="Sakkal Majalla" panose="02000000000000000000" pitchFamily="2" charset="-78"/>
              </a:endParaRPr>
            </a:p>
          </p:txBody>
        </p:sp>
        <p:sp>
          <p:nvSpPr>
            <p:cNvPr id="19" name="Shape 17"/>
            <p:cNvSpPr/>
            <p:nvPr/>
          </p:nvSpPr>
          <p:spPr>
            <a:xfrm>
              <a:off x="6217920" y="3701014"/>
              <a:ext cx="5547360" cy="225552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ar-EG" sz="3200" dirty="0">
                <a:latin typeface="Sakkal Majalla" panose="02000000000000000000" pitchFamily="2" charset="-78"/>
                <a:cs typeface="Sakkal Majalla" panose="02000000000000000000" pitchFamily="2" charset="-78"/>
              </a:endParaRPr>
            </a:p>
          </p:txBody>
        </p:sp>
        <p:sp>
          <p:nvSpPr>
            <p:cNvPr id="20" name="Shape 18"/>
            <p:cNvSpPr/>
            <p:nvPr/>
          </p:nvSpPr>
          <p:spPr>
            <a:xfrm>
              <a:off x="6217920" y="3701014"/>
              <a:ext cx="5547360" cy="73152"/>
            </a:xfrm>
            <a:prstGeom prst="rect">
              <a:avLst/>
            </a:prstGeom>
            <a:solidFill>
              <a:srgbClr val="008658"/>
            </a:solidFill>
            <a:ln/>
          </p:spPr>
          <p:txBody>
            <a:bodyPr/>
            <a:lstStyle/>
            <a:p>
              <a:endParaRPr lang="ar-EG" sz="3200" dirty="0">
                <a:latin typeface="Sakkal Majalla" panose="02000000000000000000" pitchFamily="2" charset="-78"/>
                <a:cs typeface="Sakkal Majalla" panose="02000000000000000000" pitchFamily="2" charset="-78"/>
              </a:endParaRPr>
            </a:p>
          </p:txBody>
        </p:sp>
        <p:sp>
          <p:nvSpPr>
            <p:cNvPr id="21" name="Shape 19"/>
            <p:cNvSpPr/>
            <p:nvPr/>
          </p:nvSpPr>
          <p:spPr>
            <a:xfrm>
              <a:off x="11131296" y="3847318"/>
              <a:ext cx="463296" cy="463296"/>
            </a:xfrm>
            <a:prstGeom prst="ellipse">
              <a:avLst/>
            </a:prstGeom>
            <a:solidFill>
              <a:srgbClr val="008658"/>
            </a:solidFill>
            <a:ln w="12700">
              <a:solidFill>
                <a:srgbClr val="1565A0"/>
              </a:solidFill>
              <a:prstDash val="solid"/>
            </a:ln>
          </p:spPr>
          <p:txBody>
            <a:bodyPr/>
            <a:lstStyle/>
            <a:p>
              <a:endParaRPr lang="ar-EG" sz="3200" dirty="0">
                <a:latin typeface="Sakkal Majalla" panose="02000000000000000000" pitchFamily="2" charset="-78"/>
                <a:cs typeface="Sakkal Majalla" panose="02000000000000000000" pitchFamily="2" charset="-78"/>
              </a:endParaRPr>
            </a:p>
          </p:txBody>
        </p:sp>
        <p:sp>
          <p:nvSpPr>
            <p:cNvPr id="22" name="Text 20"/>
            <p:cNvSpPr/>
            <p:nvPr/>
          </p:nvSpPr>
          <p:spPr>
            <a:xfrm>
              <a:off x="11131296" y="3859510"/>
              <a:ext cx="463296" cy="438912"/>
            </a:xfrm>
            <a:prstGeom prst="rect">
              <a:avLst/>
            </a:prstGeom>
            <a:noFill/>
            <a:ln/>
          </p:spPr>
          <p:txBody>
            <a:bodyPr wrap="square" rtlCol="0" anchor="ctr"/>
            <a:lstStyle/>
            <a:p>
              <a:pPr algn="ctr"/>
              <a:r>
                <a:rPr lang="ar-EG" sz="2000" b="1" dirty="0">
                  <a:solidFill>
                    <a:srgbClr val="FFFFFF"/>
                  </a:solidFill>
                  <a:latin typeface="Sakkal Majalla" panose="02000000000000000000" pitchFamily="2" charset="-78"/>
                  <a:ea typeface="Calibri" pitchFamily="34" charset="-122"/>
                  <a:cs typeface="Sakkal Majalla" panose="02000000000000000000" pitchFamily="2" charset="-78"/>
                </a:rPr>
                <a:t>3</a:t>
              </a:r>
              <a:endParaRPr lang="ar-EG" sz="2000" dirty="0">
                <a:latin typeface="Sakkal Majalla" panose="02000000000000000000" pitchFamily="2" charset="-78"/>
                <a:cs typeface="Sakkal Majalla" panose="02000000000000000000" pitchFamily="2" charset="-78"/>
              </a:endParaRPr>
            </a:p>
          </p:txBody>
        </p:sp>
        <p:sp>
          <p:nvSpPr>
            <p:cNvPr id="23" name="Text 21"/>
            <p:cNvSpPr/>
            <p:nvPr/>
          </p:nvSpPr>
          <p:spPr>
            <a:xfrm>
              <a:off x="6339840" y="3822934"/>
              <a:ext cx="4693920" cy="512064"/>
            </a:xfrm>
            <a:prstGeom prst="rect">
              <a:avLst/>
            </a:prstGeom>
            <a:noFill/>
            <a:ln/>
          </p:spPr>
          <p:txBody>
            <a:bodyPr wrap="square" rtlCol="0" anchor="ctr"/>
            <a:lstStyle/>
            <a:p>
              <a:pPr algn="r" rtl="1"/>
              <a:r>
                <a:rPr lang="ar-EG" sz="2000" b="1" dirty="0">
                  <a:solidFill>
                    <a:srgbClr val="008658"/>
                  </a:solidFill>
                  <a:latin typeface="Sakkal Majalla" panose="02000000000000000000" pitchFamily="2" charset="-78"/>
                  <a:ea typeface="Arial" pitchFamily="34" charset="-122"/>
                  <a:cs typeface="Sakkal Majalla" panose="02000000000000000000" pitchFamily="2" charset="-78"/>
                </a:rPr>
                <a:t>التحقق  Check</a:t>
              </a:r>
              <a:endParaRPr lang="ar-EG" sz="2000" dirty="0">
                <a:solidFill>
                  <a:srgbClr val="008658"/>
                </a:solidFill>
                <a:latin typeface="Sakkal Majalla" panose="02000000000000000000" pitchFamily="2" charset="-78"/>
                <a:cs typeface="Sakkal Majalla" panose="02000000000000000000" pitchFamily="2" charset="-78"/>
              </a:endParaRPr>
            </a:p>
          </p:txBody>
        </p:sp>
        <p:sp>
          <p:nvSpPr>
            <p:cNvPr id="24" name="Shape 22"/>
            <p:cNvSpPr/>
            <p:nvPr/>
          </p:nvSpPr>
          <p:spPr>
            <a:xfrm>
              <a:off x="6339840" y="4371574"/>
              <a:ext cx="5303520" cy="24384"/>
            </a:xfrm>
            <a:prstGeom prst="rect">
              <a:avLst/>
            </a:prstGeom>
            <a:solidFill>
              <a:srgbClr val="E0E8E4"/>
            </a:solidFill>
            <a:ln/>
          </p:spPr>
          <p:txBody>
            <a:bodyPr/>
            <a:lstStyle/>
            <a:p>
              <a:endParaRPr lang="ar-EG" sz="3200" dirty="0">
                <a:latin typeface="Sakkal Majalla" panose="02000000000000000000" pitchFamily="2" charset="-78"/>
                <a:cs typeface="Sakkal Majalla" panose="02000000000000000000" pitchFamily="2" charset="-78"/>
              </a:endParaRPr>
            </a:p>
          </p:txBody>
        </p:sp>
        <p:sp>
          <p:nvSpPr>
            <p:cNvPr id="25" name="Text 23"/>
            <p:cNvSpPr/>
            <p:nvPr/>
          </p:nvSpPr>
          <p:spPr>
            <a:xfrm>
              <a:off x="6339840" y="4456918"/>
              <a:ext cx="5303520" cy="1341120"/>
            </a:xfrm>
            <a:prstGeom prst="rect">
              <a:avLst/>
            </a:prstGeom>
            <a:noFill/>
            <a:ln/>
          </p:spPr>
          <p:txBody>
            <a:bodyPr wrap="square" rtlCol="0" anchor="t"/>
            <a:lstStyle/>
            <a:p>
              <a:pPr algn="r" rtl="1"/>
              <a:r>
                <a:rPr lang="ar-EG" dirty="0">
                  <a:solidFill>
                    <a:srgbClr val="1C2B22"/>
                  </a:solidFill>
                  <a:latin typeface="Sakkal Majalla" panose="02000000000000000000" pitchFamily="2" charset="-78"/>
                  <a:ea typeface="Arial" pitchFamily="34" charset="-122"/>
                  <a:cs typeface="Sakkal Majalla" panose="02000000000000000000" pitchFamily="2" charset="-78"/>
                </a:rPr>
                <a:t>مراقبة تطبيق السياسات والضوابط، اختبار فعاليتها تصميماً وتشغيلاً، تحليل نتائج المراقبة والتدقيق، التعامل مع البلاغات المهنية</a:t>
              </a:r>
              <a:endParaRPr lang="ar-EG" dirty="0">
                <a:latin typeface="Sakkal Majalla" panose="02000000000000000000" pitchFamily="2" charset="-78"/>
                <a:cs typeface="Sakkal Majalla" panose="02000000000000000000" pitchFamily="2" charset="-78"/>
              </a:endParaRPr>
            </a:p>
          </p:txBody>
        </p:sp>
        <p:sp>
          <p:nvSpPr>
            <p:cNvPr id="26" name="Shape 24"/>
            <p:cNvSpPr/>
            <p:nvPr/>
          </p:nvSpPr>
          <p:spPr>
            <a:xfrm>
              <a:off x="426720" y="3701014"/>
              <a:ext cx="5547360" cy="225552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ar-EG" sz="3200" dirty="0">
                <a:latin typeface="Sakkal Majalla" panose="02000000000000000000" pitchFamily="2" charset="-78"/>
                <a:cs typeface="Sakkal Majalla" panose="02000000000000000000" pitchFamily="2" charset="-78"/>
              </a:endParaRPr>
            </a:p>
          </p:txBody>
        </p:sp>
        <p:sp>
          <p:nvSpPr>
            <p:cNvPr id="27" name="Shape 25"/>
            <p:cNvSpPr/>
            <p:nvPr/>
          </p:nvSpPr>
          <p:spPr>
            <a:xfrm>
              <a:off x="426720" y="3701014"/>
              <a:ext cx="5547360" cy="73152"/>
            </a:xfrm>
            <a:prstGeom prst="rect">
              <a:avLst/>
            </a:prstGeom>
            <a:solidFill>
              <a:srgbClr val="008658"/>
            </a:solidFill>
            <a:ln/>
          </p:spPr>
          <p:txBody>
            <a:bodyPr/>
            <a:lstStyle/>
            <a:p>
              <a:endParaRPr lang="ar-EG" sz="3200" dirty="0">
                <a:latin typeface="Sakkal Majalla" panose="02000000000000000000" pitchFamily="2" charset="-78"/>
                <a:cs typeface="Sakkal Majalla" panose="02000000000000000000" pitchFamily="2" charset="-78"/>
              </a:endParaRPr>
            </a:p>
          </p:txBody>
        </p:sp>
        <p:sp>
          <p:nvSpPr>
            <p:cNvPr id="28" name="Shape 26"/>
            <p:cNvSpPr/>
            <p:nvPr/>
          </p:nvSpPr>
          <p:spPr>
            <a:xfrm>
              <a:off x="5340096" y="3847318"/>
              <a:ext cx="463296" cy="463296"/>
            </a:xfrm>
            <a:prstGeom prst="ellipse">
              <a:avLst/>
            </a:prstGeom>
            <a:solidFill>
              <a:srgbClr val="008658"/>
            </a:solidFill>
            <a:ln w="12700">
              <a:solidFill>
                <a:srgbClr val="1565A0"/>
              </a:solidFill>
              <a:prstDash val="solid"/>
            </a:ln>
          </p:spPr>
          <p:txBody>
            <a:bodyPr/>
            <a:lstStyle/>
            <a:p>
              <a:endParaRPr lang="ar-EG" sz="3200" dirty="0">
                <a:latin typeface="Sakkal Majalla" panose="02000000000000000000" pitchFamily="2" charset="-78"/>
                <a:cs typeface="Sakkal Majalla" panose="02000000000000000000" pitchFamily="2" charset="-78"/>
              </a:endParaRPr>
            </a:p>
          </p:txBody>
        </p:sp>
        <p:sp>
          <p:nvSpPr>
            <p:cNvPr id="29" name="Text 27"/>
            <p:cNvSpPr/>
            <p:nvPr/>
          </p:nvSpPr>
          <p:spPr>
            <a:xfrm>
              <a:off x="5340096" y="3859510"/>
              <a:ext cx="463296" cy="438912"/>
            </a:xfrm>
            <a:prstGeom prst="rect">
              <a:avLst/>
            </a:prstGeom>
            <a:noFill/>
            <a:ln/>
          </p:spPr>
          <p:txBody>
            <a:bodyPr wrap="square" rtlCol="0" anchor="ctr"/>
            <a:lstStyle/>
            <a:p>
              <a:pPr algn="ctr"/>
              <a:r>
                <a:rPr lang="ar-EG" sz="2000" b="1" dirty="0">
                  <a:solidFill>
                    <a:srgbClr val="FFFFFF"/>
                  </a:solidFill>
                  <a:latin typeface="Sakkal Majalla" panose="02000000000000000000" pitchFamily="2" charset="-78"/>
                  <a:ea typeface="Calibri" pitchFamily="34" charset="-122"/>
                  <a:cs typeface="Sakkal Majalla" panose="02000000000000000000" pitchFamily="2" charset="-78"/>
                </a:rPr>
                <a:t>4</a:t>
              </a:r>
              <a:endParaRPr lang="ar-EG" sz="2000" dirty="0">
                <a:latin typeface="Sakkal Majalla" panose="02000000000000000000" pitchFamily="2" charset="-78"/>
                <a:cs typeface="Sakkal Majalla" panose="02000000000000000000" pitchFamily="2" charset="-78"/>
              </a:endParaRPr>
            </a:p>
          </p:txBody>
        </p:sp>
        <p:sp>
          <p:nvSpPr>
            <p:cNvPr id="30" name="Text 28"/>
            <p:cNvSpPr/>
            <p:nvPr/>
          </p:nvSpPr>
          <p:spPr>
            <a:xfrm>
              <a:off x="548640" y="3822934"/>
              <a:ext cx="4693920" cy="512064"/>
            </a:xfrm>
            <a:prstGeom prst="rect">
              <a:avLst/>
            </a:prstGeom>
            <a:noFill/>
            <a:ln/>
          </p:spPr>
          <p:txBody>
            <a:bodyPr wrap="square" rtlCol="0" anchor="ctr"/>
            <a:lstStyle/>
            <a:p>
              <a:pPr algn="r" rtl="1"/>
              <a:r>
                <a:rPr lang="ar-EG" sz="2000" b="1" dirty="0">
                  <a:solidFill>
                    <a:srgbClr val="008658"/>
                  </a:solidFill>
                  <a:latin typeface="Sakkal Majalla" panose="02000000000000000000" pitchFamily="2" charset="-78"/>
                  <a:ea typeface="Arial" pitchFamily="34" charset="-122"/>
                  <a:cs typeface="Sakkal Majalla" panose="02000000000000000000" pitchFamily="2" charset="-78"/>
                </a:rPr>
                <a:t>الاستجابة  Act</a:t>
              </a:r>
              <a:endParaRPr lang="ar-EG" sz="2000" dirty="0">
                <a:solidFill>
                  <a:srgbClr val="008658"/>
                </a:solidFill>
                <a:latin typeface="Sakkal Majalla" panose="02000000000000000000" pitchFamily="2" charset="-78"/>
                <a:cs typeface="Sakkal Majalla" panose="02000000000000000000" pitchFamily="2" charset="-78"/>
              </a:endParaRPr>
            </a:p>
          </p:txBody>
        </p:sp>
        <p:sp>
          <p:nvSpPr>
            <p:cNvPr id="31" name="Shape 29"/>
            <p:cNvSpPr/>
            <p:nvPr/>
          </p:nvSpPr>
          <p:spPr>
            <a:xfrm>
              <a:off x="548640" y="4371574"/>
              <a:ext cx="5303520" cy="24384"/>
            </a:xfrm>
            <a:prstGeom prst="rect">
              <a:avLst/>
            </a:prstGeom>
            <a:solidFill>
              <a:srgbClr val="E0E8E4"/>
            </a:solidFill>
            <a:ln/>
          </p:spPr>
          <p:txBody>
            <a:bodyPr/>
            <a:lstStyle/>
            <a:p>
              <a:endParaRPr lang="ar-EG" sz="3200" dirty="0">
                <a:latin typeface="Sakkal Majalla" panose="02000000000000000000" pitchFamily="2" charset="-78"/>
                <a:cs typeface="Sakkal Majalla" panose="02000000000000000000" pitchFamily="2" charset="-78"/>
              </a:endParaRPr>
            </a:p>
          </p:txBody>
        </p:sp>
        <p:sp>
          <p:nvSpPr>
            <p:cNvPr id="32" name="Text 30"/>
            <p:cNvSpPr/>
            <p:nvPr/>
          </p:nvSpPr>
          <p:spPr>
            <a:xfrm>
              <a:off x="548640" y="4456918"/>
              <a:ext cx="5303520" cy="1341120"/>
            </a:xfrm>
            <a:prstGeom prst="rect">
              <a:avLst/>
            </a:prstGeom>
            <a:noFill/>
            <a:ln/>
          </p:spPr>
          <p:txBody>
            <a:bodyPr wrap="square" rtlCol="0" anchor="t"/>
            <a:lstStyle/>
            <a:p>
              <a:pPr algn="r" rtl="1"/>
              <a:r>
                <a:rPr lang="ar-EG" dirty="0">
                  <a:solidFill>
                    <a:srgbClr val="1C2B22"/>
                  </a:solidFill>
                  <a:latin typeface="Sakkal Majalla" panose="02000000000000000000" pitchFamily="2" charset="-78"/>
                  <a:ea typeface="Arial" pitchFamily="34" charset="-122"/>
                  <a:cs typeface="Sakkal Majalla" panose="02000000000000000000" pitchFamily="2" charset="-78"/>
                </a:rPr>
                <a:t>معالجة أسباب عدم الامتثال الجذرية لا الظاهرية، تحديث الضوابط عند تغير المخاطر، منع التكرار، رفع مستوى نضج الامتثال</a:t>
              </a:r>
              <a:endParaRPr lang="ar-EG" dirty="0">
                <a:latin typeface="Sakkal Majalla" panose="02000000000000000000" pitchFamily="2" charset="-78"/>
                <a:cs typeface="Sakkal Majalla" panose="02000000000000000000" pitchFamily="2" charset="-78"/>
              </a:endParaRPr>
            </a:p>
          </p:txBody>
        </p:sp>
      </p:grpSp>
    </p:spTree>
    <p:extLst>
      <p:ext uri="{BB962C8B-B14F-4D97-AF65-F5344CB8AC3E}">
        <p14:creationId xmlns:p14="http://schemas.microsoft.com/office/powerpoint/2010/main" val="2377576832"/>
      </p:ext>
    </p:extLst>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178644-4643-5F8B-D855-C66A70653C85}"/>
            </a:ext>
          </a:extLst>
        </p:cNvPr>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C25C9A80-810D-4D7D-A1DA-461F2E75FDD3}"/>
              </a:ext>
            </a:extLst>
          </p:cNvPr>
          <p:cNvGraphicFramePr>
            <a:graphicFrameLocks noChangeAspect="1"/>
          </p:cNvGraphicFramePr>
          <p:nvPr>
            <p:custDataLst>
              <p:tags r:id="rId1"/>
            </p:custDataLst>
          </p:nvPr>
        </p:nvGraphicFramePr>
        <p:xfrm>
          <a:off x="11163" y="1489"/>
          <a:ext cx="1489" cy="1489"/>
        </p:xfrm>
        <a:graphic>
          <a:graphicData uri="http://schemas.openxmlformats.org/presentationml/2006/ole">
            <mc:AlternateContent xmlns:mc="http://schemas.openxmlformats.org/markup-compatibility/2006">
              <mc:Choice xmlns:v="urn:schemas-microsoft-com:vml" Requires="v">
                <p:oleObj name="think-cell Slide" r:id="rId4" imgW="395" imgH="396" progId="TCLayout.ActiveDocument.1">
                  <p:embed/>
                </p:oleObj>
              </mc:Choice>
              <mc:Fallback>
                <p:oleObj name="think-cell Slide" r:id="rId4" imgW="395" imgH="396" progId="TCLayout.ActiveDocument.1">
                  <p:embed/>
                  <p:pic>
                    <p:nvPicPr>
                      <p:cNvPr id="4" name="Object 3" hidden="1">
                        <a:extLst>
                          <a:ext uri="{FF2B5EF4-FFF2-40B4-BE49-F238E27FC236}">
                            <a16:creationId xmlns:a16="http://schemas.microsoft.com/office/drawing/2014/main" id="{867AF10E-5615-4643-278F-9F3FBF27E016}"/>
                          </a:ext>
                        </a:extLst>
                      </p:cNvPr>
                      <p:cNvPicPr/>
                      <p:nvPr/>
                    </p:nvPicPr>
                    <p:blipFill>
                      <a:blip r:embed="rId5"/>
                      <a:stretch>
                        <a:fillRect/>
                      </a:stretch>
                    </p:blipFill>
                    <p:spPr>
                      <a:xfrm>
                        <a:off x="11163" y="1489"/>
                        <a:ext cx="1489" cy="1489"/>
                      </a:xfrm>
                      <a:prstGeom prst="rect">
                        <a:avLst/>
                      </a:prstGeom>
                    </p:spPr>
                  </p:pic>
                </p:oleObj>
              </mc:Fallback>
            </mc:AlternateContent>
          </a:graphicData>
        </a:graphic>
      </p:graphicFrame>
      <p:sp>
        <p:nvSpPr>
          <p:cNvPr id="2" name="Text Placeholder 1">
            <a:extLst>
              <a:ext uri="{FF2B5EF4-FFF2-40B4-BE49-F238E27FC236}">
                <a16:creationId xmlns:a16="http://schemas.microsoft.com/office/drawing/2014/main" id="{EF8EDBF5-222B-A72C-2D82-DEEBB20EAD6B}"/>
              </a:ext>
            </a:extLst>
          </p:cNvPr>
          <p:cNvSpPr txBox="1">
            <a:spLocks/>
          </p:cNvSpPr>
          <p:nvPr/>
        </p:nvSpPr>
        <p:spPr>
          <a:xfrm>
            <a:off x="5495081" y="159153"/>
            <a:ext cx="6389688" cy="523220"/>
          </a:xfrm>
          <a:prstGeom prst="rect">
            <a:avLst/>
          </a:prstGeom>
        </p:spPr>
        <p:txBody>
          <a:bodyPr vert="horz" lIns="91440" tIns="45720" rIns="91440" bIns="45720" rtlCol="0">
            <a:spAutoFit/>
          </a:bodyPr>
          <a:lstStyle>
            <a:lvl1pPr marL="0" indent="0" algn="r" defTabSz="685800" rtl="1" eaLnBrk="1" latinLnBrk="0" hangingPunct="1">
              <a:lnSpc>
                <a:spcPct val="100000"/>
              </a:lnSpc>
              <a:spcBef>
                <a:spcPts val="750"/>
              </a:spcBef>
              <a:buFont typeface="Arial" panose="020B0604020202020204" pitchFamily="34" charset="0"/>
              <a:buNone/>
              <a:defRPr sz="2000" b="1" kern="1200">
                <a:solidFill>
                  <a:schemeClr val="accent3"/>
                </a:solidFill>
                <a:latin typeface="+mn-lt"/>
                <a:ea typeface="+mn-ea"/>
                <a:cs typeface="+mj-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defRPr/>
            </a:pPr>
            <a:r>
              <a:rPr lang="ar-EG" sz="2800" dirty="0">
                <a:solidFill>
                  <a:srgbClr val="008658"/>
                </a:solidFill>
                <a:latin typeface="Calibri" pitchFamily="34" charset="0"/>
                <a:cs typeface="Calibri" pitchFamily="34" charset="-120"/>
              </a:rPr>
              <a:t>نشاط: التقييم الذاتي لجاهزية الامتثال</a:t>
            </a:r>
          </a:p>
        </p:txBody>
      </p:sp>
      <p:grpSp>
        <p:nvGrpSpPr>
          <p:cNvPr id="42" name="Group 41">
            <a:extLst>
              <a:ext uri="{FF2B5EF4-FFF2-40B4-BE49-F238E27FC236}">
                <a16:creationId xmlns:a16="http://schemas.microsoft.com/office/drawing/2014/main" id="{AA8CF288-915C-96EA-9488-71EBF15F8723}"/>
              </a:ext>
            </a:extLst>
          </p:cNvPr>
          <p:cNvGrpSpPr/>
          <p:nvPr/>
        </p:nvGrpSpPr>
        <p:grpSpPr>
          <a:xfrm>
            <a:off x="365760" y="1280160"/>
            <a:ext cx="11460480" cy="4608576"/>
            <a:chOff x="365760" y="1280160"/>
            <a:chExt cx="11460480" cy="4608576"/>
          </a:xfrm>
        </p:grpSpPr>
        <p:sp>
          <p:nvSpPr>
            <p:cNvPr id="5" name="Shape 3"/>
            <p:cNvSpPr/>
            <p:nvPr/>
          </p:nvSpPr>
          <p:spPr>
            <a:xfrm>
              <a:off x="8152384" y="1280160"/>
              <a:ext cx="3673856" cy="2218944"/>
            </a:xfrm>
            <a:prstGeom prst="rect">
              <a:avLst/>
            </a:prstGeom>
            <a:solidFill>
              <a:srgbClr val="FFFFFF"/>
            </a:solidFill>
            <a:ln/>
            <a:effectLst>
              <a:outerShdw blurRad="63500" dist="25400" dir="8100000" algn="bl" rotWithShape="0">
                <a:srgbClr val="000000">
                  <a:alpha val="10000"/>
                </a:srgbClr>
              </a:outerShdw>
            </a:effectLst>
          </p:spPr>
          <p:txBody>
            <a:bodyPr/>
            <a:lstStyle/>
            <a:p>
              <a:endParaRPr lang="ar-EG" sz="3200" dirty="0">
                <a:latin typeface="Sakkal Majalla" panose="02000000000000000000" pitchFamily="2" charset="-78"/>
                <a:cs typeface="Sakkal Majalla" panose="02000000000000000000" pitchFamily="2" charset="-78"/>
              </a:endParaRPr>
            </a:p>
          </p:txBody>
        </p:sp>
        <p:sp>
          <p:nvSpPr>
            <p:cNvPr id="6" name="Shape 4"/>
            <p:cNvSpPr/>
            <p:nvPr/>
          </p:nvSpPr>
          <p:spPr>
            <a:xfrm>
              <a:off x="8152384" y="1280160"/>
              <a:ext cx="3673856" cy="85344"/>
            </a:xfrm>
            <a:prstGeom prst="rect">
              <a:avLst/>
            </a:prstGeom>
            <a:solidFill>
              <a:srgbClr val="B8963E"/>
            </a:solidFill>
            <a:ln/>
          </p:spPr>
          <p:txBody>
            <a:bodyPr/>
            <a:lstStyle/>
            <a:p>
              <a:endParaRPr lang="ar-EG" sz="3200" dirty="0">
                <a:latin typeface="Sakkal Majalla" panose="02000000000000000000" pitchFamily="2" charset="-78"/>
                <a:cs typeface="Sakkal Majalla" panose="02000000000000000000" pitchFamily="2" charset="-78"/>
              </a:endParaRPr>
            </a:p>
          </p:txBody>
        </p:sp>
        <p:sp>
          <p:nvSpPr>
            <p:cNvPr id="7" name="Shape 5"/>
            <p:cNvSpPr/>
            <p:nvPr/>
          </p:nvSpPr>
          <p:spPr>
            <a:xfrm>
              <a:off x="11277600" y="1402080"/>
              <a:ext cx="414528" cy="414528"/>
            </a:xfrm>
            <a:prstGeom prst="rect">
              <a:avLst/>
            </a:prstGeom>
            <a:solidFill>
              <a:srgbClr val="B8963E"/>
            </a:solidFill>
            <a:ln w="12700">
              <a:solidFill>
                <a:srgbClr val="B8963E"/>
              </a:solidFill>
              <a:prstDash val="solid"/>
            </a:ln>
          </p:spPr>
          <p:txBody>
            <a:bodyPr/>
            <a:lstStyle/>
            <a:p>
              <a:endParaRPr lang="ar-EG" sz="3200" dirty="0">
                <a:latin typeface="Sakkal Majalla" panose="02000000000000000000" pitchFamily="2" charset="-78"/>
                <a:cs typeface="Sakkal Majalla" panose="02000000000000000000" pitchFamily="2" charset="-78"/>
              </a:endParaRPr>
            </a:p>
          </p:txBody>
        </p:sp>
        <p:sp>
          <p:nvSpPr>
            <p:cNvPr id="8" name="Text 6"/>
            <p:cNvSpPr/>
            <p:nvPr/>
          </p:nvSpPr>
          <p:spPr>
            <a:xfrm>
              <a:off x="11277600" y="1402080"/>
              <a:ext cx="414528" cy="414528"/>
            </a:xfrm>
            <a:prstGeom prst="rect">
              <a:avLst/>
            </a:prstGeom>
            <a:noFill/>
            <a:ln/>
          </p:spPr>
          <p:txBody>
            <a:bodyPr wrap="square" rtlCol="0" anchor="ctr"/>
            <a:lstStyle/>
            <a:p>
              <a:pPr algn="ctr"/>
              <a:r>
                <a:rPr lang="ar-EG" sz="2000" b="1" dirty="0">
                  <a:solidFill>
                    <a:srgbClr val="FFFFFF"/>
                  </a:solidFill>
                  <a:latin typeface="Sakkal Majalla" panose="02000000000000000000" pitchFamily="2" charset="-78"/>
                  <a:ea typeface="Calibri" pitchFamily="34" charset="-122"/>
                  <a:cs typeface="Sakkal Majalla" panose="02000000000000000000" pitchFamily="2" charset="-78"/>
                </a:rPr>
                <a:t>1</a:t>
              </a:r>
              <a:endParaRPr lang="ar-EG" sz="2000" dirty="0">
                <a:latin typeface="Sakkal Majalla" panose="02000000000000000000" pitchFamily="2" charset="-78"/>
                <a:cs typeface="Sakkal Majalla" panose="02000000000000000000" pitchFamily="2" charset="-78"/>
              </a:endParaRPr>
            </a:p>
          </p:txBody>
        </p:sp>
        <p:sp>
          <p:nvSpPr>
            <p:cNvPr id="9" name="Text 7"/>
            <p:cNvSpPr/>
            <p:nvPr/>
          </p:nvSpPr>
          <p:spPr>
            <a:xfrm>
              <a:off x="8249920" y="1402080"/>
              <a:ext cx="2966720" cy="463296"/>
            </a:xfrm>
            <a:prstGeom prst="rect">
              <a:avLst/>
            </a:prstGeom>
            <a:noFill/>
            <a:ln/>
          </p:spPr>
          <p:txBody>
            <a:bodyPr wrap="square" rtlCol="0" anchor="ctr"/>
            <a:lstStyle/>
            <a:p>
              <a:pPr algn="r" rtl="1"/>
              <a:r>
                <a:rPr lang="ar-EG" sz="2000" b="1" dirty="0">
                  <a:solidFill>
                    <a:srgbClr val="154F31"/>
                  </a:solidFill>
                  <a:latin typeface="Sakkal Majalla" panose="02000000000000000000" pitchFamily="2" charset="-78"/>
                  <a:ea typeface="Arial" pitchFamily="34" charset="-122"/>
                  <a:cs typeface="Sakkal Majalla" panose="02000000000000000000" pitchFamily="2" charset="-78"/>
                </a:rPr>
                <a:t>دليل الامتثال</a:t>
              </a:r>
              <a:endParaRPr lang="ar-EG" sz="2000" dirty="0">
                <a:latin typeface="Sakkal Majalla" panose="02000000000000000000" pitchFamily="2" charset="-78"/>
                <a:cs typeface="Sakkal Majalla" panose="02000000000000000000" pitchFamily="2" charset="-78"/>
              </a:endParaRPr>
            </a:p>
          </p:txBody>
        </p:sp>
        <p:sp>
          <p:nvSpPr>
            <p:cNvPr id="10" name="Shape 8"/>
            <p:cNvSpPr/>
            <p:nvPr/>
          </p:nvSpPr>
          <p:spPr>
            <a:xfrm>
              <a:off x="8249920" y="1914144"/>
              <a:ext cx="3478784" cy="24384"/>
            </a:xfrm>
            <a:prstGeom prst="rect">
              <a:avLst/>
            </a:prstGeom>
            <a:solidFill>
              <a:srgbClr val="E0E8E4"/>
            </a:solidFill>
            <a:ln/>
          </p:spPr>
          <p:txBody>
            <a:bodyPr/>
            <a:lstStyle/>
            <a:p>
              <a:endParaRPr lang="ar-EG" sz="3200" dirty="0">
                <a:latin typeface="Sakkal Majalla" panose="02000000000000000000" pitchFamily="2" charset="-78"/>
                <a:cs typeface="Sakkal Majalla" panose="02000000000000000000" pitchFamily="2" charset="-78"/>
              </a:endParaRPr>
            </a:p>
          </p:txBody>
        </p:sp>
        <p:sp>
          <p:nvSpPr>
            <p:cNvPr id="11" name="Text 9"/>
            <p:cNvSpPr/>
            <p:nvPr/>
          </p:nvSpPr>
          <p:spPr>
            <a:xfrm>
              <a:off x="8249920" y="1987296"/>
              <a:ext cx="3478784" cy="1365504"/>
            </a:xfrm>
            <a:prstGeom prst="rect">
              <a:avLst/>
            </a:prstGeom>
            <a:noFill/>
            <a:ln/>
          </p:spPr>
          <p:txBody>
            <a:bodyPr wrap="square" rtlCol="0" anchor="t"/>
            <a:lstStyle/>
            <a:p>
              <a:pPr algn="r" rtl="1"/>
              <a:r>
                <a:rPr lang="ar-EG" dirty="0">
                  <a:solidFill>
                    <a:srgbClr val="1C2B22"/>
                  </a:solidFill>
                  <a:latin typeface="Sakkal Majalla" panose="02000000000000000000" pitchFamily="2" charset="-78"/>
                  <a:ea typeface="Arial" pitchFamily="34" charset="-122"/>
                  <a:cs typeface="Sakkal Majalla" panose="02000000000000000000" pitchFamily="2" charset="-78"/>
                </a:rPr>
                <a:t>هل توجد وثيقة معتمدة؟ هل تحدد النظام والمسؤوليات بوضوح؟ هل تم تحديثها مع تغير الأنظمة؟</a:t>
              </a:r>
              <a:endParaRPr lang="ar-EG" dirty="0">
                <a:latin typeface="Sakkal Majalla" panose="02000000000000000000" pitchFamily="2" charset="-78"/>
                <a:cs typeface="Sakkal Majalla" panose="02000000000000000000" pitchFamily="2" charset="-78"/>
              </a:endParaRPr>
            </a:p>
          </p:txBody>
        </p:sp>
        <p:sp>
          <p:nvSpPr>
            <p:cNvPr id="12" name="Shape 10"/>
            <p:cNvSpPr/>
            <p:nvPr/>
          </p:nvSpPr>
          <p:spPr>
            <a:xfrm>
              <a:off x="4259072" y="1280160"/>
              <a:ext cx="3673856" cy="2218944"/>
            </a:xfrm>
            <a:prstGeom prst="rect">
              <a:avLst/>
            </a:prstGeom>
            <a:solidFill>
              <a:srgbClr val="FFFFFF"/>
            </a:solidFill>
            <a:ln/>
            <a:effectLst>
              <a:outerShdw blurRad="63500" dist="25400" dir="8100000" algn="bl" rotWithShape="0">
                <a:srgbClr val="000000">
                  <a:alpha val="10000"/>
                </a:srgbClr>
              </a:outerShdw>
            </a:effectLst>
          </p:spPr>
          <p:txBody>
            <a:bodyPr/>
            <a:lstStyle/>
            <a:p>
              <a:endParaRPr lang="ar-EG" sz="3200" dirty="0">
                <a:latin typeface="Sakkal Majalla" panose="02000000000000000000" pitchFamily="2" charset="-78"/>
                <a:cs typeface="Sakkal Majalla" panose="02000000000000000000" pitchFamily="2" charset="-78"/>
              </a:endParaRPr>
            </a:p>
          </p:txBody>
        </p:sp>
        <p:sp>
          <p:nvSpPr>
            <p:cNvPr id="13" name="Shape 11"/>
            <p:cNvSpPr/>
            <p:nvPr/>
          </p:nvSpPr>
          <p:spPr>
            <a:xfrm>
              <a:off x="4259072" y="1280160"/>
              <a:ext cx="3673856" cy="85344"/>
            </a:xfrm>
            <a:prstGeom prst="rect">
              <a:avLst/>
            </a:prstGeom>
            <a:solidFill>
              <a:srgbClr val="B8963E"/>
            </a:solidFill>
            <a:ln/>
          </p:spPr>
          <p:txBody>
            <a:bodyPr/>
            <a:lstStyle/>
            <a:p>
              <a:endParaRPr lang="ar-EG" sz="3200" dirty="0">
                <a:latin typeface="Sakkal Majalla" panose="02000000000000000000" pitchFamily="2" charset="-78"/>
                <a:cs typeface="Sakkal Majalla" panose="02000000000000000000" pitchFamily="2" charset="-78"/>
              </a:endParaRPr>
            </a:p>
          </p:txBody>
        </p:sp>
        <p:sp>
          <p:nvSpPr>
            <p:cNvPr id="14" name="Shape 12"/>
            <p:cNvSpPr/>
            <p:nvPr/>
          </p:nvSpPr>
          <p:spPr>
            <a:xfrm>
              <a:off x="7384288" y="1402080"/>
              <a:ext cx="414528" cy="414528"/>
            </a:xfrm>
            <a:prstGeom prst="rect">
              <a:avLst/>
            </a:prstGeom>
            <a:solidFill>
              <a:srgbClr val="B8963E"/>
            </a:solidFill>
            <a:ln w="12700">
              <a:solidFill>
                <a:srgbClr val="B8963E"/>
              </a:solidFill>
              <a:prstDash val="solid"/>
            </a:ln>
          </p:spPr>
          <p:txBody>
            <a:bodyPr/>
            <a:lstStyle/>
            <a:p>
              <a:endParaRPr lang="ar-EG" sz="3200" dirty="0">
                <a:latin typeface="Sakkal Majalla" panose="02000000000000000000" pitchFamily="2" charset="-78"/>
                <a:cs typeface="Sakkal Majalla" panose="02000000000000000000" pitchFamily="2" charset="-78"/>
              </a:endParaRPr>
            </a:p>
          </p:txBody>
        </p:sp>
        <p:sp>
          <p:nvSpPr>
            <p:cNvPr id="15" name="Text 13"/>
            <p:cNvSpPr/>
            <p:nvPr/>
          </p:nvSpPr>
          <p:spPr>
            <a:xfrm>
              <a:off x="7384288" y="1402080"/>
              <a:ext cx="414528" cy="414528"/>
            </a:xfrm>
            <a:prstGeom prst="rect">
              <a:avLst/>
            </a:prstGeom>
            <a:noFill/>
            <a:ln/>
          </p:spPr>
          <p:txBody>
            <a:bodyPr wrap="square" rtlCol="0" anchor="ctr"/>
            <a:lstStyle/>
            <a:p>
              <a:pPr algn="ctr"/>
              <a:r>
                <a:rPr lang="ar-EG" sz="2000" b="1" dirty="0">
                  <a:solidFill>
                    <a:srgbClr val="FFFFFF"/>
                  </a:solidFill>
                  <a:latin typeface="Sakkal Majalla" panose="02000000000000000000" pitchFamily="2" charset="-78"/>
                  <a:ea typeface="Calibri" pitchFamily="34" charset="-122"/>
                  <a:cs typeface="Sakkal Majalla" panose="02000000000000000000" pitchFamily="2" charset="-78"/>
                </a:rPr>
                <a:t>2</a:t>
              </a:r>
              <a:endParaRPr lang="ar-EG" sz="2000" dirty="0">
                <a:latin typeface="Sakkal Majalla" panose="02000000000000000000" pitchFamily="2" charset="-78"/>
                <a:cs typeface="Sakkal Majalla" panose="02000000000000000000" pitchFamily="2" charset="-78"/>
              </a:endParaRPr>
            </a:p>
          </p:txBody>
        </p:sp>
        <p:sp>
          <p:nvSpPr>
            <p:cNvPr id="16" name="Text 14"/>
            <p:cNvSpPr/>
            <p:nvPr/>
          </p:nvSpPr>
          <p:spPr>
            <a:xfrm>
              <a:off x="4356608" y="1402080"/>
              <a:ext cx="2966720" cy="463296"/>
            </a:xfrm>
            <a:prstGeom prst="rect">
              <a:avLst/>
            </a:prstGeom>
            <a:noFill/>
            <a:ln/>
          </p:spPr>
          <p:txBody>
            <a:bodyPr wrap="square" rtlCol="0" anchor="ctr"/>
            <a:lstStyle/>
            <a:p>
              <a:pPr algn="r" rtl="1"/>
              <a:r>
                <a:rPr lang="ar-EG" sz="2000" b="1" dirty="0">
                  <a:solidFill>
                    <a:srgbClr val="154F31"/>
                  </a:solidFill>
                  <a:latin typeface="Sakkal Majalla" panose="02000000000000000000" pitchFamily="2" charset="-78"/>
                  <a:ea typeface="Arial" pitchFamily="34" charset="-122"/>
                  <a:cs typeface="Sakkal Majalla" panose="02000000000000000000" pitchFamily="2" charset="-78"/>
                </a:rPr>
                <a:t>السياسة ومدونة السلوك</a:t>
              </a:r>
              <a:endParaRPr lang="ar-EG" sz="2000" dirty="0">
                <a:latin typeface="Sakkal Majalla" panose="02000000000000000000" pitchFamily="2" charset="-78"/>
                <a:cs typeface="Sakkal Majalla" panose="02000000000000000000" pitchFamily="2" charset="-78"/>
              </a:endParaRPr>
            </a:p>
          </p:txBody>
        </p:sp>
        <p:sp>
          <p:nvSpPr>
            <p:cNvPr id="17" name="Shape 15"/>
            <p:cNvSpPr/>
            <p:nvPr/>
          </p:nvSpPr>
          <p:spPr>
            <a:xfrm>
              <a:off x="4356608" y="1914144"/>
              <a:ext cx="3478784" cy="24384"/>
            </a:xfrm>
            <a:prstGeom prst="rect">
              <a:avLst/>
            </a:prstGeom>
            <a:solidFill>
              <a:srgbClr val="E0E8E4"/>
            </a:solidFill>
            <a:ln/>
          </p:spPr>
          <p:txBody>
            <a:bodyPr/>
            <a:lstStyle/>
            <a:p>
              <a:endParaRPr lang="ar-EG" sz="3200" dirty="0">
                <a:latin typeface="Sakkal Majalla" panose="02000000000000000000" pitchFamily="2" charset="-78"/>
                <a:cs typeface="Sakkal Majalla" panose="02000000000000000000" pitchFamily="2" charset="-78"/>
              </a:endParaRPr>
            </a:p>
          </p:txBody>
        </p:sp>
        <p:sp>
          <p:nvSpPr>
            <p:cNvPr id="18" name="Text 16"/>
            <p:cNvSpPr/>
            <p:nvPr/>
          </p:nvSpPr>
          <p:spPr>
            <a:xfrm>
              <a:off x="4356608" y="1987296"/>
              <a:ext cx="3478784" cy="1365504"/>
            </a:xfrm>
            <a:prstGeom prst="rect">
              <a:avLst/>
            </a:prstGeom>
            <a:noFill/>
            <a:ln/>
          </p:spPr>
          <p:txBody>
            <a:bodyPr wrap="square" rtlCol="0" anchor="t"/>
            <a:lstStyle/>
            <a:p>
              <a:pPr algn="r" rtl="1"/>
              <a:r>
                <a:rPr lang="ar-EG" dirty="0">
                  <a:solidFill>
                    <a:srgbClr val="1C2B22"/>
                  </a:solidFill>
                  <a:latin typeface="Sakkal Majalla" panose="02000000000000000000" pitchFamily="2" charset="-78"/>
                  <a:ea typeface="Arial" pitchFamily="34" charset="-122"/>
                  <a:cs typeface="Sakkal Majalla" panose="02000000000000000000" pitchFamily="2" charset="-78"/>
                </a:rPr>
                <a:t>هل توجد سياسة الامتثال مكتوبة؟ هل يُدرَّب عليها الموظفون؟ هل تغطي النزاهة وتضارب المصالح؟</a:t>
              </a:r>
              <a:endParaRPr lang="ar-EG" dirty="0">
                <a:latin typeface="Sakkal Majalla" panose="02000000000000000000" pitchFamily="2" charset="-78"/>
                <a:cs typeface="Sakkal Majalla" panose="02000000000000000000" pitchFamily="2" charset="-78"/>
              </a:endParaRPr>
            </a:p>
          </p:txBody>
        </p:sp>
        <p:sp>
          <p:nvSpPr>
            <p:cNvPr id="19" name="Shape 17"/>
            <p:cNvSpPr/>
            <p:nvPr/>
          </p:nvSpPr>
          <p:spPr>
            <a:xfrm>
              <a:off x="365760" y="1280160"/>
              <a:ext cx="3673856" cy="2218944"/>
            </a:xfrm>
            <a:prstGeom prst="rect">
              <a:avLst/>
            </a:prstGeom>
            <a:solidFill>
              <a:srgbClr val="FFFFFF"/>
            </a:solidFill>
            <a:ln/>
            <a:effectLst>
              <a:outerShdw blurRad="63500" dist="25400" dir="8100000" algn="bl" rotWithShape="0">
                <a:srgbClr val="000000">
                  <a:alpha val="10000"/>
                </a:srgbClr>
              </a:outerShdw>
            </a:effectLst>
          </p:spPr>
          <p:txBody>
            <a:bodyPr/>
            <a:lstStyle/>
            <a:p>
              <a:endParaRPr lang="ar-EG" sz="3200" dirty="0">
                <a:latin typeface="Sakkal Majalla" panose="02000000000000000000" pitchFamily="2" charset="-78"/>
                <a:cs typeface="Sakkal Majalla" panose="02000000000000000000" pitchFamily="2" charset="-78"/>
              </a:endParaRPr>
            </a:p>
          </p:txBody>
        </p:sp>
        <p:sp>
          <p:nvSpPr>
            <p:cNvPr id="20" name="Shape 18"/>
            <p:cNvSpPr/>
            <p:nvPr/>
          </p:nvSpPr>
          <p:spPr>
            <a:xfrm>
              <a:off x="365760" y="1280160"/>
              <a:ext cx="3673856" cy="85344"/>
            </a:xfrm>
            <a:prstGeom prst="rect">
              <a:avLst/>
            </a:prstGeom>
            <a:solidFill>
              <a:srgbClr val="B8963E"/>
            </a:solidFill>
            <a:ln/>
          </p:spPr>
          <p:txBody>
            <a:bodyPr/>
            <a:lstStyle/>
            <a:p>
              <a:endParaRPr lang="ar-EG" sz="3200" dirty="0">
                <a:latin typeface="Sakkal Majalla" panose="02000000000000000000" pitchFamily="2" charset="-78"/>
                <a:cs typeface="Sakkal Majalla" panose="02000000000000000000" pitchFamily="2" charset="-78"/>
              </a:endParaRPr>
            </a:p>
          </p:txBody>
        </p:sp>
        <p:sp>
          <p:nvSpPr>
            <p:cNvPr id="21" name="Shape 19"/>
            <p:cNvSpPr/>
            <p:nvPr/>
          </p:nvSpPr>
          <p:spPr>
            <a:xfrm>
              <a:off x="3490976" y="1402080"/>
              <a:ext cx="414528" cy="414528"/>
            </a:xfrm>
            <a:prstGeom prst="rect">
              <a:avLst/>
            </a:prstGeom>
            <a:solidFill>
              <a:srgbClr val="B8963E"/>
            </a:solidFill>
            <a:ln w="12700">
              <a:solidFill>
                <a:srgbClr val="B8963E"/>
              </a:solidFill>
              <a:prstDash val="solid"/>
            </a:ln>
          </p:spPr>
          <p:txBody>
            <a:bodyPr/>
            <a:lstStyle/>
            <a:p>
              <a:endParaRPr lang="ar-EG" sz="3200" dirty="0">
                <a:latin typeface="Sakkal Majalla" panose="02000000000000000000" pitchFamily="2" charset="-78"/>
                <a:cs typeface="Sakkal Majalla" panose="02000000000000000000" pitchFamily="2" charset="-78"/>
              </a:endParaRPr>
            </a:p>
          </p:txBody>
        </p:sp>
        <p:sp>
          <p:nvSpPr>
            <p:cNvPr id="22" name="Text 20"/>
            <p:cNvSpPr/>
            <p:nvPr/>
          </p:nvSpPr>
          <p:spPr>
            <a:xfrm>
              <a:off x="3490976" y="1402080"/>
              <a:ext cx="414528" cy="414528"/>
            </a:xfrm>
            <a:prstGeom prst="rect">
              <a:avLst/>
            </a:prstGeom>
            <a:noFill/>
            <a:ln/>
          </p:spPr>
          <p:txBody>
            <a:bodyPr wrap="square" rtlCol="0" anchor="ctr"/>
            <a:lstStyle/>
            <a:p>
              <a:pPr algn="ctr"/>
              <a:r>
                <a:rPr lang="ar-EG" sz="2000" b="1" dirty="0">
                  <a:solidFill>
                    <a:srgbClr val="FFFFFF"/>
                  </a:solidFill>
                  <a:latin typeface="Sakkal Majalla" panose="02000000000000000000" pitchFamily="2" charset="-78"/>
                  <a:ea typeface="Calibri" pitchFamily="34" charset="-122"/>
                  <a:cs typeface="Sakkal Majalla" panose="02000000000000000000" pitchFamily="2" charset="-78"/>
                </a:rPr>
                <a:t>3</a:t>
              </a:r>
              <a:endParaRPr lang="ar-EG" sz="2000" dirty="0">
                <a:latin typeface="Sakkal Majalla" panose="02000000000000000000" pitchFamily="2" charset="-78"/>
                <a:cs typeface="Sakkal Majalla" panose="02000000000000000000" pitchFamily="2" charset="-78"/>
              </a:endParaRPr>
            </a:p>
          </p:txBody>
        </p:sp>
        <p:sp>
          <p:nvSpPr>
            <p:cNvPr id="23" name="Text 21"/>
            <p:cNvSpPr/>
            <p:nvPr/>
          </p:nvSpPr>
          <p:spPr>
            <a:xfrm>
              <a:off x="463296" y="1402080"/>
              <a:ext cx="2966720" cy="463296"/>
            </a:xfrm>
            <a:prstGeom prst="rect">
              <a:avLst/>
            </a:prstGeom>
            <a:noFill/>
            <a:ln/>
          </p:spPr>
          <p:txBody>
            <a:bodyPr wrap="square" rtlCol="0" anchor="ctr"/>
            <a:lstStyle/>
            <a:p>
              <a:pPr algn="r" rtl="1"/>
              <a:r>
                <a:rPr lang="ar-EG" sz="2000" b="1" dirty="0">
                  <a:solidFill>
                    <a:srgbClr val="154F31"/>
                  </a:solidFill>
                  <a:latin typeface="Sakkal Majalla" panose="02000000000000000000" pitchFamily="2" charset="-78"/>
                  <a:ea typeface="Arial" pitchFamily="34" charset="-122"/>
                  <a:cs typeface="Sakkal Majalla" panose="02000000000000000000" pitchFamily="2" charset="-78"/>
                </a:rPr>
                <a:t>ثقافة الامتثال</a:t>
              </a:r>
              <a:endParaRPr lang="ar-EG" sz="2000" dirty="0">
                <a:latin typeface="Sakkal Majalla" panose="02000000000000000000" pitchFamily="2" charset="-78"/>
                <a:cs typeface="Sakkal Majalla" panose="02000000000000000000" pitchFamily="2" charset="-78"/>
              </a:endParaRPr>
            </a:p>
          </p:txBody>
        </p:sp>
        <p:sp>
          <p:nvSpPr>
            <p:cNvPr id="24" name="Shape 22"/>
            <p:cNvSpPr/>
            <p:nvPr/>
          </p:nvSpPr>
          <p:spPr>
            <a:xfrm>
              <a:off x="463296" y="1914144"/>
              <a:ext cx="3478784" cy="24384"/>
            </a:xfrm>
            <a:prstGeom prst="rect">
              <a:avLst/>
            </a:prstGeom>
            <a:solidFill>
              <a:srgbClr val="E0E8E4"/>
            </a:solidFill>
            <a:ln/>
          </p:spPr>
          <p:txBody>
            <a:bodyPr/>
            <a:lstStyle/>
            <a:p>
              <a:endParaRPr lang="ar-EG" sz="3200" dirty="0">
                <a:latin typeface="Sakkal Majalla" panose="02000000000000000000" pitchFamily="2" charset="-78"/>
                <a:cs typeface="Sakkal Majalla" panose="02000000000000000000" pitchFamily="2" charset="-78"/>
              </a:endParaRPr>
            </a:p>
          </p:txBody>
        </p:sp>
        <p:sp>
          <p:nvSpPr>
            <p:cNvPr id="25" name="Text 23"/>
            <p:cNvSpPr/>
            <p:nvPr/>
          </p:nvSpPr>
          <p:spPr>
            <a:xfrm>
              <a:off x="463296" y="1987296"/>
              <a:ext cx="3478784" cy="1365504"/>
            </a:xfrm>
            <a:prstGeom prst="rect">
              <a:avLst/>
            </a:prstGeom>
            <a:noFill/>
            <a:ln/>
          </p:spPr>
          <p:txBody>
            <a:bodyPr wrap="square" rtlCol="0" anchor="t"/>
            <a:lstStyle/>
            <a:p>
              <a:pPr algn="r" rtl="1"/>
              <a:r>
                <a:rPr lang="ar-EG" dirty="0">
                  <a:solidFill>
                    <a:srgbClr val="1C2B22"/>
                  </a:solidFill>
                  <a:latin typeface="Sakkal Majalla" panose="02000000000000000000" pitchFamily="2" charset="-78"/>
                  <a:ea typeface="Arial" pitchFamily="34" charset="-122"/>
                  <a:cs typeface="Sakkal Majalla" panose="02000000000000000000" pitchFamily="2" charset="-78"/>
                </a:rPr>
                <a:t>هل يشعر الموظفون بالأمان عند الإبلاغ؟ هل تتعامل القيادة بعدالة مع الأخطاء؟ هل الامتثال حاضر في اجتماعات القيادة؟</a:t>
              </a:r>
              <a:endParaRPr lang="ar-EG" dirty="0">
                <a:latin typeface="Sakkal Majalla" panose="02000000000000000000" pitchFamily="2" charset="-78"/>
                <a:cs typeface="Sakkal Majalla" panose="02000000000000000000" pitchFamily="2" charset="-78"/>
              </a:endParaRPr>
            </a:p>
          </p:txBody>
        </p:sp>
        <p:sp>
          <p:nvSpPr>
            <p:cNvPr id="26" name="Shape 24"/>
            <p:cNvSpPr/>
            <p:nvPr/>
          </p:nvSpPr>
          <p:spPr>
            <a:xfrm>
              <a:off x="8152384" y="3669792"/>
              <a:ext cx="3673856" cy="2218944"/>
            </a:xfrm>
            <a:prstGeom prst="rect">
              <a:avLst/>
            </a:prstGeom>
            <a:solidFill>
              <a:srgbClr val="FFFFFF"/>
            </a:solidFill>
            <a:ln/>
            <a:effectLst>
              <a:outerShdw blurRad="63500" dist="25400" dir="8100000" algn="bl" rotWithShape="0">
                <a:srgbClr val="000000">
                  <a:alpha val="10000"/>
                </a:srgbClr>
              </a:outerShdw>
            </a:effectLst>
          </p:spPr>
          <p:txBody>
            <a:bodyPr/>
            <a:lstStyle/>
            <a:p>
              <a:endParaRPr lang="ar-EG" sz="3200" dirty="0">
                <a:latin typeface="Sakkal Majalla" panose="02000000000000000000" pitchFamily="2" charset="-78"/>
                <a:cs typeface="Sakkal Majalla" panose="02000000000000000000" pitchFamily="2" charset="-78"/>
              </a:endParaRPr>
            </a:p>
          </p:txBody>
        </p:sp>
        <p:sp>
          <p:nvSpPr>
            <p:cNvPr id="27" name="Shape 25"/>
            <p:cNvSpPr/>
            <p:nvPr/>
          </p:nvSpPr>
          <p:spPr>
            <a:xfrm>
              <a:off x="8152384" y="3669792"/>
              <a:ext cx="3673856" cy="85344"/>
            </a:xfrm>
            <a:prstGeom prst="rect">
              <a:avLst/>
            </a:prstGeom>
            <a:solidFill>
              <a:srgbClr val="B8963E"/>
            </a:solidFill>
            <a:ln/>
          </p:spPr>
          <p:txBody>
            <a:bodyPr/>
            <a:lstStyle/>
            <a:p>
              <a:endParaRPr lang="ar-EG" sz="3200" dirty="0">
                <a:latin typeface="Sakkal Majalla" panose="02000000000000000000" pitchFamily="2" charset="-78"/>
                <a:cs typeface="Sakkal Majalla" panose="02000000000000000000" pitchFamily="2" charset="-78"/>
              </a:endParaRPr>
            </a:p>
          </p:txBody>
        </p:sp>
        <p:sp>
          <p:nvSpPr>
            <p:cNvPr id="28" name="Shape 26"/>
            <p:cNvSpPr/>
            <p:nvPr/>
          </p:nvSpPr>
          <p:spPr>
            <a:xfrm>
              <a:off x="11277600" y="3791712"/>
              <a:ext cx="414528" cy="414528"/>
            </a:xfrm>
            <a:prstGeom prst="rect">
              <a:avLst/>
            </a:prstGeom>
            <a:solidFill>
              <a:srgbClr val="B8963E"/>
            </a:solidFill>
            <a:ln w="12700">
              <a:solidFill>
                <a:srgbClr val="B8963E"/>
              </a:solidFill>
              <a:prstDash val="solid"/>
            </a:ln>
          </p:spPr>
          <p:txBody>
            <a:bodyPr/>
            <a:lstStyle/>
            <a:p>
              <a:endParaRPr lang="ar-EG" sz="3200" dirty="0">
                <a:latin typeface="Sakkal Majalla" panose="02000000000000000000" pitchFamily="2" charset="-78"/>
                <a:cs typeface="Sakkal Majalla" panose="02000000000000000000" pitchFamily="2" charset="-78"/>
              </a:endParaRPr>
            </a:p>
          </p:txBody>
        </p:sp>
        <p:sp>
          <p:nvSpPr>
            <p:cNvPr id="29" name="Text 27"/>
            <p:cNvSpPr/>
            <p:nvPr/>
          </p:nvSpPr>
          <p:spPr>
            <a:xfrm>
              <a:off x="11277600" y="3791712"/>
              <a:ext cx="414528" cy="414528"/>
            </a:xfrm>
            <a:prstGeom prst="rect">
              <a:avLst/>
            </a:prstGeom>
            <a:noFill/>
            <a:ln/>
          </p:spPr>
          <p:txBody>
            <a:bodyPr wrap="square" rtlCol="0" anchor="ctr"/>
            <a:lstStyle/>
            <a:p>
              <a:pPr algn="ctr"/>
              <a:r>
                <a:rPr lang="ar-EG" sz="2000" b="1" dirty="0">
                  <a:solidFill>
                    <a:srgbClr val="FFFFFF"/>
                  </a:solidFill>
                  <a:latin typeface="Sakkal Majalla" panose="02000000000000000000" pitchFamily="2" charset="-78"/>
                  <a:ea typeface="Calibri" pitchFamily="34" charset="-122"/>
                  <a:cs typeface="Sakkal Majalla" panose="02000000000000000000" pitchFamily="2" charset="-78"/>
                </a:rPr>
                <a:t>4</a:t>
              </a:r>
              <a:endParaRPr lang="ar-EG" sz="2000" dirty="0">
                <a:latin typeface="Sakkal Majalla" panose="02000000000000000000" pitchFamily="2" charset="-78"/>
                <a:cs typeface="Sakkal Majalla" panose="02000000000000000000" pitchFamily="2" charset="-78"/>
              </a:endParaRPr>
            </a:p>
          </p:txBody>
        </p:sp>
        <p:sp>
          <p:nvSpPr>
            <p:cNvPr id="30" name="Text 28"/>
            <p:cNvSpPr/>
            <p:nvPr/>
          </p:nvSpPr>
          <p:spPr>
            <a:xfrm>
              <a:off x="8249920" y="3791712"/>
              <a:ext cx="2966720" cy="463296"/>
            </a:xfrm>
            <a:prstGeom prst="rect">
              <a:avLst/>
            </a:prstGeom>
            <a:noFill/>
            <a:ln/>
          </p:spPr>
          <p:txBody>
            <a:bodyPr wrap="square" rtlCol="0" anchor="ctr"/>
            <a:lstStyle/>
            <a:p>
              <a:pPr algn="r" rtl="1"/>
              <a:r>
                <a:rPr lang="ar-EG" sz="2000" b="1" dirty="0">
                  <a:solidFill>
                    <a:srgbClr val="154F31"/>
                  </a:solidFill>
                  <a:latin typeface="Sakkal Majalla" panose="02000000000000000000" pitchFamily="2" charset="-78"/>
                  <a:ea typeface="Arial" pitchFamily="34" charset="-122"/>
                  <a:cs typeface="Sakkal Majalla" panose="02000000000000000000" pitchFamily="2" charset="-78"/>
                </a:rPr>
                <a:t>الاستراتيجية والحوكمة</a:t>
              </a:r>
              <a:endParaRPr lang="ar-EG" sz="2000" dirty="0">
                <a:latin typeface="Sakkal Majalla" panose="02000000000000000000" pitchFamily="2" charset="-78"/>
                <a:cs typeface="Sakkal Majalla" panose="02000000000000000000" pitchFamily="2" charset="-78"/>
              </a:endParaRPr>
            </a:p>
          </p:txBody>
        </p:sp>
        <p:sp>
          <p:nvSpPr>
            <p:cNvPr id="31" name="Shape 29"/>
            <p:cNvSpPr/>
            <p:nvPr/>
          </p:nvSpPr>
          <p:spPr>
            <a:xfrm>
              <a:off x="8249920" y="4303776"/>
              <a:ext cx="3478784" cy="24384"/>
            </a:xfrm>
            <a:prstGeom prst="rect">
              <a:avLst/>
            </a:prstGeom>
            <a:solidFill>
              <a:srgbClr val="E0E8E4"/>
            </a:solidFill>
            <a:ln/>
          </p:spPr>
          <p:txBody>
            <a:bodyPr/>
            <a:lstStyle/>
            <a:p>
              <a:endParaRPr lang="ar-EG" sz="3200" dirty="0">
                <a:latin typeface="Sakkal Majalla" panose="02000000000000000000" pitchFamily="2" charset="-78"/>
                <a:cs typeface="Sakkal Majalla" panose="02000000000000000000" pitchFamily="2" charset="-78"/>
              </a:endParaRPr>
            </a:p>
          </p:txBody>
        </p:sp>
        <p:sp>
          <p:nvSpPr>
            <p:cNvPr id="32" name="Text 30"/>
            <p:cNvSpPr/>
            <p:nvPr/>
          </p:nvSpPr>
          <p:spPr>
            <a:xfrm>
              <a:off x="8249920" y="4376928"/>
              <a:ext cx="3478784" cy="1365504"/>
            </a:xfrm>
            <a:prstGeom prst="rect">
              <a:avLst/>
            </a:prstGeom>
            <a:noFill/>
            <a:ln/>
          </p:spPr>
          <p:txBody>
            <a:bodyPr wrap="square" rtlCol="0" anchor="t"/>
            <a:lstStyle/>
            <a:p>
              <a:pPr algn="r" rtl="1"/>
              <a:r>
                <a:rPr lang="ar-EG" dirty="0">
                  <a:solidFill>
                    <a:srgbClr val="1C2B22"/>
                  </a:solidFill>
                  <a:latin typeface="Sakkal Majalla" panose="02000000000000000000" pitchFamily="2" charset="-78"/>
                  <a:ea typeface="Arial" pitchFamily="34" charset="-122"/>
                  <a:cs typeface="Sakkal Majalla" panose="02000000000000000000" pitchFamily="2" charset="-78"/>
                </a:rPr>
                <a:t>هل توجد أولويات واضحة مرتبطة بالجودة وسلامة المرضى؟ هل أدوار مجلس الإدارة والإدارة التنفيذية واضحة؟</a:t>
              </a:r>
              <a:endParaRPr lang="ar-EG" dirty="0">
                <a:latin typeface="Sakkal Majalla" panose="02000000000000000000" pitchFamily="2" charset="-78"/>
                <a:cs typeface="Sakkal Majalla" panose="02000000000000000000" pitchFamily="2" charset="-78"/>
              </a:endParaRPr>
            </a:p>
          </p:txBody>
        </p:sp>
        <p:sp>
          <p:nvSpPr>
            <p:cNvPr id="33" name="Shape 31"/>
            <p:cNvSpPr/>
            <p:nvPr/>
          </p:nvSpPr>
          <p:spPr>
            <a:xfrm>
              <a:off x="4259072" y="3669792"/>
              <a:ext cx="3673856" cy="2218944"/>
            </a:xfrm>
            <a:prstGeom prst="rect">
              <a:avLst/>
            </a:prstGeom>
            <a:solidFill>
              <a:srgbClr val="FFFFFF"/>
            </a:solidFill>
            <a:ln/>
            <a:effectLst>
              <a:outerShdw blurRad="63500" dist="25400" dir="8100000" algn="bl" rotWithShape="0">
                <a:srgbClr val="000000">
                  <a:alpha val="10000"/>
                </a:srgbClr>
              </a:outerShdw>
            </a:effectLst>
          </p:spPr>
          <p:txBody>
            <a:bodyPr/>
            <a:lstStyle/>
            <a:p>
              <a:endParaRPr lang="ar-EG" sz="3200" dirty="0">
                <a:latin typeface="Sakkal Majalla" panose="02000000000000000000" pitchFamily="2" charset="-78"/>
                <a:cs typeface="Sakkal Majalla" panose="02000000000000000000" pitchFamily="2" charset="-78"/>
              </a:endParaRPr>
            </a:p>
          </p:txBody>
        </p:sp>
        <p:sp>
          <p:nvSpPr>
            <p:cNvPr id="34" name="Shape 32"/>
            <p:cNvSpPr/>
            <p:nvPr/>
          </p:nvSpPr>
          <p:spPr>
            <a:xfrm>
              <a:off x="4259072" y="3669792"/>
              <a:ext cx="3673856" cy="85344"/>
            </a:xfrm>
            <a:prstGeom prst="rect">
              <a:avLst/>
            </a:prstGeom>
            <a:solidFill>
              <a:srgbClr val="B8963E"/>
            </a:solidFill>
            <a:ln/>
          </p:spPr>
          <p:txBody>
            <a:bodyPr/>
            <a:lstStyle/>
            <a:p>
              <a:endParaRPr lang="ar-EG" sz="3200" dirty="0">
                <a:latin typeface="Sakkal Majalla" panose="02000000000000000000" pitchFamily="2" charset="-78"/>
                <a:cs typeface="Sakkal Majalla" panose="02000000000000000000" pitchFamily="2" charset="-78"/>
              </a:endParaRPr>
            </a:p>
          </p:txBody>
        </p:sp>
        <p:sp>
          <p:nvSpPr>
            <p:cNvPr id="35" name="Shape 33"/>
            <p:cNvSpPr/>
            <p:nvPr/>
          </p:nvSpPr>
          <p:spPr>
            <a:xfrm>
              <a:off x="7384288" y="3791712"/>
              <a:ext cx="414528" cy="414528"/>
            </a:xfrm>
            <a:prstGeom prst="rect">
              <a:avLst/>
            </a:prstGeom>
            <a:solidFill>
              <a:srgbClr val="B8963E"/>
            </a:solidFill>
            <a:ln w="12700">
              <a:solidFill>
                <a:srgbClr val="B8963E"/>
              </a:solidFill>
              <a:prstDash val="solid"/>
            </a:ln>
          </p:spPr>
          <p:txBody>
            <a:bodyPr/>
            <a:lstStyle/>
            <a:p>
              <a:endParaRPr lang="ar-EG" sz="3200" dirty="0">
                <a:latin typeface="Sakkal Majalla" panose="02000000000000000000" pitchFamily="2" charset="-78"/>
                <a:cs typeface="Sakkal Majalla" panose="02000000000000000000" pitchFamily="2" charset="-78"/>
              </a:endParaRPr>
            </a:p>
          </p:txBody>
        </p:sp>
        <p:sp>
          <p:nvSpPr>
            <p:cNvPr id="36" name="Text 34"/>
            <p:cNvSpPr/>
            <p:nvPr/>
          </p:nvSpPr>
          <p:spPr>
            <a:xfrm>
              <a:off x="7384288" y="3791712"/>
              <a:ext cx="414528" cy="414528"/>
            </a:xfrm>
            <a:prstGeom prst="rect">
              <a:avLst/>
            </a:prstGeom>
            <a:noFill/>
            <a:ln/>
          </p:spPr>
          <p:txBody>
            <a:bodyPr wrap="square" rtlCol="0" anchor="ctr"/>
            <a:lstStyle/>
            <a:p>
              <a:pPr algn="ctr"/>
              <a:r>
                <a:rPr lang="ar-EG" sz="2000" b="1" dirty="0">
                  <a:solidFill>
                    <a:srgbClr val="FFFFFF"/>
                  </a:solidFill>
                  <a:latin typeface="Sakkal Majalla" panose="02000000000000000000" pitchFamily="2" charset="-78"/>
                  <a:ea typeface="Calibri" pitchFamily="34" charset="-122"/>
                  <a:cs typeface="Sakkal Majalla" panose="02000000000000000000" pitchFamily="2" charset="-78"/>
                </a:rPr>
                <a:t>5</a:t>
              </a:r>
              <a:endParaRPr lang="ar-EG" sz="2000" dirty="0">
                <a:latin typeface="Sakkal Majalla" panose="02000000000000000000" pitchFamily="2" charset="-78"/>
                <a:cs typeface="Sakkal Majalla" panose="02000000000000000000" pitchFamily="2" charset="-78"/>
              </a:endParaRPr>
            </a:p>
          </p:txBody>
        </p:sp>
        <p:sp>
          <p:nvSpPr>
            <p:cNvPr id="37" name="Text 35"/>
            <p:cNvSpPr/>
            <p:nvPr/>
          </p:nvSpPr>
          <p:spPr>
            <a:xfrm>
              <a:off x="4356608" y="3791712"/>
              <a:ext cx="2966720" cy="463296"/>
            </a:xfrm>
            <a:prstGeom prst="rect">
              <a:avLst/>
            </a:prstGeom>
            <a:noFill/>
            <a:ln/>
          </p:spPr>
          <p:txBody>
            <a:bodyPr wrap="square" rtlCol="0" anchor="ctr"/>
            <a:lstStyle/>
            <a:p>
              <a:pPr algn="r" rtl="1"/>
              <a:r>
                <a:rPr lang="ar-EG" sz="2000" b="1" dirty="0">
                  <a:solidFill>
                    <a:srgbClr val="154F31"/>
                  </a:solidFill>
                  <a:latin typeface="Sakkal Majalla" panose="02000000000000000000" pitchFamily="2" charset="-78"/>
                  <a:ea typeface="Arial" pitchFamily="34" charset="-122"/>
                  <a:cs typeface="Sakkal Majalla" panose="02000000000000000000" pitchFamily="2" charset="-78"/>
                </a:rPr>
                <a:t>قراءة النتائج (0–24)</a:t>
              </a:r>
              <a:endParaRPr lang="ar-EG" sz="2000" dirty="0">
                <a:latin typeface="Sakkal Majalla" panose="02000000000000000000" pitchFamily="2" charset="-78"/>
                <a:cs typeface="Sakkal Majalla" panose="02000000000000000000" pitchFamily="2" charset="-78"/>
              </a:endParaRPr>
            </a:p>
          </p:txBody>
        </p:sp>
        <p:sp>
          <p:nvSpPr>
            <p:cNvPr id="38" name="Shape 36"/>
            <p:cNvSpPr/>
            <p:nvPr/>
          </p:nvSpPr>
          <p:spPr>
            <a:xfrm>
              <a:off x="4356608" y="4303776"/>
              <a:ext cx="3478784" cy="24384"/>
            </a:xfrm>
            <a:prstGeom prst="rect">
              <a:avLst/>
            </a:prstGeom>
            <a:solidFill>
              <a:srgbClr val="E0E8E4"/>
            </a:solidFill>
            <a:ln/>
          </p:spPr>
          <p:txBody>
            <a:bodyPr/>
            <a:lstStyle/>
            <a:p>
              <a:endParaRPr lang="ar-EG" sz="3200" dirty="0">
                <a:latin typeface="Sakkal Majalla" panose="02000000000000000000" pitchFamily="2" charset="-78"/>
                <a:cs typeface="Sakkal Majalla" panose="02000000000000000000" pitchFamily="2" charset="-78"/>
              </a:endParaRPr>
            </a:p>
          </p:txBody>
        </p:sp>
        <p:sp>
          <p:nvSpPr>
            <p:cNvPr id="39" name="Text 37"/>
            <p:cNvSpPr/>
            <p:nvPr/>
          </p:nvSpPr>
          <p:spPr>
            <a:xfrm>
              <a:off x="4356608" y="4376928"/>
              <a:ext cx="3478784" cy="1365504"/>
            </a:xfrm>
            <a:prstGeom prst="rect">
              <a:avLst/>
            </a:prstGeom>
            <a:noFill/>
            <a:ln/>
          </p:spPr>
          <p:txBody>
            <a:bodyPr wrap="square" rtlCol="0" anchor="t"/>
            <a:lstStyle/>
            <a:p>
              <a:pPr algn="r" rtl="1"/>
              <a:r>
                <a:rPr lang="ar-EG" dirty="0">
                  <a:solidFill>
                    <a:srgbClr val="1C2B22"/>
                  </a:solidFill>
                  <a:latin typeface="Sakkal Majalla" panose="02000000000000000000" pitchFamily="2" charset="-78"/>
                  <a:ea typeface="Arial" pitchFamily="34" charset="-122"/>
                  <a:cs typeface="Sakkal Majalla" panose="02000000000000000000" pitchFamily="2" charset="-78"/>
                </a:rPr>
                <a:t>0–6: مخاطر عالية، البنية التأسيسية ضعيفة | 7–14: امتثال جزئي وشكلي | 15–20: جاهزية جيدة تحتاج ضبطاً | 21–24: نضج مؤسسي متقدم</a:t>
              </a:r>
              <a:endParaRPr lang="ar-EG" dirty="0">
                <a:latin typeface="Sakkal Majalla" panose="02000000000000000000" pitchFamily="2" charset="-78"/>
                <a:cs typeface="Sakkal Majalla" panose="02000000000000000000" pitchFamily="2" charset="-78"/>
              </a:endParaRPr>
            </a:p>
          </p:txBody>
        </p:sp>
      </p:grpSp>
    </p:spTree>
    <p:extLst>
      <p:ext uri="{BB962C8B-B14F-4D97-AF65-F5344CB8AC3E}">
        <p14:creationId xmlns:p14="http://schemas.microsoft.com/office/powerpoint/2010/main" val="1364169525"/>
      </p:ext>
    </p:extLst>
  </p:cSld>
  <p:clrMapOvr>
    <a:masterClrMapping/>
  </p:clrMapOvr>
  <p:transition spd="me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5AE9F6-8F18-BBB0-0893-858385A12B62}"/>
            </a:ext>
          </a:extLst>
        </p:cNvPr>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3EF06C35-1A12-45F2-A2BF-BFC94FA09489}"/>
              </a:ext>
            </a:extLst>
          </p:cNvPr>
          <p:cNvGraphicFramePr>
            <a:graphicFrameLocks noChangeAspect="1"/>
          </p:cNvGraphicFramePr>
          <p:nvPr>
            <p:custDataLst>
              <p:tags r:id="rId1"/>
            </p:custDataLst>
          </p:nvPr>
        </p:nvGraphicFramePr>
        <p:xfrm>
          <a:off x="11163" y="1489"/>
          <a:ext cx="1489" cy="1489"/>
        </p:xfrm>
        <a:graphic>
          <a:graphicData uri="http://schemas.openxmlformats.org/presentationml/2006/ole">
            <mc:AlternateContent xmlns:mc="http://schemas.openxmlformats.org/markup-compatibility/2006">
              <mc:Choice xmlns:v="urn:schemas-microsoft-com:vml" Requires="v">
                <p:oleObj name="think-cell Slide" r:id="rId4" imgW="395" imgH="396" progId="TCLayout.ActiveDocument.1">
                  <p:embed/>
                </p:oleObj>
              </mc:Choice>
              <mc:Fallback>
                <p:oleObj name="think-cell Slide" r:id="rId4" imgW="395" imgH="396" progId="TCLayout.ActiveDocument.1">
                  <p:embed/>
                  <p:pic>
                    <p:nvPicPr>
                      <p:cNvPr id="4" name="Object 3" hidden="1">
                        <a:extLst>
                          <a:ext uri="{FF2B5EF4-FFF2-40B4-BE49-F238E27FC236}">
                            <a16:creationId xmlns:a16="http://schemas.microsoft.com/office/drawing/2014/main" id="{867AF10E-5615-4643-278F-9F3FBF27E016}"/>
                          </a:ext>
                        </a:extLst>
                      </p:cNvPr>
                      <p:cNvPicPr/>
                      <p:nvPr/>
                    </p:nvPicPr>
                    <p:blipFill>
                      <a:blip r:embed="rId5"/>
                      <a:stretch>
                        <a:fillRect/>
                      </a:stretch>
                    </p:blipFill>
                    <p:spPr>
                      <a:xfrm>
                        <a:off x="11163" y="1489"/>
                        <a:ext cx="1489" cy="1489"/>
                      </a:xfrm>
                      <a:prstGeom prst="rect">
                        <a:avLst/>
                      </a:prstGeom>
                    </p:spPr>
                  </p:pic>
                </p:oleObj>
              </mc:Fallback>
            </mc:AlternateContent>
          </a:graphicData>
        </a:graphic>
      </p:graphicFrame>
      <p:sp>
        <p:nvSpPr>
          <p:cNvPr id="2" name="Text Placeholder 1">
            <a:extLst>
              <a:ext uri="{FF2B5EF4-FFF2-40B4-BE49-F238E27FC236}">
                <a16:creationId xmlns:a16="http://schemas.microsoft.com/office/drawing/2014/main" id="{69333DAA-1801-771E-7C02-80E5A8D56156}"/>
              </a:ext>
            </a:extLst>
          </p:cNvPr>
          <p:cNvSpPr txBox="1">
            <a:spLocks/>
          </p:cNvSpPr>
          <p:nvPr/>
        </p:nvSpPr>
        <p:spPr>
          <a:xfrm>
            <a:off x="5495081" y="159153"/>
            <a:ext cx="6389688" cy="523220"/>
          </a:xfrm>
          <a:prstGeom prst="rect">
            <a:avLst/>
          </a:prstGeom>
        </p:spPr>
        <p:txBody>
          <a:bodyPr vert="horz" lIns="91440" tIns="45720" rIns="91440" bIns="45720" rtlCol="0">
            <a:spAutoFit/>
          </a:bodyPr>
          <a:lstStyle>
            <a:lvl1pPr marL="0" indent="0" algn="r" defTabSz="685800" rtl="1" eaLnBrk="1" latinLnBrk="0" hangingPunct="1">
              <a:lnSpc>
                <a:spcPct val="100000"/>
              </a:lnSpc>
              <a:spcBef>
                <a:spcPts val="750"/>
              </a:spcBef>
              <a:buFont typeface="Arial" panose="020B0604020202020204" pitchFamily="34" charset="0"/>
              <a:buNone/>
              <a:defRPr sz="2000" b="1" kern="1200">
                <a:solidFill>
                  <a:schemeClr val="accent3"/>
                </a:solidFill>
                <a:latin typeface="+mn-lt"/>
                <a:ea typeface="+mn-ea"/>
                <a:cs typeface="+mj-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defRPr/>
            </a:pPr>
            <a:r>
              <a:rPr lang="ar-EG" sz="2800" dirty="0">
                <a:solidFill>
                  <a:srgbClr val="008658"/>
                </a:solidFill>
                <a:latin typeface="Calibri" pitchFamily="34" charset="0"/>
                <a:cs typeface="Calibri" pitchFamily="34" charset="-120"/>
              </a:rPr>
              <a:t>مراقبة الامتثال واختبار الضوابط</a:t>
            </a:r>
          </a:p>
        </p:txBody>
      </p:sp>
      <p:grpSp>
        <p:nvGrpSpPr>
          <p:cNvPr id="3" name="Group 2">
            <a:extLst>
              <a:ext uri="{FF2B5EF4-FFF2-40B4-BE49-F238E27FC236}">
                <a16:creationId xmlns:a16="http://schemas.microsoft.com/office/drawing/2014/main" id="{C5EC8348-80A6-575D-1BE4-61AEE84C0F0F}"/>
              </a:ext>
            </a:extLst>
          </p:cNvPr>
          <p:cNvGrpSpPr/>
          <p:nvPr/>
        </p:nvGrpSpPr>
        <p:grpSpPr>
          <a:xfrm>
            <a:off x="426720" y="1341120"/>
            <a:ext cx="11338560" cy="4693920"/>
            <a:chOff x="426720" y="1341120"/>
            <a:chExt cx="11338560" cy="4693920"/>
          </a:xfrm>
        </p:grpSpPr>
        <p:sp>
          <p:nvSpPr>
            <p:cNvPr id="5" name="Shape 3"/>
            <p:cNvSpPr/>
            <p:nvPr/>
          </p:nvSpPr>
          <p:spPr>
            <a:xfrm>
              <a:off x="8148320" y="1341120"/>
              <a:ext cx="3616960" cy="225552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ar-EG" sz="3200" dirty="0">
                <a:latin typeface="Sakkal Majalla" panose="02000000000000000000" pitchFamily="2" charset="-78"/>
                <a:cs typeface="Sakkal Majalla" panose="02000000000000000000" pitchFamily="2" charset="-78"/>
              </a:endParaRPr>
            </a:p>
          </p:txBody>
        </p:sp>
        <p:sp>
          <p:nvSpPr>
            <p:cNvPr id="6" name="Shape 4"/>
            <p:cNvSpPr/>
            <p:nvPr/>
          </p:nvSpPr>
          <p:spPr>
            <a:xfrm>
              <a:off x="8148320" y="1341120"/>
              <a:ext cx="3616960" cy="73152"/>
            </a:xfrm>
            <a:prstGeom prst="rect">
              <a:avLst/>
            </a:prstGeom>
            <a:solidFill>
              <a:srgbClr val="008658"/>
            </a:solidFill>
            <a:ln/>
          </p:spPr>
          <p:txBody>
            <a:bodyPr/>
            <a:lstStyle/>
            <a:p>
              <a:endParaRPr lang="ar-EG" sz="3200" dirty="0">
                <a:latin typeface="Sakkal Majalla" panose="02000000000000000000" pitchFamily="2" charset="-78"/>
                <a:cs typeface="Sakkal Majalla" panose="02000000000000000000" pitchFamily="2" charset="-78"/>
              </a:endParaRPr>
            </a:p>
          </p:txBody>
        </p:sp>
        <p:sp>
          <p:nvSpPr>
            <p:cNvPr id="7" name="Shape 5"/>
            <p:cNvSpPr/>
            <p:nvPr/>
          </p:nvSpPr>
          <p:spPr>
            <a:xfrm>
              <a:off x="11131296" y="1487424"/>
              <a:ext cx="463296" cy="463296"/>
            </a:xfrm>
            <a:prstGeom prst="ellipse">
              <a:avLst/>
            </a:prstGeom>
            <a:solidFill>
              <a:srgbClr val="008658"/>
            </a:solidFill>
            <a:ln w="12700">
              <a:solidFill>
                <a:srgbClr val="0D6E6E"/>
              </a:solidFill>
              <a:prstDash val="solid"/>
            </a:ln>
          </p:spPr>
          <p:txBody>
            <a:bodyPr/>
            <a:lstStyle/>
            <a:p>
              <a:endParaRPr lang="ar-EG" sz="3200" dirty="0">
                <a:latin typeface="Sakkal Majalla" panose="02000000000000000000" pitchFamily="2" charset="-78"/>
                <a:cs typeface="Sakkal Majalla" panose="02000000000000000000" pitchFamily="2" charset="-78"/>
              </a:endParaRPr>
            </a:p>
          </p:txBody>
        </p:sp>
        <p:sp>
          <p:nvSpPr>
            <p:cNvPr id="8" name="Text 6"/>
            <p:cNvSpPr/>
            <p:nvPr/>
          </p:nvSpPr>
          <p:spPr>
            <a:xfrm>
              <a:off x="11131296" y="1499616"/>
              <a:ext cx="463296" cy="438912"/>
            </a:xfrm>
            <a:prstGeom prst="rect">
              <a:avLst/>
            </a:prstGeom>
            <a:noFill/>
            <a:ln/>
          </p:spPr>
          <p:txBody>
            <a:bodyPr wrap="square" rtlCol="0" anchor="ctr"/>
            <a:lstStyle/>
            <a:p>
              <a:pPr algn="ctr"/>
              <a:r>
                <a:rPr lang="ar-EG" sz="2000" b="1" dirty="0">
                  <a:solidFill>
                    <a:srgbClr val="FFFFFF"/>
                  </a:solidFill>
                  <a:latin typeface="Sakkal Majalla" panose="02000000000000000000" pitchFamily="2" charset="-78"/>
                  <a:ea typeface="Calibri" pitchFamily="34" charset="-122"/>
                  <a:cs typeface="Sakkal Majalla" panose="02000000000000000000" pitchFamily="2" charset="-78"/>
                </a:rPr>
                <a:t>1</a:t>
              </a:r>
              <a:endParaRPr lang="ar-EG" sz="2000" dirty="0">
                <a:latin typeface="Sakkal Majalla" panose="02000000000000000000" pitchFamily="2" charset="-78"/>
                <a:cs typeface="Sakkal Majalla" panose="02000000000000000000" pitchFamily="2" charset="-78"/>
              </a:endParaRPr>
            </a:p>
          </p:txBody>
        </p:sp>
        <p:sp>
          <p:nvSpPr>
            <p:cNvPr id="9" name="Text 7"/>
            <p:cNvSpPr/>
            <p:nvPr/>
          </p:nvSpPr>
          <p:spPr>
            <a:xfrm>
              <a:off x="8270240" y="1463040"/>
              <a:ext cx="2763520" cy="512064"/>
            </a:xfrm>
            <a:prstGeom prst="rect">
              <a:avLst/>
            </a:prstGeom>
            <a:noFill/>
            <a:ln/>
          </p:spPr>
          <p:txBody>
            <a:bodyPr wrap="square" rtlCol="0" anchor="ctr"/>
            <a:lstStyle/>
            <a:p>
              <a:pPr algn="r" rtl="1"/>
              <a:r>
                <a:rPr lang="ar-EG" sz="2000" b="1" dirty="0">
                  <a:solidFill>
                    <a:srgbClr val="008658"/>
                  </a:solidFill>
                  <a:latin typeface="Sakkal Majalla" panose="02000000000000000000" pitchFamily="2" charset="-78"/>
                  <a:ea typeface="Arial" pitchFamily="34" charset="-122"/>
                  <a:cs typeface="Sakkal Majalla" panose="02000000000000000000" pitchFamily="2" charset="-78"/>
                </a:rPr>
                <a:t>فلسفة المراقبة الناضجة</a:t>
              </a:r>
              <a:endParaRPr lang="ar-EG" sz="2000" dirty="0">
                <a:solidFill>
                  <a:srgbClr val="008658"/>
                </a:solidFill>
                <a:latin typeface="Sakkal Majalla" panose="02000000000000000000" pitchFamily="2" charset="-78"/>
                <a:cs typeface="Sakkal Majalla" panose="02000000000000000000" pitchFamily="2" charset="-78"/>
              </a:endParaRPr>
            </a:p>
          </p:txBody>
        </p:sp>
        <p:sp>
          <p:nvSpPr>
            <p:cNvPr id="10" name="Shape 8"/>
            <p:cNvSpPr/>
            <p:nvPr/>
          </p:nvSpPr>
          <p:spPr>
            <a:xfrm>
              <a:off x="8270240" y="2011680"/>
              <a:ext cx="3373120" cy="24384"/>
            </a:xfrm>
            <a:prstGeom prst="rect">
              <a:avLst/>
            </a:prstGeom>
            <a:solidFill>
              <a:srgbClr val="E0E8E4"/>
            </a:solidFill>
            <a:ln/>
          </p:spPr>
          <p:txBody>
            <a:bodyPr/>
            <a:lstStyle/>
            <a:p>
              <a:endParaRPr lang="ar-EG" sz="3200" dirty="0">
                <a:latin typeface="Sakkal Majalla" panose="02000000000000000000" pitchFamily="2" charset="-78"/>
                <a:cs typeface="Sakkal Majalla" panose="02000000000000000000" pitchFamily="2" charset="-78"/>
              </a:endParaRPr>
            </a:p>
          </p:txBody>
        </p:sp>
        <p:sp>
          <p:nvSpPr>
            <p:cNvPr id="11" name="Text 9"/>
            <p:cNvSpPr/>
            <p:nvPr/>
          </p:nvSpPr>
          <p:spPr>
            <a:xfrm>
              <a:off x="8270240" y="2097024"/>
              <a:ext cx="3373120" cy="1341120"/>
            </a:xfrm>
            <a:prstGeom prst="rect">
              <a:avLst/>
            </a:prstGeom>
            <a:noFill/>
            <a:ln/>
          </p:spPr>
          <p:txBody>
            <a:bodyPr wrap="square" rtlCol="0" anchor="t"/>
            <a:lstStyle/>
            <a:p>
              <a:pPr algn="r" rtl="1"/>
              <a:r>
                <a:rPr lang="ar-EG" dirty="0">
                  <a:solidFill>
                    <a:srgbClr val="1C2B22"/>
                  </a:solidFill>
                  <a:latin typeface="Sakkal Majalla" panose="02000000000000000000" pitchFamily="2" charset="-78"/>
                  <a:ea typeface="Arial" pitchFamily="34" charset="-122"/>
                  <a:cs typeface="Sakkal Majalla" panose="02000000000000000000" pitchFamily="2" charset="-78"/>
                </a:rPr>
                <a:t>ليست روح التفتيش أو البحث عن الخطأ، بل حماية مبكرة – الهدف: اكتشاف الانحراف قبل تحوله لحادثة وحماية سلامة المرضى وسمعة المنشأة</a:t>
              </a:r>
              <a:endParaRPr lang="ar-EG" dirty="0">
                <a:latin typeface="Sakkal Majalla" panose="02000000000000000000" pitchFamily="2" charset="-78"/>
                <a:cs typeface="Sakkal Majalla" panose="02000000000000000000" pitchFamily="2" charset="-78"/>
              </a:endParaRPr>
            </a:p>
          </p:txBody>
        </p:sp>
        <p:sp>
          <p:nvSpPr>
            <p:cNvPr id="12" name="Shape 10"/>
            <p:cNvSpPr/>
            <p:nvPr/>
          </p:nvSpPr>
          <p:spPr>
            <a:xfrm>
              <a:off x="4287520" y="1341120"/>
              <a:ext cx="3616960" cy="225552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ar-EG" sz="3200" dirty="0">
                <a:latin typeface="Sakkal Majalla" panose="02000000000000000000" pitchFamily="2" charset="-78"/>
                <a:cs typeface="Sakkal Majalla" panose="02000000000000000000" pitchFamily="2" charset="-78"/>
              </a:endParaRPr>
            </a:p>
          </p:txBody>
        </p:sp>
        <p:sp>
          <p:nvSpPr>
            <p:cNvPr id="13" name="Shape 11"/>
            <p:cNvSpPr/>
            <p:nvPr/>
          </p:nvSpPr>
          <p:spPr>
            <a:xfrm>
              <a:off x="4287520" y="1341120"/>
              <a:ext cx="3616960" cy="73152"/>
            </a:xfrm>
            <a:prstGeom prst="rect">
              <a:avLst/>
            </a:prstGeom>
            <a:solidFill>
              <a:srgbClr val="008658"/>
            </a:solidFill>
            <a:ln/>
          </p:spPr>
          <p:txBody>
            <a:bodyPr/>
            <a:lstStyle/>
            <a:p>
              <a:endParaRPr lang="ar-EG" sz="3200" dirty="0">
                <a:latin typeface="Sakkal Majalla" panose="02000000000000000000" pitchFamily="2" charset="-78"/>
                <a:cs typeface="Sakkal Majalla" panose="02000000000000000000" pitchFamily="2" charset="-78"/>
              </a:endParaRPr>
            </a:p>
          </p:txBody>
        </p:sp>
        <p:sp>
          <p:nvSpPr>
            <p:cNvPr id="14" name="Shape 12"/>
            <p:cNvSpPr/>
            <p:nvPr/>
          </p:nvSpPr>
          <p:spPr>
            <a:xfrm>
              <a:off x="7270496" y="1487424"/>
              <a:ext cx="463296" cy="463296"/>
            </a:xfrm>
            <a:prstGeom prst="ellipse">
              <a:avLst/>
            </a:prstGeom>
            <a:solidFill>
              <a:srgbClr val="008658"/>
            </a:solidFill>
            <a:ln w="12700">
              <a:solidFill>
                <a:srgbClr val="0D6E6E"/>
              </a:solidFill>
              <a:prstDash val="solid"/>
            </a:ln>
          </p:spPr>
          <p:txBody>
            <a:bodyPr/>
            <a:lstStyle/>
            <a:p>
              <a:endParaRPr lang="ar-EG" sz="3200" dirty="0">
                <a:latin typeface="Sakkal Majalla" panose="02000000000000000000" pitchFamily="2" charset="-78"/>
                <a:cs typeface="Sakkal Majalla" panose="02000000000000000000" pitchFamily="2" charset="-78"/>
              </a:endParaRPr>
            </a:p>
          </p:txBody>
        </p:sp>
        <p:sp>
          <p:nvSpPr>
            <p:cNvPr id="15" name="Text 13"/>
            <p:cNvSpPr/>
            <p:nvPr/>
          </p:nvSpPr>
          <p:spPr>
            <a:xfrm>
              <a:off x="7270496" y="1499616"/>
              <a:ext cx="463296" cy="438912"/>
            </a:xfrm>
            <a:prstGeom prst="rect">
              <a:avLst/>
            </a:prstGeom>
            <a:noFill/>
            <a:ln/>
          </p:spPr>
          <p:txBody>
            <a:bodyPr wrap="square" rtlCol="0" anchor="ctr"/>
            <a:lstStyle/>
            <a:p>
              <a:pPr algn="ctr"/>
              <a:r>
                <a:rPr lang="ar-EG" sz="2000" b="1" dirty="0">
                  <a:solidFill>
                    <a:srgbClr val="FFFFFF"/>
                  </a:solidFill>
                  <a:latin typeface="Sakkal Majalla" panose="02000000000000000000" pitchFamily="2" charset="-78"/>
                  <a:ea typeface="Calibri" pitchFamily="34" charset="-122"/>
                  <a:cs typeface="Sakkal Majalla" panose="02000000000000000000" pitchFamily="2" charset="-78"/>
                </a:rPr>
                <a:t>2</a:t>
              </a:r>
              <a:endParaRPr lang="ar-EG" sz="2000" dirty="0">
                <a:latin typeface="Sakkal Majalla" panose="02000000000000000000" pitchFamily="2" charset="-78"/>
                <a:cs typeface="Sakkal Majalla" panose="02000000000000000000" pitchFamily="2" charset="-78"/>
              </a:endParaRPr>
            </a:p>
          </p:txBody>
        </p:sp>
        <p:sp>
          <p:nvSpPr>
            <p:cNvPr id="16" name="Text 14"/>
            <p:cNvSpPr/>
            <p:nvPr/>
          </p:nvSpPr>
          <p:spPr>
            <a:xfrm>
              <a:off x="4244109" y="1463040"/>
              <a:ext cx="2928851" cy="512064"/>
            </a:xfrm>
            <a:prstGeom prst="rect">
              <a:avLst/>
            </a:prstGeom>
            <a:noFill/>
            <a:ln/>
          </p:spPr>
          <p:txBody>
            <a:bodyPr wrap="square" rtlCol="0" anchor="ctr"/>
            <a:lstStyle/>
            <a:p>
              <a:pPr algn="r" rtl="1"/>
              <a:r>
                <a:rPr lang="ar-EG" sz="2000" b="1" dirty="0">
                  <a:solidFill>
                    <a:srgbClr val="008658"/>
                  </a:solidFill>
                  <a:latin typeface="Sakkal Majalla" panose="02000000000000000000" pitchFamily="2" charset="-78"/>
                  <a:ea typeface="Arial" pitchFamily="34" charset="-122"/>
                  <a:cs typeface="Sakkal Majalla" panose="02000000000000000000" pitchFamily="2" charset="-78"/>
                </a:rPr>
                <a:t>تخطيط المراقبة (قائم على المخاطر)</a:t>
              </a:r>
              <a:endParaRPr lang="ar-EG" sz="2000" dirty="0">
                <a:solidFill>
                  <a:srgbClr val="008658"/>
                </a:solidFill>
                <a:latin typeface="Sakkal Majalla" panose="02000000000000000000" pitchFamily="2" charset="-78"/>
                <a:cs typeface="Sakkal Majalla" panose="02000000000000000000" pitchFamily="2" charset="-78"/>
              </a:endParaRPr>
            </a:p>
          </p:txBody>
        </p:sp>
        <p:sp>
          <p:nvSpPr>
            <p:cNvPr id="17" name="Shape 15"/>
            <p:cNvSpPr/>
            <p:nvPr/>
          </p:nvSpPr>
          <p:spPr>
            <a:xfrm>
              <a:off x="4409440" y="2011680"/>
              <a:ext cx="3373120" cy="24384"/>
            </a:xfrm>
            <a:prstGeom prst="rect">
              <a:avLst/>
            </a:prstGeom>
            <a:solidFill>
              <a:srgbClr val="E0E8E4"/>
            </a:solidFill>
            <a:ln/>
          </p:spPr>
          <p:txBody>
            <a:bodyPr/>
            <a:lstStyle/>
            <a:p>
              <a:endParaRPr lang="ar-EG" sz="3200" dirty="0">
                <a:latin typeface="Sakkal Majalla" panose="02000000000000000000" pitchFamily="2" charset="-78"/>
                <a:cs typeface="Sakkal Majalla" panose="02000000000000000000" pitchFamily="2" charset="-78"/>
              </a:endParaRPr>
            </a:p>
          </p:txBody>
        </p:sp>
        <p:sp>
          <p:nvSpPr>
            <p:cNvPr id="18" name="Text 16"/>
            <p:cNvSpPr/>
            <p:nvPr/>
          </p:nvSpPr>
          <p:spPr>
            <a:xfrm>
              <a:off x="4409440" y="2097024"/>
              <a:ext cx="3373120" cy="1341120"/>
            </a:xfrm>
            <a:prstGeom prst="rect">
              <a:avLst/>
            </a:prstGeom>
            <a:noFill/>
            <a:ln/>
          </p:spPr>
          <p:txBody>
            <a:bodyPr wrap="square" rtlCol="0" anchor="t"/>
            <a:lstStyle/>
            <a:p>
              <a:pPr algn="r" rtl="1"/>
              <a:r>
                <a:rPr lang="ar-EG" dirty="0">
                  <a:solidFill>
                    <a:srgbClr val="1C2B22"/>
                  </a:solidFill>
                  <a:latin typeface="Sakkal Majalla" panose="02000000000000000000" pitchFamily="2" charset="-78"/>
                  <a:ea typeface="Arial" pitchFamily="34" charset="-122"/>
                  <a:cs typeface="Sakkal Majalla" panose="02000000000000000000" pitchFamily="2" charset="-78"/>
                </a:rPr>
                <a:t>التركيز على المتطلبات عالية الخطورة، المرتبطة بالترخيص والاعتماد، ذات الأثر المباشر على سلامة المرضى أو الضوابط الجسيمة التي إن فشلت يُصدَر الخطر</a:t>
              </a:r>
              <a:endParaRPr lang="ar-EG" dirty="0">
                <a:latin typeface="Sakkal Majalla" panose="02000000000000000000" pitchFamily="2" charset="-78"/>
                <a:cs typeface="Sakkal Majalla" panose="02000000000000000000" pitchFamily="2" charset="-78"/>
              </a:endParaRPr>
            </a:p>
          </p:txBody>
        </p:sp>
        <p:sp>
          <p:nvSpPr>
            <p:cNvPr id="19" name="Shape 17"/>
            <p:cNvSpPr/>
            <p:nvPr/>
          </p:nvSpPr>
          <p:spPr>
            <a:xfrm>
              <a:off x="426720" y="1341120"/>
              <a:ext cx="3616960" cy="225552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ar-EG" sz="3200" dirty="0">
                <a:latin typeface="Sakkal Majalla" panose="02000000000000000000" pitchFamily="2" charset="-78"/>
                <a:cs typeface="Sakkal Majalla" panose="02000000000000000000" pitchFamily="2" charset="-78"/>
              </a:endParaRPr>
            </a:p>
          </p:txBody>
        </p:sp>
        <p:sp>
          <p:nvSpPr>
            <p:cNvPr id="20" name="Shape 18"/>
            <p:cNvSpPr/>
            <p:nvPr/>
          </p:nvSpPr>
          <p:spPr>
            <a:xfrm>
              <a:off x="426720" y="1341120"/>
              <a:ext cx="3616960" cy="73152"/>
            </a:xfrm>
            <a:prstGeom prst="rect">
              <a:avLst/>
            </a:prstGeom>
            <a:solidFill>
              <a:srgbClr val="008658"/>
            </a:solidFill>
            <a:ln/>
          </p:spPr>
          <p:txBody>
            <a:bodyPr/>
            <a:lstStyle/>
            <a:p>
              <a:endParaRPr lang="ar-EG" sz="3200" dirty="0">
                <a:latin typeface="Sakkal Majalla" panose="02000000000000000000" pitchFamily="2" charset="-78"/>
                <a:cs typeface="Sakkal Majalla" panose="02000000000000000000" pitchFamily="2" charset="-78"/>
              </a:endParaRPr>
            </a:p>
          </p:txBody>
        </p:sp>
        <p:sp>
          <p:nvSpPr>
            <p:cNvPr id="21" name="Shape 19"/>
            <p:cNvSpPr/>
            <p:nvPr/>
          </p:nvSpPr>
          <p:spPr>
            <a:xfrm>
              <a:off x="3409696" y="1487424"/>
              <a:ext cx="463296" cy="463296"/>
            </a:xfrm>
            <a:prstGeom prst="ellipse">
              <a:avLst/>
            </a:prstGeom>
            <a:solidFill>
              <a:srgbClr val="008658"/>
            </a:solidFill>
            <a:ln w="12700">
              <a:solidFill>
                <a:srgbClr val="0D6E6E"/>
              </a:solidFill>
              <a:prstDash val="solid"/>
            </a:ln>
          </p:spPr>
          <p:txBody>
            <a:bodyPr/>
            <a:lstStyle/>
            <a:p>
              <a:endParaRPr lang="ar-EG" sz="3200" dirty="0">
                <a:latin typeface="Sakkal Majalla" panose="02000000000000000000" pitchFamily="2" charset="-78"/>
                <a:cs typeface="Sakkal Majalla" panose="02000000000000000000" pitchFamily="2" charset="-78"/>
              </a:endParaRPr>
            </a:p>
          </p:txBody>
        </p:sp>
        <p:sp>
          <p:nvSpPr>
            <p:cNvPr id="22" name="Text 20"/>
            <p:cNvSpPr/>
            <p:nvPr/>
          </p:nvSpPr>
          <p:spPr>
            <a:xfrm>
              <a:off x="3409696" y="1499616"/>
              <a:ext cx="463296" cy="438912"/>
            </a:xfrm>
            <a:prstGeom prst="rect">
              <a:avLst/>
            </a:prstGeom>
            <a:noFill/>
            <a:ln/>
          </p:spPr>
          <p:txBody>
            <a:bodyPr wrap="square" rtlCol="0" anchor="ctr"/>
            <a:lstStyle/>
            <a:p>
              <a:pPr algn="ctr"/>
              <a:r>
                <a:rPr lang="ar-EG" sz="2000" b="1" dirty="0">
                  <a:solidFill>
                    <a:srgbClr val="FFFFFF"/>
                  </a:solidFill>
                  <a:latin typeface="Sakkal Majalla" panose="02000000000000000000" pitchFamily="2" charset="-78"/>
                  <a:ea typeface="Calibri" pitchFamily="34" charset="-122"/>
                  <a:cs typeface="Sakkal Majalla" panose="02000000000000000000" pitchFamily="2" charset="-78"/>
                </a:rPr>
                <a:t>3</a:t>
              </a:r>
              <a:endParaRPr lang="ar-EG" sz="2000" dirty="0">
                <a:latin typeface="Sakkal Majalla" panose="02000000000000000000" pitchFamily="2" charset="-78"/>
                <a:cs typeface="Sakkal Majalla" panose="02000000000000000000" pitchFamily="2" charset="-78"/>
              </a:endParaRPr>
            </a:p>
          </p:txBody>
        </p:sp>
        <p:sp>
          <p:nvSpPr>
            <p:cNvPr id="23" name="Text 21"/>
            <p:cNvSpPr/>
            <p:nvPr/>
          </p:nvSpPr>
          <p:spPr>
            <a:xfrm>
              <a:off x="548640" y="1463040"/>
              <a:ext cx="2763520" cy="512064"/>
            </a:xfrm>
            <a:prstGeom prst="rect">
              <a:avLst/>
            </a:prstGeom>
            <a:noFill/>
            <a:ln/>
          </p:spPr>
          <p:txBody>
            <a:bodyPr wrap="square" rtlCol="0" anchor="ctr"/>
            <a:lstStyle/>
            <a:p>
              <a:pPr algn="r" rtl="1"/>
              <a:r>
                <a:rPr lang="ar-EG" sz="2000" b="1" dirty="0">
                  <a:solidFill>
                    <a:srgbClr val="008658"/>
                  </a:solidFill>
                  <a:latin typeface="Sakkal Majalla" panose="02000000000000000000" pitchFamily="2" charset="-78"/>
                  <a:ea typeface="Arial" pitchFamily="34" charset="-122"/>
                  <a:cs typeface="Sakkal Majalla" panose="02000000000000000000" pitchFamily="2" charset="-78"/>
                </a:rPr>
                <a:t>منهجيات المراقبة الأربع</a:t>
              </a:r>
              <a:endParaRPr lang="ar-EG" sz="2000" dirty="0">
                <a:solidFill>
                  <a:srgbClr val="008658"/>
                </a:solidFill>
                <a:latin typeface="Sakkal Majalla" panose="02000000000000000000" pitchFamily="2" charset="-78"/>
                <a:cs typeface="Sakkal Majalla" panose="02000000000000000000" pitchFamily="2" charset="-78"/>
              </a:endParaRPr>
            </a:p>
          </p:txBody>
        </p:sp>
        <p:sp>
          <p:nvSpPr>
            <p:cNvPr id="24" name="Shape 22"/>
            <p:cNvSpPr/>
            <p:nvPr/>
          </p:nvSpPr>
          <p:spPr>
            <a:xfrm>
              <a:off x="548640" y="2011680"/>
              <a:ext cx="3373120" cy="24384"/>
            </a:xfrm>
            <a:prstGeom prst="rect">
              <a:avLst/>
            </a:prstGeom>
            <a:solidFill>
              <a:srgbClr val="E0E8E4"/>
            </a:solidFill>
            <a:ln/>
          </p:spPr>
          <p:txBody>
            <a:bodyPr/>
            <a:lstStyle/>
            <a:p>
              <a:endParaRPr lang="ar-EG" sz="3200" dirty="0">
                <a:latin typeface="Sakkal Majalla" panose="02000000000000000000" pitchFamily="2" charset="-78"/>
                <a:cs typeface="Sakkal Majalla" panose="02000000000000000000" pitchFamily="2" charset="-78"/>
              </a:endParaRPr>
            </a:p>
          </p:txBody>
        </p:sp>
        <p:sp>
          <p:nvSpPr>
            <p:cNvPr id="25" name="Text 23"/>
            <p:cNvSpPr/>
            <p:nvPr/>
          </p:nvSpPr>
          <p:spPr>
            <a:xfrm>
              <a:off x="548640" y="2097024"/>
              <a:ext cx="3373120" cy="1341120"/>
            </a:xfrm>
            <a:prstGeom prst="rect">
              <a:avLst/>
            </a:prstGeom>
            <a:noFill/>
            <a:ln/>
          </p:spPr>
          <p:txBody>
            <a:bodyPr wrap="square" rtlCol="0" anchor="t"/>
            <a:lstStyle/>
            <a:p>
              <a:pPr algn="r" rtl="1"/>
              <a:r>
                <a:rPr lang="ar-EG" dirty="0">
                  <a:solidFill>
                    <a:srgbClr val="1C2B22"/>
                  </a:solidFill>
                  <a:latin typeface="Sakkal Majalla" panose="02000000000000000000" pitchFamily="2" charset="-78"/>
                  <a:ea typeface="Arial" pitchFamily="34" charset="-122"/>
                  <a:cs typeface="Sakkal Majalla" panose="02000000000000000000" pitchFamily="2" charset="-78"/>
                </a:rPr>
                <a:t>ميدانية (زيارات ومشاهدة التطبيق الفعلي) | مكتبية (مراجعة وثائق وسجلات) | ذاتية (Self-Assessment مع تحقق لاحق) | رقمية/مستمرة (لوحات ومؤشرات KCIs)</a:t>
              </a:r>
              <a:endParaRPr lang="ar-EG" dirty="0">
                <a:latin typeface="Sakkal Majalla" panose="02000000000000000000" pitchFamily="2" charset="-78"/>
                <a:cs typeface="Sakkal Majalla" panose="02000000000000000000" pitchFamily="2" charset="-78"/>
              </a:endParaRPr>
            </a:p>
          </p:txBody>
        </p:sp>
        <p:sp>
          <p:nvSpPr>
            <p:cNvPr id="26" name="Shape 24"/>
            <p:cNvSpPr/>
            <p:nvPr/>
          </p:nvSpPr>
          <p:spPr>
            <a:xfrm>
              <a:off x="8148320" y="3779520"/>
              <a:ext cx="3616960" cy="225552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ar-EG" sz="3200" dirty="0">
                <a:latin typeface="Sakkal Majalla" panose="02000000000000000000" pitchFamily="2" charset="-78"/>
                <a:cs typeface="Sakkal Majalla" panose="02000000000000000000" pitchFamily="2" charset="-78"/>
              </a:endParaRPr>
            </a:p>
          </p:txBody>
        </p:sp>
        <p:sp>
          <p:nvSpPr>
            <p:cNvPr id="27" name="Shape 25"/>
            <p:cNvSpPr/>
            <p:nvPr/>
          </p:nvSpPr>
          <p:spPr>
            <a:xfrm>
              <a:off x="8148320" y="3779520"/>
              <a:ext cx="3616960" cy="73152"/>
            </a:xfrm>
            <a:prstGeom prst="rect">
              <a:avLst/>
            </a:prstGeom>
            <a:solidFill>
              <a:srgbClr val="008658"/>
            </a:solidFill>
            <a:ln/>
          </p:spPr>
          <p:txBody>
            <a:bodyPr/>
            <a:lstStyle/>
            <a:p>
              <a:endParaRPr lang="ar-EG" sz="3200" dirty="0">
                <a:latin typeface="Sakkal Majalla" panose="02000000000000000000" pitchFamily="2" charset="-78"/>
                <a:cs typeface="Sakkal Majalla" panose="02000000000000000000" pitchFamily="2" charset="-78"/>
              </a:endParaRPr>
            </a:p>
          </p:txBody>
        </p:sp>
        <p:sp>
          <p:nvSpPr>
            <p:cNvPr id="28" name="Shape 26"/>
            <p:cNvSpPr/>
            <p:nvPr/>
          </p:nvSpPr>
          <p:spPr>
            <a:xfrm>
              <a:off x="11131296" y="3925824"/>
              <a:ext cx="463296" cy="463296"/>
            </a:xfrm>
            <a:prstGeom prst="ellipse">
              <a:avLst/>
            </a:prstGeom>
            <a:solidFill>
              <a:srgbClr val="008658"/>
            </a:solidFill>
            <a:ln w="12700">
              <a:solidFill>
                <a:srgbClr val="0D6E6E"/>
              </a:solidFill>
              <a:prstDash val="solid"/>
            </a:ln>
          </p:spPr>
          <p:txBody>
            <a:bodyPr/>
            <a:lstStyle/>
            <a:p>
              <a:endParaRPr lang="ar-EG" sz="3200" dirty="0">
                <a:latin typeface="Sakkal Majalla" panose="02000000000000000000" pitchFamily="2" charset="-78"/>
                <a:cs typeface="Sakkal Majalla" panose="02000000000000000000" pitchFamily="2" charset="-78"/>
              </a:endParaRPr>
            </a:p>
          </p:txBody>
        </p:sp>
        <p:sp>
          <p:nvSpPr>
            <p:cNvPr id="29" name="Text 27"/>
            <p:cNvSpPr/>
            <p:nvPr/>
          </p:nvSpPr>
          <p:spPr>
            <a:xfrm>
              <a:off x="11131296" y="3938016"/>
              <a:ext cx="463296" cy="438912"/>
            </a:xfrm>
            <a:prstGeom prst="rect">
              <a:avLst/>
            </a:prstGeom>
            <a:noFill/>
            <a:ln/>
          </p:spPr>
          <p:txBody>
            <a:bodyPr wrap="square" rtlCol="0" anchor="ctr"/>
            <a:lstStyle/>
            <a:p>
              <a:pPr algn="ctr"/>
              <a:r>
                <a:rPr lang="ar-EG" sz="2000" b="1" dirty="0">
                  <a:solidFill>
                    <a:srgbClr val="FFFFFF"/>
                  </a:solidFill>
                  <a:latin typeface="Sakkal Majalla" panose="02000000000000000000" pitchFamily="2" charset="-78"/>
                  <a:ea typeface="Calibri" pitchFamily="34" charset="-122"/>
                  <a:cs typeface="Sakkal Majalla" panose="02000000000000000000" pitchFamily="2" charset="-78"/>
                </a:rPr>
                <a:t>4</a:t>
              </a:r>
              <a:endParaRPr lang="ar-EG" sz="2000" dirty="0">
                <a:latin typeface="Sakkal Majalla" panose="02000000000000000000" pitchFamily="2" charset="-78"/>
                <a:cs typeface="Sakkal Majalla" panose="02000000000000000000" pitchFamily="2" charset="-78"/>
              </a:endParaRPr>
            </a:p>
          </p:txBody>
        </p:sp>
        <p:sp>
          <p:nvSpPr>
            <p:cNvPr id="30" name="Text 28"/>
            <p:cNvSpPr/>
            <p:nvPr/>
          </p:nvSpPr>
          <p:spPr>
            <a:xfrm>
              <a:off x="8270240" y="3901440"/>
              <a:ext cx="2763520" cy="512064"/>
            </a:xfrm>
            <a:prstGeom prst="rect">
              <a:avLst/>
            </a:prstGeom>
            <a:noFill/>
            <a:ln/>
          </p:spPr>
          <p:txBody>
            <a:bodyPr wrap="square" rtlCol="0" anchor="ctr"/>
            <a:lstStyle/>
            <a:p>
              <a:pPr algn="r" rtl="1"/>
              <a:r>
                <a:rPr lang="ar-EG" sz="2000" b="1" dirty="0">
                  <a:solidFill>
                    <a:srgbClr val="008658"/>
                  </a:solidFill>
                  <a:latin typeface="Sakkal Majalla" panose="02000000000000000000" pitchFamily="2" charset="-78"/>
                  <a:ea typeface="Arial" pitchFamily="34" charset="-122"/>
                  <a:cs typeface="Sakkal Majalla" panose="02000000000000000000" pitchFamily="2" charset="-78"/>
                </a:rPr>
                <a:t>اختبار حقيقة الضوابط</a:t>
              </a:r>
              <a:endParaRPr lang="ar-EG" sz="2000" dirty="0">
                <a:solidFill>
                  <a:srgbClr val="008658"/>
                </a:solidFill>
                <a:latin typeface="Sakkal Majalla" panose="02000000000000000000" pitchFamily="2" charset="-78"/>
                <a:cs typeface="Sakkal Majalla" panose="02000000000000000000" pitchFamily="2" charset="-78"/>
              </a:endParaRPr>
            </a:p>
          </p:txBody>
        </p:sp>
        <p:sp>
          <p:nvSpPr>
            <p:cNvPr id="31" name="Shape 29"/>
            <p:cNvSpPr/>
            <p:nvPr/>
          </p:nvSpPr>
          <p:spPr>
            <a:xfrm>
              <a:off x="8270240" y="4450080"/>
              <a:ext cx="3373120" cy="24384"/>
            </a:xfrm>
            <a:prstGeom prst="rect">
              <a:avLst/>
            </a:prstGeom>
            <a:solidFill>
              <a:srgbClr val="E0E8E4"/>
            </a:solidFill>
            <a:ln/>
          </p:spPr>
          <p:txBody>
            <a:bodyPr/>
            <a:lstStyle/>
            <a:p>
              <a:endParaRPr lang="ar-EG" sz="3200" dirty="0">
                <a:latin typeface="Sakkal Majalla" panose="02000000000000000000" pitchFamily="2" charset="-78"/>
                <a:cs typeface="Sakkal Majalla" panose="02000000000000000000" pitchFamily="2" charset="-78"/>
              </a:endParaRPr>
            </a:p>
          </p:txBody>
        </p:sp>
        <p:sp>
          <p:nvSpPr>
            <p:cNvPr id="32" name="Text 30"/>
            <p:cNvSpPr/>
            <p:nvPr/>
          </p:nvSpPr>
          <p:spPr>
            <a:xfrm>
              <a:off x="8270240" y="4535424"/>
              <a:ext cx="3373120" cy="1341120"/>
            </a:xfrm>
            <a:prstGeom prst="rect">
              <a:avLst/>
            </a:prstGeom>
            <a:noFill/>
            <a:ln/>
          </p:spPr>
          <p:txBody>
            <a:bodyPr wrap="square" rtlCol="0" anchor="t"/>
            <a:lstStyle/>
            <a:p>
              <a:pPr algn="r" rtl="1"/>
              <a:r>
                <a:rPr lang="ar-EG" dirty="0">
                  <a:solidFill>
                    <a:srgbClr val="1C2B22"/>
                  </a:solidFill>
                  <a:latin typeface="Sakkal Majalla" panose="02000000000000000000" pitchFamily="2" charset="-78"/>
                  <a:ea typeface="Arial" pitchFamily="34" charset="-122"/>
                  <a:cs typeface="Sakkal Majalla" panose="02000000000000000000" pitchFamily="2" charset="-78"/>
                </a:rPr>
                <a:t>هل تُطبَّق ما ثُبِّت؟ هل يفهمها الموظفون؟ هل تتوافق مع ضغط العمل الفعلي؟ هل توجد أدلة إثبات موثقة؟ الامتثال غير المثبت لا يُعدّ امتثالاً</a:t>
              </a:r>
              <a:endParaRPr lang="ar-EG" dirty="0">
                <a:latin typeface="Sakkal Majalla" panose="02000000000000000000" pitchFamily="2" charset="-78"/>
                <a:cs typeface="Sakkal Majalla" panose="02000000000000000000" pitchFamily="2" charset="-78"/>
              </a:endParaRPr>
            </a:p>
          </p:txBody>
        </p:sp>
        <p:sp>
          <p:nvSpPr>
            <p:cNvPr id="33" name="Shape 31"/>
            <p:cNvSpPr/>
            <p:nvPr/>
          </p:nvSpPr>
          <p:spPr>
            <a:xfrm>
              <a:off x="4287520" y="3779520"/>
              <a:ext cx="3616960" cy="225552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ar-EG" sz="3200" dirty="0">
                <a:latin typeface="Sakkal Majalla" panose="02000000000000000000" pitchFamily="2" charset="-78"/>
                <a:cs typeface="Sakkal Majalla" panose="02000000000000000000" pitchFamily="2" charset="-78"/>
              </a:endParaRPr>
            </a:p>
          </p:txBody>
        </p:sp>
        <p:sp>
          <p:nvSpPr>
            <p:cNvPr id="34" name="Shape 32"/>
            <p:cNvSpPr/>
            <p:nvPr/>
          </p:nvSpPr>
          <p:spPr>
            <a:xfrm>
              <a:off x="4287520" y="3779520"/>
              <a:ext cx="3616960" cy="73152"/>
            </a:xfrm>
            <a:prstGeom prst="rect">
              <a:avLst/>
            </a:prstGeom>
            <a:solidFill>
              <a:srgbClr val="008658"/>
            </a:solidFill>
            <a:ln/>
          </p:spPr>
          <p:txBody>
            <a:bodyPr/>
            <a:lstStyle/>
            <a:p>
              <a:endParaRPr lang="ar-EG" sz="3200" dirty="0">
                <a:latin typeface="Sakkal Majalla" panose="02000000000000000000" pitchFamily="2" charset="-78"/>
                <a:cs typeface="Sakkal Majalla" panose="02000000000000000000" pitchFamily="2" charset="-78"/>
              </a:endParaRPr>
            </a:p>
          </p:txBody>
        </p:sp>
        <p:sp>
          <p:nvSpPr>
            <p:cNvPr id="35" name="Shape 33"/>
            <p:cNvSpPr/>
            <p:nvPr/>
          </p:nvSpPr>
          <p:spPr>
            <a:xfrm>
              <a:off x="7270496" y="3925824"/>
              <a:ext cx="463296" cy="463296"/>
            </a:xfrm>
            <a:prstGeom prst="ellipse">
              <a:avLst/>
            </a:prstGeom>
            <a:solidFill>
              <a:srgbClr val="008658"/>
            </a:solidFill>
            <a:ln w="12700">
              <a:solidFill>
                <a:srgbClr val="0D6E6E"/>
              </a:solidFill>
              <a:prstDash val="solid"/>
            </a:ln>
          </p:spPr>
          <p:txBody>
            <a:bodyPr/>
            <a:lstStyle/>
            <a:p>
              <a:endParaRPr lang="ar-EG" sz="3200" dirty="0">
                <a:latin typeface="Sakkal Majalla" panose="02000000000000000000" pitchFamily="2" charset="-78"/>
                <a:cs typeface="Sakkal Majalla" panose="02000000000000000000" pitchFamily="2" charset="-78"/>
              </a:endParaRPr>
            </a:p>
          </p:txBody>
        </p:sp>
        <p:sp>
          <p:nvSpPr>
            <p:cNvPr id="36" name="Text 34"/>
            <p:cNvSpPr/>
            <p:nvPr/>
          </p:nvSpPr>
          <p:spPr>
            <a:xfrm>
              <a:off x="7270496" y="3938016"/>
              <a:ext cx="463296" cy="438912"/>
            </a:xfrm>
            <a:prstGeom prst="rect">
              <a:avLst/>
            </a:prstGeom>
            <a:noFill/>
            <a:ln/>
          </p:spPr>
          <p:txBody>
            <a:bodyPr wrap="square" rtlCol="0" anchor="ctr"/>
            <a:lstStyle/>
            <a:p>
              <a:pPr algn="ctr"/>
              <a:r>
                <a:rPr lang="ar-EG" sz="2000" b="1" dirty="0">
                  <a:solidFill>
                    <a:srgbClr val="FFFFFF"/>
                  </a:solidFill>
                  <a:latin typeface="Sakkal Majalla" panose="02000000000000000000" pitchFamily="2" charset="-78"/>
                  <a:ea typeface="Calibri" pitchFamily="34" charset="-122"/>
                  <a:cs typeface="Sakkal Majalla" panose="02000000000000000000" pitchFamily="2" charset="-78"/>
                </a:rPr>
                <a:t>5</a:t>
              </a:r>
              <a:endParaRPr lang="ar-EG" sz="2000" dirty="0">
                <a:latin typeface="Sakkal Majalla" panose="02000000000000000000" pitchFamily="2" charset="-78"/>
                <a:cs typeface="Sakkal Majalla" panose="02000000000000000000" pitchFamily="2" charset="-78"/>
              </a:endParaRPr>
            </a:p>
          </p:txBody>
        </p:sp>
        <p:sp>
          <p:nvSpPr>
            <p:cNvPr id="37" name="Text 35"/>
            <p:cNvSpPr/>
            <p:nvPr/>
          </p:nvSpPr>
          <p:spPr>
            <a:xfrm>
              <a:off x="4409440" y="3901440"/>
              <a:ext cx="2763520" cy="512064"/>
            </a:xfrm>
            <a:prstGeom prst="rect">
              <a:avLst/>
            </a:prstGeom>
            <a:noFill/>
            <a:ln/>
          </p:spPr>
          <p:txBody>
            <a:bodyPr wrap="square" rtlCol="0" anchor="ctr"/>
            <a:lstStyle/>
            <a:p>
              <a:pPr algn="r" rtl="1"/>
              <a:r>
                <a:rPr lang="ar-EG" sz="2000" b="1" dirty="0">
                  <a:solidFill>
                    <a:srgbClr val="008658"/>
                  </a:solidFill>
                  <a:latin typeface="Sakkal Majalla" panose="02000000000000000000" pitchFamily="2" charset="-78"/>
                  <a:ea typeface="Arial" pitchFamily="34" charset="-122"/>
                  <a:cs typeface="Sakkal Majalla" panose="02000000000000000000" pitchFamily="2" charset="-78"/>
                </a:rPr>
                <a:t>رفع تقارير المراقبة</a:t>
              </a:r>
              <a:endParaRPr lang="ar-EG" sz="2000" dirty="0">
                <a:solidFill>
                  <a:srgbClr val="008658"/>
                </a:solidFill>
                <a:latin typeface="Sakkal Majalla" panose="02000000000000000000" pitchFamily="2" charset="-78"/>
                <a:cs typeface="Sakkal Majalla" panose="02000000000000000000" pitchFamily="2" charset="-78"/>
              </a:endParaRPr>
            </a:p>
          </p:txBody>
        </p:sp>
        <p:sp>
          <p:nvSpPr>
            <p:cNvPr id="38" name="Shape 36"/>
            <p:cNvSpPr/>
            <p:nvPr/>
          </p:nvSpPr>
          <p:spPr>
            <a:xfrm>
              <a:off x="4409440" y="4450080"/>
              <a:ext cx="3373120" cy="24384"/>
            </a:xfrm>
            <a:prstGeom prst="rect">
              <a:avLst/>
            </a:prstGeom>
            <a:solidFill>
              <a:srgbClr val="E0E8E4"/>
            </a:solidFill>
            <a:ln/>
          </p:spPr>
          <p:txBody>
            <a:bodyPr/>
            <a:lstStyle/>
            <a:p>
              <a:endParaRPr lang="ar-EG" sz="3200" dirty="0">
                <a:latin typeface="Sakkal Majalla" panose="02000000000000000000" pitchFamily="2" charset="-78"/>
                <a:cs typeface="Sakkal Majalla" panose="02000000000000000000" pitchFamily="2" charset="-78"/>
              </a:endParaRPr>
            </a:p>
          </p:txBody>
        </p:sp>
        <p:sp>
          <p:nvSpPr>
            <p:cNvPr id="39" name="Text 37"/>
            <p:cNvSpPr/>
            <p:nvPr/>
          </p:nvSpPr>
          <p:spPr>
            <a:xfrm>
              <a:off x="4409440" y="4535424"/>
              <a:ext cx="3373120" cy="1341120"/>
            </a:xfrm>
            <a:prstGeom prst="rect">
              <a:avLst/>
            </a:prstGeom>
            <a:noFill/>
            <a:ln/>
          </p:spPr>
          <p:txBody>
            <a:bodyPr wrap="square" rtlCol="0" anchor="t"/>
            <a:lstStyle/>
            <a:p>
              <a:pPr algn="r" rtl="1"/>
              <a:r>
                <a:rPr lang="ar-EG" dirty="0">
                  <a:solidFill>
                    <a:srgbClr val="1C2B22"/>
                  </a:solidFill>
                  <a:latin typeface="Sakkal Majalla" panose="02000000000000000000" pitchFamily="2" charset="-78"/>
                  <a:ea typeface="Arial" pitchFamily="34" charset="-122"/>
                  <a:cs typeface="Sakkal Majalla" panose="02000000000000000000" pitchFamily="2" charset="-78"/>
                </a:rPr>
                <a:t>تجيب على: ما مستوى الامتثال؟ أين الفجوات؟ ما الذي يحتاج قراراً عاجلاً؟ – تقارير تشغيلية، تحليلية، مختصرة للمجلس</a:t>
              </a:r>
              <a:endParaRPr lang="ar-EG" dirty="0">
                <a:latin typeface="Sakkal Majalla" panose="02000000000000000000" pitchFamily="2" charset="-78"/>
                <a:cs typeface="Sakkal Majalla" panose="02000000000000000000" pitchFamily="2" charset="-78"/>
              </a:endParaRPr>
            </a:p>
          </p:txBody>
        </p:sp>
        <p:sp>
          <p:nvSpPr>
            <p:cNvPr id="40" name="Shape 38"/>
            <p:cNvSpPr/>
            <p:nvPr/>
          </p:nvSpPr>
          <p:spPr>
            <a:xfrm>
              <a:off x="426720" y="3779520"/>
              <a:ext cx="3616960" cy="225552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ar-EG" sz="3200" dirty="0">
                <a:latin typeface="Sakkal Majalla" panose="02000000000000000000" pitchFamily="2" charset="-78"/>
                <a:cs typeface="Sakkal Majalla" panose="02000000000000000000" pitchFamily="2" charset="-78"/>
              </a:endParaRPr>
            </a:p>
          </p:txBody>
        </p:sp>
        <p:sp>
          <p:nvSpPr>
            <p:cNvPr id="41" name="Shape 39"/>
            <p:cNvSpPr/>
            <p:nvPr/>
          </p:nvSpPr>
          <p:spPr>
            <a:xfrm>
              <a:off x="426720" y="3779520"/>
              <a:ext cx="3616960" cy="73152"/>
            </a:xfrm>
            <a:prstGeom prst="rect">
              <a:avLst/>
            </a:prstGeom>
            <a:solidFill>
              <a:srgbClr val="008658"/>
            </a:solidFill>
            <a:ln/>
          </p:spPr>
          <p:txBody>
            <a:bodyPr/>
            <a:lstStyle/>
            <a:p>
              <a:endParaRPr lang="ar-EG" sz="3200" dirty="0">
                <a:latin typeface="Sakkal Majalla" panose="02000000000000000000" pitchFamily="2" charset="-78"/>
                <a:cs typeface="Sakkal Majalla" panose="02000000000000000000" pitchFamily="2" charset="-78"/>
              </a:endParaRPr>
            </a:p>
          </p:txBody>
        </p:sp>
        <p:sp>
          <p:nvSpPr>
            <p:cNvPr id="42" name="Shape 40"/>
            <p:cNvSpPr/>
            <p:nvPr/>
          </p:nvSpPr>
          <p:spPr>
            <a:xfrm>
              <a:off x="3409696" y="3925824"/>
              <a:ext cx="463296" cy="463296"/>
            </a:xfrm>
            <a:prstGeom prst="ellipse">
              <a:avLst/>
            </a:prstGeom>
            <a:solidFill>
              <a:srgbClr val="008658"/>
            </a:solidFill>
            <a:ln w="12700">
              <a:solidFill>
                <a:srgbClr val="0D6E6E"/>
              </a:solidFill>
              <a:prstDash val="solid"/>
            </a:ln>
          </p:spPr>
          <p:txBody>
            <a:bodyPr/>
            <a:lstStyle/>
            <a:p>
              <a:endParaRPr lang="ar-EG" sz="3200" dirty="0">
                <a:latin typeface="Sakkal Majalla" panose="02000000000000000000" pitchFamily="2" charset="-78"/>
                <a:cs typeface="Sakkal Majalla" panose="02000000000000000000" pitchFamily="2" charset="-78"/>
              </a:endParaRPr>
            </a:p>
          </p:txBody>
        </p:sp>
        <p:sp>
          <p:nvSpPr>
            <p:cNvPr id="43" name="Text 41"/>
            <p:cNvSpPr/>
            <p:nvPr/>
          </p:nvSpPr>
          <p:spPr>
            <a:xfrm>
              <a:off x="3409696" y="3938016"/>
              <a:ext cx="463296" cy="438912"/>
            </a:xfrm>
            <a:prstGeom prst="rect">
              <a:avLst/>
            </a:prstGeom>
            <a:noFill/>
            <a:ln/>
          </p:spPr>
          <p:txBody>
            <a:bodyPr wrap="square" rtlCol="0" anchor="ctr"/>
            <a:lstStyle/>
            <a:p>
              <a:pPr algn="ctr"/>
              <a:r>
                <a:rPr lang="ar-EG" sz="2000" b="1" dirty="0">
                  <a:solidFill>
                    <a:srgbClr val="FFFFFF"/>
                  </a:solidFill>
                  <a:latin typeface="Sakkal Majalla" panose="02000000000000000000" pitchFamily="2" charset="-78"/>
                  <a:ea typeface="Calibri" pitchFamily="34" charset="-122"/>
                  <a:cs typeface="Sakkal Majalla" panose="02000000000000000000" pitchFamily="2" charset="-78"/>
                </a:rPr>
                <a:t>6</a:t>
              </a:r>
              <a:endParaRPr lang="ar-EG" sz="2000" dirty="0">
                <a:latin typeface="Sakkal Majalla" panose="02000000000000000000" pitchFamily="2" charset="-78"/>
                <a:cs typeface="Sakkal Majalla" panose="02000000000000000000" pitchFamily="2" charset="-78"/>
              </a:endParaRPr>
            </a:p>
          </p:txBody>
        </p:sp>
        <p:sp>
          <p:nvSpPr>
            <p:cNvPr id="44" name="Text 42"/>
            <p:cNvSpPr/>
            <p:nvPr/>
          </p:nvSpPr>
          <p:spPr>
            <a:xfrm>
              <a:off x="548640" y="3901440"/>
              <a:ext cx="2763520" cy="512064"/>
            </a:xfrm>
            <a:prstGeom prst="rect">
              <a:avLst/>
            </a:prstGeom>
            <a:noFill/>
            <a:ln/>
          </p:spPr>
          <p:txBody>
            <a:bodyPr wrap="square" rtlCol="0" anchor="ctr"/>
            <a:lstStyle/>
            <a:p>
              <a:pPr algn="r" rtl="1"/>
              <a:r>
                <a:rPr lang="ar-EG" sz="2000" b="1" dirty="0">
                  <a:solidFill>
                    <a:srgbClr val="008658"/>
                  </a:solidFill>
                  <a:latin typeface="Sakkal Majalla" panose="02000000000000000000" pitchFamily="2" charset="-78"/>
                  <a:ea typeface="Arial" pitchFamily="34" charset="-122"/>
                  <a:cs typeface="Sakkal Majalla" panose="02000000000000000000" pitchFamily="2" charset="-78"/>
                </a:rPr>
                <a:t>متابعة خطط التصحيح</a:t>
              </a:r>
              <a:endParaRPr lang="ar-EG" sz="2000" dirty="0">
                <a:solidFill>
                  <a:srgbClr val="008658"/>
                </a:solidFill>
                <a:latin typeface="Sakkal Majalla" panose="02000000000000000000" pitchFamily="2" charset="-78"/>
                <a:cs typeface="Sakkal Majalla" panose="02000000000000000000" pitchFamily="2" charset="-78"/>
              </a:endParaRPr>
            </a:p>
          </p:txBody>
        </p:sp>
        <p:sp>
          <p:nvSpPr>
            <p:cNvPr id="45" name="Shape 43"/>
            <p:cNvSpPr/>
            <p:nvPr/>
          </p:nvSpPr>
          <p:spPr>
            <a:xfrm>
              <a:off x="548640" y="4450080"/>
              <a:ext cx="3373120" cy="24384"/>
            </a:xfrm>
            <a:prstGeom prst="rect">
              <a:avLst/>
            </a:prstGeom>
            <a:solidFill>
              <a:srgbClr val="E0E8E4"/>
            </a:solidFill>
            <a:ln/>
          </p:spPr>
          <p:txBody>
            <a:bodyPr/>
            <a:lstStyle/>
            <a:p>
              <a:endParaRPr lang="ar-EG" sz="3200" dirty="0">
                <a:latin typeface="Sakkal Majalla" panose="02000000000000000000" pitchFamily="2" charset="-78"/>
                <a:cs typeface="Sakkal Majalla" panose="02000000000000000000" pitchFamily="2" charset="-78"/>
              </a:endParaRPr>
            </a:p>
          </p:txBody>
        </p:sp>
        <p:sp>
          <p:nvSpPr>
            <p:cNvPr id="46" name="Text 44"/>
            <p:cNvSpPr/>
            <p:nvPr/>
          </p:nvSpPr>
          <p:spPr>
            <a:xfrm>
              <a:off x="548640" y="4535424"/>
              <a:ext cx="3373120" cy="1341120"/>
            </a:xfrm>
            <a:prstGeom prst="rect">
              <a:avLst/>
            </a:prstGeom>
            <a:noFill/>
            <a:ln/>
          </p:spPr>
          <p:txBody>
            <a:bodyPr wrap="square" rtlCol="0" anchor="t"/>
            <a:lstStyle/>
            <a:p>
              <a:pPr algn="r" rtl="1"/>
              <a:r>
                <a:rPr lang="ar-EG" dirty="0">
                  <a:solidFill>
                    <a:srgbClr val="1C2B22"/>
                  </a:solidFill>
                  <a:latin typeface="Sakkal Majalla" panose="02000000000000000000" pitchFamily="2" charset="-78"/>
                  <a:ea typeface="Arial" pitchFamily="34" charset="-122"/>
                  <a:cs typeface="Sakkal Majalla" panose="02000000000000000000" pitchFamily="2" charset="-78"/>
                </a:rPr>
                <a:t>هل نُفِّذت الخطة؟ هل عالجت السبب الجذري؟ هل انخفض الخطر المتبقي؟ الفرق بين منشأة 'تُغلق التقارير' ومنشأة 'تُصحح الأداء'</a:t>
              </a:r>
              <a:endParaRPr lang="ar-EG" dirty="0">
                <a:latin typeface="Sakkal Majalla" panose="02000000000000000000" pitchFamily="2" charset="-78"/>
                <a:cs typeface="Sakkal Majalla" panose="02000000000000000000" pitchFamily="2" charset="-78"/>
              </a:endParaRPr>
            </a:p>
          </p:txBody>
        </p:sp>
      </p:grpSp>
    </p:spTree>
    <p:extLst>
      <p:ext uri="{BB962C8B-B14F-4D97-AF65-F5344CB8AC3E}">
        <p14:creationId xmlns:p14="http://schemas.microsoft.com/office/powerpoint/2010/main" val="1034469677"/>
      </p:ext>
    </p:extLst>
  </p:cSld>
  <p:clrMapOvr>
    <a:masterClrMapping/>
  </p:clrMapOvr>
  <p:transition spd="me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6FE603-2B53-4275-8F09-7D99011BD7B8}"/>
            </a:ext>
          </a:extLst>
        </p:cNvPr>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62A58BB8-D566-BBE7-1705-56ECAA59269D}"/>
              </a:ext>
            </a:extLst>
          </p:cNvPr>
          <p:cNvGraphicFramePr>
            <a:graphicFrameLocks noChangeAspect="1"/>
          </p:cNvGraphicFramePr>
          <p:nvPr>
            <p:custDataLst>
              <p:tags r:id="rId1"/>
            </p:custDataLst>
          </p:nvPr>
        </p:nvGraphicFramePr>
        <p:xfrm>
          <a:off x="11163" y="1489"/>
          <a:ext cx="1489" cy="1489"/>
        </p:xfrm>
        <a:graphic>
          <a:graphicData uri="http://schemas.openxmlformats.org/presentationml/2006/ole">
            <mc:AlternateContent xmlns:mc="http://schemas.openxmlformats.org/markup-compatibility/2006">
              <mc:Choice xmlns:v="urn:schemas-microsoft-com:vml" Requires="v">
                <p:oleObj name="think-cell Slide" r:id="rId4" imgW="395" imgH="396" progId="TCLayout.ActiveDocument.1">
                  <p:embed/>
                </p:oleObj>
              </mc:Choice>
              <mc:Fallback>
                <p:oleObj name="think-cell Slide" r:id="rId4" imgW="395" imgH="396" progId="TCLayout.ActiveDocument.1">
                  <p:embed/>
                  <p:pic>
                    <p:nvPicPr>
                      <p:cNvPr id="4" name="Object 3" hidden="1">
                        <a:extLst>
                          <a:ext uri="{FF2B5EF4-FFF2-40B4-BE49-F238E27FC236}">
                            <a16:creationId xmlns:a16="http://schemas.microsoft.com/office/drawing/2014/main" id="{867AF10E-5615-4643-278F-9F3FBF27E016}"/>
                          </a:ext>
                        </a:extLst>
                      </p:cNvPr>
                      <p:cNvPicPr/>
                      <p:nvPr/>
                    </p:nvPicPr>
                    <p:blipFill>
                      <a:blip r:embed="rId5"/>
                      <a:stretch>
                        <a:fillRect/>
                      </a:stretch>
                    </p:blipFill>
                    <p:spPr>
                      <a:xfrm>
                        <a:off x="11163" y="1489"/>
                        <a:ext cx="1489" cy="1489"/>
                      </a:xfrm>
                      <a:prstGeom prst="rect">
                        <a:avLst/>
                      </a:prstGeom>
                    </p:spPr>
                  </p:pic>
                </p:oleObj>
              </mc:Fallback>
            </mc:AlternateContent>
          </a:graphicData>
        </a:graphic>
      </p:graphicFrame>
      <p:sp>
        <p:nvSpPr>
          <p:cNvPr id="2" name="Text Placeholder 1">
            <a:extLst>
              <a:ext uri="{FF2B5EF4-FFF2-40B4-BE49-F238E27FC236}">
                <a16:creationId xmlns:a16="http://schemas.microsoft.com/office/drawing/2014/main" id="{85188BAC-E13A-AC4C-7525-68B755FE02A2}"/>
              </a:ext>
            </a:extLst>
          </p:cNvPr>
          <p:cNvSpPr txBox="1">
            <a:spLocks/>
          </p:cNvSpPr>
          <p:nvPr/>
        </p:nvSpPr>
        <p:spPr>
          <a:xfrm>
            <a:off x="5495081" y="159153"/>
            <a:ext cx="6389688" cy="523220"/>
          </a:xfrm>
          <a:prstGeom prst="rect">
            <a:avLst/>
          </a:prstGeom>
        </p:spPr>
        <p:txBody>
          <a:bodyPr vert="horz" lIns="91440" tIns="45720" rIns="91440" bIns="45720" rtlCol="0">
            <a:spAutoFit/>
          </a:bodyPr>
          <a:lstStyle>
            <a:lvl1pPr marL="0" indent="0" algn="r" defTabSz="685800" rtl="1" eaLnBrk="1" latinLnBrk="0" hangingPunct="1">
              <a:lnSpc>
                <a:spcPct val="100000"/>
              </a:lnSpc>
              <a:spcBef>
                <a:spcPts val="750"/>
              </a:spcBef>
              <a:buFont typeface="Arial" panose="020B0604020202020204" pitchFamily="34" charset="0"/>
              <a:buNone/>
              <a:defRPr sz="2000" b="1" kern="1200">
                <a:solidFill>
                  <a:schemeClr val="accent3"/>
                </a:solidFill>
                <a:latin typeface="+mn-lt"/>
                <a:ea typeface="+mn-ea"/>
                <a:cs typeface="+mj-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defRPr/>
            </a:pPr>
            <a:r>
              <a:rPr lang="ar-EG" sz="2800" dirty="0">
                <a:solidFill>
                  <a:srgbClr val="008658"/>
                </a:solidFill>
                <a:latin typeface="Calibri" pitchFamily="34" charset="0"/>
                <a:cs typeface="Calibri" pitchFamily="34" charset="-120"/>
              </a:rPr>
              <a:t>بناء ثقافة الامتثال وبرامج التوعية</a:t>
            </a:r>
          </a:p>
        </p:txBody>
      </p:sp>
      <p:grpSp>
        <p:nvGrpSpPr>
          <p:cNvPr id="49" name="Group 48">
            <a:extLst>
              <a:ext uri="{FF2B5EF4-FFF2-40B4-BE49-F238E27FC236}">
                <a16:creationId xmlns:a16="http://schemas.microsoft.com/office/drawing/2014/main" id="{AF9B7822-EA2F-7E06-5FE1-592569D315CB}"/>
              </a:ext>
            </a:extLst>
          </p:cNvPr>
          <p:cNvGrpSpPr/>
          <p:nvPr/>
        </p:nvGrpSpPr>
        <p:grpSpPr>
          <a:xfrm>
            <a:off x="426720" y="1341120"/>
            <a:ext cx="11338560" cy="4693920"/>
            <a:chOff x="426720" y="1341120"/>
            <a:chExt cx="11338560" cy="4693920"/>
          </a:xfrm>
        </p:grpSpPr>
        <p:sp>
          <p:nvSpPr>
            <p:cNvPr id="5" name="Shape 3"/>
            <p:cNvSpPr/>
            <p:nvPr/>
          </p:nvSpPr>
          <p:spPr>
            <a:xfrm>
              <a:off x="8148320" y="1341120"/>
              <a:ext cx="3616960" cy="225552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ar-EG" sz="3200" dirty="0">
                <a:latin typeface="Sakkal Majalla" panose="02000000000000000000" pitchFamily="2" charset="-78"/>
                <a:cs typeface="Sakkal Majalla" panose="02000000000000000000" pitchFamily="2" charset="-78"/>
              </a:endParaRPr>
            </a:p>
          </p:txBody>
        </p:sp>
        <p:sp>
          <p:nvSpPr>
            <p:cNvPr id="6" name="Shape 4"/>
            <p:cNvSpPr/>
            <p:nvPr/>
          </p:nvSpPr>
          <p:spPr>
            <a:xfrm>
              <a:off x="8148320" y="1341120"/>
              <a:ext cx="3616960" cy="73152"/>
            </a:xfrm>
            <a:prstGeom prst="rect">
              <a:avLst/>
            </a:prstGeom>
            <a:solidFill>
              <a:srgbClr val="008658"/>
            </a:solidFill>
            <a:ln/>
          </p:spPr>
          <p:txBody>
            <a:bodyPr/>
            <a:lstStyle/>
            <a:p>
              <a:endParaRPr lang="ar-EG" sz="3200" dirty="0">
                <a:latin typeface="Sakkal Majalla" panose="02000000000000000000" pitchFamily="2" charset="-78"/>
                <a:cs typeface="Sakkal Majalla" panose="02000000000000000000" pitchFamily="2" charset="-78"/>
              </a:endParaRPr>
            </a:p>
          </p:txBody>
        </p:sp>
        <p:sp>
          <p:nvSpPr>
            <p:cNvPr id="7" name="Shape 5"/>
            <p:cNvSpPr/>
            <p:nvPr/>
          </p:nvSpPr>
          <p:spPr>
            <a:xfrm>
              <a:off x="11131296" y="1487424"/>
              <a:ext cx="463296" cy="463296"/>
            </a:xfrm>
            <a:prstGeom prst="ellipse">
              <a:avLst/>
            </a:prstGeom>
            <a:solidFill>
              <a:srgbClr val="008658"/>
            </a:solidFill>
            <a:ln w="12700">
              <a:solidFill>
                <a:srgbClr val="0D6E6E"/>
              </a:solidFill>
              <a:prstDash val="solid"/>
            </a:ln>
          </p:spPr>
          <p:txBody>
            <a:bodyPr/>
            <a:lstStyle/>
            <a:p>
              <a:endParaRPr lang="ar-EG" sz="3200" dirty="0">
                <a:latin typeface="Sakkal Majalla" panose="02000000000000000000" pitchFamily="2" charset="-78"/>
                <a:cs typeface="Sakkal Majalla" panose="02000000000000000000" pitchFamily="2" charset="-78"/>
              </a:endParaRPr>
            </a:p>
          </p:txBody>
        </p:sp>
        <p:sp>
          <p:nvSpPr>
            <p:cNvPr id="8" name="Text 6"/>
            <p:cNvSpPr/>
            <p:nvPr/>
          </p:nvSpPr>
          <p:spPr>
            <a:xfrm>
              <a:off x="11131296" y="1499616"/>
              <a:ext cx="463296" cy="438912"/>
            </a:xfrm>
            <a:prstGeom prst="rect">
              <a:avLst/>
            </a:prstGeom>
            <a:noFill/>
            <a:ln/>
          </p:spPr>
          <p:txBody>
            <a:bodyPr wrap="square" rtlCol="0" anchor="ctr"/>
            <a:lstStyle/>
            <a:p>
              <a:pPr algn="ctr"/>
              <a:r>
                <a:rPr lang="ar-EG" sz="2000" b="1" dirty="0">
                  <a:solidFill>
                    <a:srgbClr val="FFFFFF"/>
                  </a:solidFill>
                  <a:latin typeface="Sakkal Majalla" panose="02000000000000000000" pitchFamily="2" charset="-78"/>
                  <a:ea typeface="Calibri" pitchFamily="34" charset="-122"/>
                  <a:cs typeface="Sakkal Majalla" panose="02000000000000000000" pitchFamily="2" charset="-78"/>
                </a:rPr>
                <a:t>1</a:t>
              </a:r>
              <a:endParaRPr lang="ar-EG" sz="2000" dirty="0">
                <a:latin typeface="Sakkal Majalla" panose="02000000000000000000" pitchFamily="2" charset="-78"/>
                <a:cs typeface="Sakkal Majalla" panose="02000000000000000000" pitchFamily="2" charset="-78"/>
              </a:endParaRPr>
            </a:p>
          </p:txBody>
        </p:sp>
        <p:sp>
          <p:nvSpPr>
            <p:cNvPr id="9" name="Text 7"/>
            <p:cNvSpPr/>
            <p:nvPr/>
          </p:nvSpPr>
          <p:spPr>
            <a:xfrm>
              <a:off x="8270240" y="1463040"/>
              <a:ext cx="2763520" cy="512064"/>
            </a:xfrm>
            <a:prstGeom prst="rect">
              <a:avLst/>
            </a:prstGeom>
            <a:noFill/>
            <a:ln/>
          </p:spPr>
          <p:txBody>
            <a:bodyPr wrap="square" rtlCol="0" anchor="ctr"/>
            <a:lstStyle/>
            <a:p>
              <a:pPr algn="r" rtl="1"/>
              <a:r>
                <a:rPr lang="ar-EG" sz="2000" b="1" dirty="0">
                  <a:solidFill>
                    <a:srgbClr val="0D6E6E"/>
                  </a:solidFill>
                  <a:latin typeface="Sakkal Majalla" panose="02000000000000000000" pitchFamily="2" charset="-78"/>
                  <a:ea typeface="Arial" pitchFamily="34" charset="-122"/>
                  <a:cs typeface="Sakkal Majalla" panose="02000000000000000000" pitchFamily="2" charset="-78"/>
                </a:rPr>
                <a:t>ثقافة الامتثال</a:t>
              </a:r>
              <a:endParaRPr lang="ar-EG" sz="2000" dirty="0">
                <a:latin typeface="Sakkal Majalla" panose="02000000000000000000" pitchFamily="2" charset="-78"/>
                <a:cs typeface="Sakkal Majalla" panose="02000000000000000000" pitchFamily="2" charset="-78"/>
              </a:endParaRPr>
            </a:p>
          </p:txBody>
        </p:sp>
        <p:sp>
          <p:nvSpPr>
            <p:cNvPr id="10" name="Shape 8"/>
            <p:cNvSpPr/>
            <p:nvPr/>
          </p:nvSpPr>
          <p:spPr>
            <a:xfrm>
              <a:off x="8270240" y="2011680"/>
              <a:ext cx="3373120" cy="24384"/>
            </a:xfrm>
            <a:prstGeom prst="rect">
              <a:avLst/>
            </a:prstGeom>
            <a:solidFill>
              <a:srgbClr val="E0E8E4"/>
            </a:solidFill>
            <a:ln/>
          </p:spPr>
          <p:txBody>
            <a:bodyPr/>
            <a:lstStyle/>
            <a:p>
              <a:endParaRPr lang="ar-EG" sz="3200" dirty="0">
                <a:latin typeface="Sakkal Majalla" panose="02000000000000000000" pitchFamily="2" charset="-78"/>
                <a:cs typeface="Sakkal Majalla" panose="02000000000000000000" pitchFamily="2" charset="-78"/>
              </a:endParaRPr>
            </a:p>
          </p:txBody>
        </p:sp>
        <p:sp>
          <p:nvSpPr>
            <p:cNvPr id="11" name="Text 9"/>
            <p:cNvSpPr/>
            <p:nvPr/>
          </p:nvSpPr>
          <p:spPr>
            <a:xfrm>
              <a:off x="8270240" y="2097024"/>
              <a:ext cx="3373120" cy="1341120"/>
            </a:xfrm>
            <a:prstGeom prst="rect">
              <a:avLst/>
            </a:prstGeom>
            <a:noFill/>
            <a:ln/>
          </p:spPr>
          <p:txBody>
            <a:bodyPr wrap="square" rtlCol="0" anchor="t"/>
            <a:lstStyle/>
            <a:p>
              <a:pPr algn="r" rtl="1"/>
              <a:r>
                <a:rPr lang="ar-EG" dirty="0">
                  <a:solidFill>
                    <a:srgbClr val="1C2B22"/>
                  </a:solidFill>
                  <a:latin typeface="Sakkal Majalla" panose="02000000000000000000" pitchFamily="2" charset="-78"/>
                  <a:ea typeface="Arial" pitchFamily="34" charset="-122"/>
                  <a:cs typeface="Sakkal Majalla" panose="02000000000000000000" pitchFamily="2" charset="-78"/>
                </a:rPr>
                <a:t>لا ينجح أي برنامج مهما بلغت قوة سياساته إن لم يُبنَ على ثقافة مؤسسية داعمة – الثقافة تُقاس بطريقة اتخاذ القرار تحت الضغط لا في الأوقات السهلة.</a:t>
              </a:r>
              <a:endParaRPr lang="ar-EG" dirty="0">
                <a:latin typeface="Sakkal Majalla" panose="02000000000000000000" pitchFamily="2" charset="-78"/>
                <a:cs typeface="Sakkal Majalla" panose="02000000000000000000" pitchFamily="2" charset="-78"/>
              </a:endParaRPr>
            </a:p>
          </p:txBody>
        </p:sp>
        <p:sp>
          <p:nvSpPr>
            <p:cNvPr id="12" name="Shape 10"/>
            <p:cNvSpPr/>
            <p:nvPr/>
          </p:nvSpPr>
          <p:spPr>
            <a:xfrm>
              <a:off x="4287520" y="1341120"/>
              <a:ext cx="3616960" cy="225552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ar-EG" sz="3200" dirty="0">
                <a:latin typeface="Sakkal Majalla" panose="02000000000000000000" pitchFamily="2" charset="-78"/>
                <a:cs typeface="Sakkal Majalla" panose="02000000000000000000" pitchFamily="2" charset="-78"/>
              </a:endParaRPr>
            </a:p>
          </p:txBody>
        </p:sp>
        <p:sp>
          <p:nvSpPr>
            <p:cNvPr id="13" name="Shape 11"/>
            <p:cNvSpPr/>
            <p:nvPr/>
          </p:nvSpPr>
          <p:spPr>
            <a:xfrm>
              <a:off x="4287520" y="1341120"/>
              <a:ext cx="3616960" cy="73152"/>
            </a:xfrm>
            <a:prstGeom prst="rect">
              <a:avLst/>
            </a:prstGeom>
            <a:solidFill>
              <a:srgbClr val="008658"/>
            </a:solidFill>
            <a:ln/>
          </p:spPr>
          <p:txBody>
            <a:bodyPr/>
            <a:lstStyle/>
            <a:p>
              <a:endParaRPr lang="ar-EG" sz="3200" dirty="0">
                <a:latin typeface="Sakkal Majalla" panose="02000000000000000000" pitchFamily="2" charset="-78"/>
                <a:cs typeface="Sakkal Majalla" panose="02000000000000000000" pitchFamily="2" charset="-78"/>
              </a:endParaRPr>
            </a:p>
          </p:txBody>
        </p:sp>
        <p:sp>
          <p:nvSpPr>
            <p:cNvPr id="14" name="Shape 12"/>
            <p:cNvSpPr/>
            <p:nvPr/>
          </p:nvSpPr>
          <p:spPr>
            <a:xfrm>
              <a:off x="7270496" y="1487424"/>
              <a:ext cx="463296" cy="463296"/>
            </a:xfrm>
            <a:prstGeom prst="ellipse">
              <a:avLst/>
            </a:prstGeom>
            <a:solidFill>
              <a:srgbClr val="008658"/>
            </a:solidFill>
            <a:ln w="12700">
              <a:solidFill>
                <a:srgbClr val="0D6E6E"/>
              </a:solidFill>
              <a:prstDash val="solid"/>
            </a:ln>
          </p:spPr>
          <p:txBody>
            <a:bodyPr/>
            <a:lstStyle/>
            <a:p>
              <a:endParaRPr lang="ar-EG" sz="3200" dirty="0">
                <a:latin typeface="Sakkal Majalla" panose="02000000000000000000" pitchFamily="2" charset="-78"/>
                <a:cs typeface="Sakkal Majalla" panose="02000000000000000000" pitchFamily="2" charset="-78"/>
              </a:endParaRPr>
            </a:p>
          </p:txBody>
        </p:sp>
        <p:sp>
          <p:nvSpPr>
            <p:cNvPr id="15" name="Text 13"/>
            <p:cNvSpPr/>
            <p:nvPr/>
          </p:nvSpPr>
          <p:spPr>
            <a:xfrm>
              <a:off x="7270496" y="1499616"/>
              <a:ext cx="463296" cy="438912"/>
            </a:xfrm>
            <a:prstGeom prst="rect">
              <a:avLst/>
            </a:prstGeom>
            <a:noFill/>
            <a:ln/>
          </p:spPr>
          <p:txBody>
            <a:bodyPr wrap="square" rtlCol="0" anchor="ctr"/>
            <a:lstStyle/>
            <a:p>
              <a:pPr algn="ctr"/>
              <a:r>
                <a:rPr lang="ar-EG" sz="2000" b="1" dirty="0">
                  <a:solidFill>
                    <a:srgbClr val="FFFFFF"/>
                  </a:solidFill>
                  <a:latin typeface="Sakkal Majalla" panose="02000000000000000000" pitchFamily="2" charset="-78"/>
                  <a:ea typeface="Calibri" pitchFamily="34" charset="-122"/>
                  <a:cs typeface="Sakkal Majalla" panose="02000000000000000000" pitchFamily="2" charset="-78"/>
                </a:rPr>
                <a:t>2</a:t>
              </a:r>
              <a:endParaRPr lang="ar-EG" sz="2000" dirty="0">
                <a:latin typeface="Sakkal Majalla" panose="02000000000000000000" pitchFamily="2" charset="-78"/>
                <a:cs typeface="Sakkal Majalla" panose="02000000000000000000" pitchFamily="2" charset="-78"/>
              </a:endParaRPr>
            </a:p>
          </p:txBody>
        </p:sp>
        <p:sp>
          <p:nvSpPr>
            <p:cNvPr id="16" name="Text 14"/>
            <p:cNvSpPr/>
            <p:nvPr/>
          </p:nvSpPr>
          <p:spPr>
            <a:xfrm>
              <a:off x="4409440" y="1463040"/>
              <a:ext cx="2763520" cy="512064"/>
            </a:xfrm>
            <a:prstGeom prst="rect">
              <a:avLst/>
            </a:prstGeom>
            <a:noFill/>
            <a:ln/>
          </p:spPr>
          <p:txBody>
            <a:bodyPr wrap="square" rtlCol="0" anchor="ctr"/>
            <a:lstStyle/>
            <a:p>
              <a:pPr algn="r" rtl="1"/>
              <a:r>
                <a:rPr lang="ar-EG" sz="2000" b="1" dirty="0">
                  <a:solidFill>
                    <a:srgbClr val="0D6E6E"/>
                  </a:solidFill>
                  <a:latin typeface="Sakkal Majalla" panose="02000000000000000000" pitchFamily="2" charset="-78"/>
                  <a:ea typeface="Arial" pitchFamily="34" charset="-122"/>
                  <a:cs typeface="Sakkal Majalla" panose="02000000000000000000" pitchFamily="2" charset="-78"/>
                </a:rPr>
                <a:t>دور القيادة محوري</a:t>
              </a:r>
              <a:endParaRPr lang="ar-EG" sz="2000" dirty="0">
                <a:latin typeface="Sakkal Majalla" panose="02000000000000000000" pitchFamily="2" charset="-78"/>
                <a:cs typeface="Sakkal Majalla" panose="02000000000000000000" pitchFamily="2" charset="-78"/>
              </a:endParaRPr>
            </a:p>
          </p:txBody>
        </p:sp>
        <p:sp>
          <p:nvSpPr>
            <p:cNvPr id="17" name="Shape 15"/>
            <p:cNvSpPr/>
            <p:nvPr/>
          </p:nvSpPr>
          <p:spPr>
            <a:xfrm>
              <a:off x="4409440" y="2011680"/>
              <a:ext cx="3373120" cy="24384"/>
            </a:xfrm>
            <a:prstGeom prst="rect">
              <a:avLst/>
            </a:prstGeom>
            <a:solidFill>
              <a:srgbClr val="E0E8E4"/>
            </a:solidFill>
            <a:ln/>
          </p:spPr>
          <p:txBody>
            <a:bodyPr/>
            <a:lstStyle/>
            <a:p>
              <a:endParaRPr lang="ar-EG" sz="3200" dirty="0">
                <a:latin typeface="Sakkal Majalla" panose="02000000000000000000" pitchFamily="2" charset="-78"/>
                <a:cs typeface="Sakkal Majalla" panose="02000000000000000000" pitchFamily="2" charset="-78"/>
              </a:endParaRPr>
            </a:p>
          </p:txBody>
        </p:sp>
        <p:sp>
          <p:nvSpPr>
            <p:cNvPr id="18" name="Text 16"/>
            <p:cNvSpPr/>
            <p:nvPr/>
          </p:nvSpPr>
          <p:spPr>
            <a:xfrm>
              <a:off x="4409440" y="2097024"/>
              <a:ext cx="3373120" cy="1341120"/>
            </a:xfrm>
            <a:prstGeom prst="rect">
              <a:avLst/>
            </a:prstGeom>
            <a:noFill/>
            <a:ln/>
          </p:spPr>
          <p:txBody>
            <a:bodyPr wrap="square" rtlCol="0" anchor="t"/>
            <a:lstStyle/>
            <a:p>
              <a:pPr algn="r" rtl="1"/>
              <a:r>
                <a:rPr lang="ar-EG" dirty="0">
                  <a:solidFill>
                    <a:srgbClr val="1C2B22"/>
                  </a:solidFill>
                  <a:latin typeface="Sakkal Majalla" panose="02000000000000000000" pitchFamily="2" charset="-78"/>
                  <a:ea typeface="Arial" pitchFamily="34" charset="-122"/>
                  <a:cs typeface="Sakkal Majalla" panose="02000000000000000000" pitchFamily="2" charset="-78"/>
                </a:rPr>
                <a:t>في القدوة، في الرسائل، في طريقة التعامل مع المخالفات، في الفصل الواضح بين السلوك المتوقع والمقبول – Tone at the Top يصنع الثقافة.</a:t>
              </a:r>
              <a:endParaRPr lang="ar-EG" dirty="0">
                <a:latin typeface="Sakkal Majalla" panose="02000000000000000000" pitchFamily="2" charset="-78"/>
                <a:cs typeface="Sakkal Majalla" panose="02000000000000000000" pitchFamily="2" charset="-78"/>
              </a:endParaRPr>
            </a:p>
          </p:txBody>
        </p:sp>
        <p:sp>
          <p:nvSpPr>
            <p:cNvPr id="19" name="Shape 17"/>
            <p:cNvSpPr/>
            <p:nvPr/>
          </p:nvSpPr>
          <p:spPr>
            <a:xfrm>
              <a:off x="426720" y="1341120"/>
              <a:ext cx="3616960" cy="225552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ar-EG" sz="3200" dirty="0">
                <a:latin typeface="Sakkal Majalla" panose="02000000000000000000" pitchFamily="2" charset="-78"/>
                <a:cs typeface="Sakkal Majalla" panose="02000000000000000000" pitchFamily="2" charset="-78"/>
              </a:endParaRPr>
            </a:p>
          </p:txBody>
        </p:sp>
        <p:sp>
          <p:nvSpPr>
            <p:cNvPr id="20" name="Shape 18"/>
            <p:cNvSpPr/>
            <p:nvPr/>
          </p:nvSpPr>
          <p:spPr>
            <a:xfrm>
              <a:off x="426720" y="1341120"/>
              <a:ext cx="3616960" cy="73152"/>
            </a:xfrm>
            <a:prstGeom prst="rect">
              <a:avLst/>
            </a:prstGeom>
            <a:solidFill>
              <a:srgbClr val="008658"/>
            </a:solidFill>
            <a:ln/>
          </p:spPr>
          <p:txBody>
            <a:bodyPr/>
            <a:lstStyle/>
            <a:p>
              <a:endParaRPr lang="ar-EG" sz="3200" dirty="0">
                <a:latin typeface="Sakkal Majalla" panose="02000000000000000000" pitchFamily="2" charset="-78"/>
                <a:cs typeface="Sakkal Majalla" panose="02000000000000000000" pitchFamily="2" charset="-78"/>
              </a:endParaRPr>
            </a:p>
          </p:txBody>
        </p:sp>
        <p:sp>
          <p:nvSpPr>
            <p:cNvPr id="21" name="Shape 19"/>
            <p:cNvSpPr/>
            <p:nvPr/>
          </p:nvSpPr>
          <p:spPr>
            <a:xfrm>
              <a:off x="3409696" y="1487424"/>
              <a:ext cx="463296" cy="463296"/>
            </a:xfrm>
            <a:prstGeom prst="ellipse">
              <a:avLst/>
            </a:prstGeom>
            <a:solidFill>
              <a:srgbClr val="008658"/>
            </a:solidFill>
            <a:ln w="12700">
              <a:solidFill>
                <a:srgbClr val="0D6E6E"/>
              </a:solidFill>
              <a:prstDash val="solid"/>
            </a:ln>
          </p:spPr>
          <p:txBody>
            <a:bodyPr/>
            <a:lstStyle/>
            <a:p>
              <a:endParaRPr lang="ar-EG" sz="3200" dirty="0">
                <a:latin typeface="Sakkal Majalla" panose="02000000000000000000" pitchFamily="2" charset="-78"/>
                <a:cs typeface="Sakkal Majalla" panose="02000000000000000000" pitchFamily="2" charset="-78"/>
              </a:endParaRPr>
            </a:p>
          </p:txBody>
        </p:sp>
        <p:sp>
          <p:nvSpPr>
            <p:cNvPr id="22" name="Text 20"/>
            <p:cNvSpPr/>
            <p:nvPr/>
          </p:nvSpPr>
          <p:spPr>
            <a:xfrm>
              <a:off x="3409696" y="1499616"/>
              <a:ext cx="463296" cy="438912"/>
            </a:xfrm>
            <a:prstGeom prst="rect">
              <a:avLst/>
            </a:prstGeom>
            <a:noFill/>
            <a:ln/>
          </p:spPr>
          <p:txBody>
            <a:bodyPr wrap="square" rtlCol="0" anchor="ctr"/>
            <a:lstStyle/>
            <a:p>
              <a:pPr algn="ctr"/>
              <a:r>
                <a:rPr lang="ar-EG" sz="2000" b="1" dirty="0">
                  <a:solidFill>
                    <a:srgbClr val="FFFFFF"/>
                  </a:solidFill>
                  <a:latin typeface="Sakkal Majalla" panose="02000000000000000000" pitchFamily="2" charset="-78"/>
                  <a:ea typeface="Calibri" pitchFamily="34" charset="-122"/>
                  <a:cs typeface="Sakkal Majalla" panose="02000000000000000000" pitchFamily="2" charset="-78"/>
                </a:rPr>
                <a:t>3</a:t>
              </a:r>
              <a:endParaRPr lang="ar-EG" sz="2000" dirty="0">
                <a:latin typeface="Sakkal Majalla" panose="02000000000000000000" pitchFamily="2" charset="-78"/>
                <a:cs typeface="Sakkal Majalla" panose="02000000000000000000" pitchFamily="2" charset="-78"/>
              </a:endParaRPr>
            </a:p>
          </p:txBody>
        </p:sp>
        <p:sp>
          <p:nvSpPr>
            <p:cNvPr id="23" name="Text 21"/>
            <p:cNvSpPr/>
            <p:nvPr/>
          </p:nvSpPr>
          <p:spPr>
            <a:xfrm>
              <a:off x="548640" y="1463040"/>
              <a:ext cx="2763520" cy="512064"/>
            </a:xfrm>
            <a:prstGeom prst="rect">
              <a:avLst/>
            </a:prstGeom>
            <a:noFill/>
            <a:ln/>
          </p:spPr>
          <p:txBody>
            <a:bodyPr wrap="square" rtlCol="0" anchor="ctr"/>
            <a:lstStyle/>
            <a:p>
              <a:pPr algn="r" rtl="1"/>
              <a:r>
                <a:rPr lang="ar-EG" sz="2000" b="1" dirty="0">
                  <a:solidFill>
                    <a:srgbClr val="0D6E6E"/>
                  </a:solidFill>
                  <a:latin typeface="Sakkal Majalla" panose="02000000000000000000" pitchFamily="2" charset="-78"/>
                  <a:ea typeface="Arial" pitchFamily="34" charset="-122"/>
                  <a:cs typeface="Sakkal Majalla" panose="02000000000000000000" pitchFamily="2" charset="-78"/>
                </a:rPr>
                <a:t>تصميم برامج التوعية</a:t>
              </a:r>
              <a:endParaRPr lang="ar-EG" sz="2000" dirty="0">
                <a:latin typeface="Sakkal Majalla" panose="02000000000000000000" pitchFamily="2" charset="-78"/>
                <a:cs typeface="Sakkal Majalla" panose="02000000000000000000" pitchFamily="2" charset="-78"/>
              </a:endParaRPr>
            </a:p>
          </p:txBody>
        </p:sp>
        <p:sp>
          <p:nvSpPr>
            <p:cNvPr id="24" name="Shape 22"/>
            <p:cNvSpPr/>
            <p:nvPr/>
          </p:nvSpPr>
          <p:spPr>
            <a:xfrm>
              <a:off x="548640" y="2011680"/>
              <a:ext cx="3373120" cy="24384"/>
            </a:xfrm>
            <a:prstGeom prst="rect">
              <a:avLst/>
            </a:prstGeom>
            <a:solidFill>
              <a:srgbClr val="E0E8E4"/>
            </a:solidFill>
            <a:ln/>
          </p:spPr>
          <p:txBody>
            <a:bodyPr/>
            <a:lstStyle/>
            <a:p>
              <a:endParaRPr lang="ar-EG" sz="3200" dirty="0">
                <a:latin typeface="Sakkal Majalla" panose="02000000000000000000" pitchFamily="2" charset="-78"/>
                <a:cs typeface="Sakkal Majalla" panose="02000000000000000000" pitchFamily="2" charset="-78"/>
              </a:endParaRPr>
            </a:p>
          </p:txBody>
        </p:sp>
        <p:sp>
          <p:nvSpPr>
            <p:cNvPr id="25" name="Text 23"/>
            <p:cNvSpPr/>
            <p:nvPr/>
          </p:nvSpPr>
          <p:spPr>
            <a:xfrm>
              <a:off x="548640" y="2097024"/>
              <a:ext cx="3373120" cy="1341120"/>
            </a:xfrm>
            <a:prstGeom prst="rect">
              <a:avLst/>
            </a:prstGeom>
            <a:noFill/>
            <a:ln/>
          </p:spPr>
          <p:txBody>
            <a:bodyPr wrap="square" rtlCol="0" anchor="t"/>
            <a:lstStyle/>
            <a:p>
              <a:pPr algn="r" rtl="1"/>
              <a:r>
                <a:rPr lang="ar-EG" dirty="0">
                  <a:solidFill>
                    <a:srgbClr val="1C2B22"/>
                  </a:solidFill>
                  <a:latin typeface="Sakkal Majalla" panose="02000000000000000000" pitchFamily="2" charset="-78"/>
                  <a:ea typeface="Arial" pitchFamily="34" charset="-122"/>
                  <a:cs typeface="Sakkal Majalla" panose="02000000000000000000" pitchFamily="2" charset="-78"/>
                </a:rPr>
                <a:t>تحديد الجمهور المستهدف - اختيار الأسلوب (حضوري، إلكتروني، سيناريوهات) - تنفيذ التدريب - قياس الأثر بمؤشرات واضحة</a:t>
              </a:r>
              <a:endParaRPr lang="ar-EG" dirty="0">
                <a:latin typeface="Sakkal Majalla" panose="02000000000000000000" pitchFamily="2" charset="-78"/>
                <a:cs typeface="Sakkal Majalla" panose="02000000000000000000" pitchFamily="2" charset="-78"/>
              </a:endParaRPr>
            </a:p>
          </p:txBody>
        </p:sp>
        <p:sp>
          <p:nvSpPr>
            <p:cNvPr id="26" name="Shape 24"/>
            <p:cNvSpPr/>
            <p:nvPr/>
          </p:nvSpPr>
          <p:spPr>
            <a:xfrm>
              <a:off x="8148320" y="3779520"/>
              <a:ext cx="3616960" cy="225552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ar-EG" sz="3200" dirty="0">
                <a:latin typeface="Sakkal Majalla" panose="02000000000000000000" pitchFamily="2" charset="-78"/>
                <a:cs typeface="Sakkal Majalla" panose="02000000000000000000" pitchFamily="2" charset="-78"/>
              </a:endParaRPr>
            </a:p>
          </p:txBody>
        </p:sp>
        <p:sp>
          <p:nvSpPr>
            <p:cNvPr id="27" name="Shape 25"/>
            <p:cNvSpPr/>
            <p:nvPr/>
          </p:nvSpPr>
          <p:spPr>
            <a:xfrm>
              <a:off x="8148320" y="3779520"/>
              <a:ext cx="3616960" cy="73152"/>
            </a:xfrm>
            <a:prstGeom prst="rect">
              <a:avLst/>
            </a:prstGeom>
            <a:solidFill>
              <a:srgbClr val="008658"/>
            </a:solidFill>
            <a:ln/>
          </p:spPr>
          <p:txBody>
            <a:bodyPr/>
            <a:lstStyle/>
            <a:p>
              <a:endParaRPr lang="ar-EG" sz="3200" dirty="0">
                <a:latin typeface="Sakkal Majalla" panose="02000000000000000000" pitchFamily="2" charset="-78"/>
                <a:cs typeface="Sakkal Majalla" panose="02000000000000000000" pitchFamily="2" charset="-78"/>
              </a:endParaRPr>
            </a:p>
          </p:txBody>
        </p:sp>
        <p:sp>
          <p:nvSpPr>
            <p:cNvPr id="28" name="Shape 26"/>
            <p:cNvSpPr/>
            <p:nvPr/>
          </p:nvSpPr>
          <p:spPr>
            <a:xfrm>
              <a:off x="11131296" y="3925824"/>
              <a:ext cx="463296" cy="463296"/>
            </a:xfrm>
            <a:prstGeom prst="ellipse">
              <a:avLst/>
            </a:prstGeom>
            <a:solidFill>
              <a:srgbClr val="008658"/>
            </a:solidFill>
            <a:ln w="12700">
              <a:solidFill>
                <a:srgbClr val="0D6E6E"/>
              </a:solidFill>
              <a:prstDash val="solid"/>
            </a:ln>
          </p:spPr>
          <p:txBody>
            <a:bodyPr/>
            <a:lstStyle/>
            <a:p>
              <a:endParaRPr lang="ar-EG" sz="3200" dirty="0">
                <a:latin typeface="Sakkal Majalla" panose="02000000000000000000" pitchFamily="2" charset="-78"/>
                <a:cs typeface="Sakkal Majalla" panose="02000000000000000000" pitchFamily="2" charset="-78"/>
              </a:endParaRPr>
            </a:p>
          </p:txBody>
        </p:sp>
        <p:sp>
          <p:nvSpPr>
            <p:cNvPr id="29" name="Text 27"/>
            <p:cNvSpPr/>
            <p:nvPr/>
          </p:nvSpPr>
          <p:spPr>
            <a:xfrm>
              <a:off x="11131296" y="3938016"/>
              <a:ext cx="463296" cy="438912"/>
            </a:xfrm>
            <a:prstGeom prst="rect">
              <a:avLst/>
            </a:prstGeom>
            <a:noFill/>
            <a:ln/>
          </p:spPr>
          <p:txBody>
            <a:bodyPr wrap="square" rtlCol="0" anchor="ctr"/>
            <a:lstStyle/>
            <a:p>
              <a:pPr algn="ctr"/>
              <a:r>
                <a:rPr lang="ar-EG" sz="2000" b="1" dirty="0">
                  <a:solidFill>
                    <a:srgbClr val="FFFFFF"/>
                  </a:solidFill>
                  <a:latin typeface="Sakkal Majalla" panose="02000000000000000000" pitchFamily="2" charset="-78"/>
                  <a:ea typeface="Calibri" pitchFamily="34" charset="-122"/>
                  <a:cs typeface="Sakkal Majalla" panose="02000000000000000000" pitchFamily="2" charset="-78"/>
                </a:rPr>
                <a:t>4</a:t>
              </a:r>
              <a:endParaRPr lang="ar-EG" sz="2000" dirty="0">
                <a:latin typeface="Sakkal Majalla" panose="02000000000000000000" pitchFamily="2" charset="-78"/>
                <a:cs typeface="Sakkal Majalla" panose="02000000000000000000" pitchFamily="2" charset="-78"/>
              </a:endParaRPr>
            </a:p>
          </p:txBody>
        </p:sp>
        <p:sp>
          <p:nvSpPr>
            <p:cNvPr id="30" name="Text 28"/>
            <p:cNvSpPr/>
            <p:nvPr/>
          </p:nvSpPr>
          <p:spPr>
            <a:xfrm>
              <a:off x="8270240" y="3901440"/>
              <a:ext cx="2763520" cy="512064"/>
            </a:xfrm>
            <a:prstGeom prst="rect">
              <a:avLst/>
            </a:prstGeom>
            <a:noFill/>
            <a:ln/>
          </p:spPr>
          <p:txBody>
            <a:bodyPr wrap="square" rtlCol="0" anchor="ctr"/>
            <a:lstStyle/>
            <a:p>
              <a:pPr algn="r" rtl="1"/>
              <a:r>
                <a:rPr lang="ar-EG" sz="2000" b="1" dirty="0">
                  <a:solidFill>
                    <a:srgbClr val="0D6E6E"/>
                  </a:solidFill>
                  <a:latin typeface="Sakkal Majalla" panose="02000000000000000000" pitchFamily="2" charset="-78"/>
                  <a:ea typeface="Arial" pitchFamily="34" charset="-122"/>
                  <a:cs typeface="Sakkal Majalla" panose="02000000000000000000" pitchFamily="2" charset="-78"/>
                </a:rPr>
                <a:t>أدوات التوعية الفعّالة</a:t>
              </a:r>
              <a:endParaRPr lang="ar-EG" sz="2000" dirty="0">
                <a:latin typeface="Sakkal Majalla" panose="02000000000000000000" pitchFamily="2" charset="-78"/>
                <a:cs typeface="Sakkal Majalla" panose="02000000000000000000" pitchFamily="2" charset="-78"/>
              </a:endParaRPr>
            </a:p>
          </p:txBody>
        </p:sp>
        <p:sp>
          <p:nvSpPr>
            <p:cNvPr id="31" name="Shape 29"/>
            <p:cNvSpPr/>
            <p:nvPr/>
          </p:nvSpPr>
          <p:spPr>
            <a:xfrm>
              <a:off x="8270240" y="4450080"/>
              <a:ext cx="3373120" cy="24384"/>
            </a:xfrm>
            <a:prstGeom prst="rect">
              <a:avLst/>
            </a:prstGeom>
            <a:solidFill>
              <a:srgbClr val="E0E8E4"/>
            </a:solidFill>
            <a:ln/>
          </p:spPr>
          <p:txBody>
            <a:bodyPr/>
            <a:lstStyle/>
            <a:p>
              <a:endParaRPr lang="ar-EG" sz="3200" dirty="0">
                <a:latin typeface="Sakkal Majalla" panose="02000000000000000000" pitchFamily="2" charset="-78"/>
                <a:cs typeface="Sakkal Majalla" panose="02000000000000000000" pitchFamily="2" charset="-78"/>
              </a:endParaRPr>
            </a:p>
          </p:txBody>
        </p:sp>
        <p:sp>
          <p:nvSpPr>
            <p:cNvPr id="32" name="Text 30"/>
            <p:cNvSpPr/>
            <p:nvPr/>
          </p:nvSpPr>
          <p:spPr>
            <a:xfrm>
              <a:off x="8270240" y="4535424"/>
              <a:ext cx="3373120" cy="1341120"/>
            </a:xfrm>
            <a:prstGeom prst="rect">
              <a:avLst/>
            </a:prstGeom>
            <a:noFill/>
            <a:ln/>
          </p:spPr>
          <p:txBody>
            <a:bodyPr wrap="square" rtlCol="0" anchor="t"/>
            <a:lstStyle/>
            <a:p>
              <a:pPr algn="r" rtl="1"/>
              <a:r>
                <a:rPr lang="ar-EG" dirty="0">
                  <a:solidFill>
                    <a:srgbClr val="1C2B22"/>
                  </a:solidFill>
                  <a:latin typeface="Sakkal Majalla" panose="02000000000000000000" pitchFamily="2" charset="-78"/>
                  <a:ea typeface="Arial" pitchFamily="34" charset="-122"/>
                  <a:cs typeface="Sakkal Majalla" panose="02000000000000000000" pitchFamily="2" charset="-78"/>
                </a:rPr>
                <a:t>ورش عمل تفاعلية، قصص حقيقية ودروس مستفادة، اختبارات قبل وبعد، رسائل قيادية منتظمة، قنوات إبلاغ آمنة تحمي المُبلِّغ.</a:t>
              </a:r>
              <a:endParaRPr lang="ar-EG" dirty="0">
                <a:latin typeface="Sakkal Majalla" panose="02000000000000000000" pitchFamily="2" charset="-78"/>
                <a:cs typeface="Sakkal Majalla" panose="02000000000000000000" pitchFamily="2" charset="-78"/>
              </a:endParaRPr>
            </a:p>
          </p:txBody>
        </p:sp>
        <p:sp>
          <p:nvSpPr>
            <p:cNvPr id="33" name="Shape 31"/>
            <p:cNvSpPr/>
            <p:nvPr/>
          </p:nvSpPr>
          <p:spPr>
            <a:xfrm>
              <a:off x="4287520" y="3779520"/>
              <a:ext cx="3616960" cy="225552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ar-EG" sz="3200" dirty="0">
                <a:latin typeface="Sakkal Majalla" panose="02000000000000000000" pitchFamily="2" charset="-78"/>
                <a:cs typeface="Sakkal Majalla" panose="02000000000000000000" pitchFamily="2" charset="-78"/>
              </a:endParaRPr>
            </a:p>
          </p:txBody>
        </p:sp>
        <p:sp>
          <p:nvSpPr>
            <p:cNvPr id="34" name="Shape 32"/>
            <p:cNvSpPr/>
            <p:nvPr/>
          </p:nvSpPr>
          <p:spPr>
            <a:xfrm>
              <a:off x="4287520" y="3779520"/>
              <a:ext cx="3616960" cy="73152"/>
            </a:xfrm>
            <a:prstGeom prst="rect">
              <a:avLst/>
            </a:prstGeom>
            <a:solidFill>
              <a:srgbClr val="008658"/>
            </a:solidFill>
            <a:ln/>
          </p:spPr>
          <p:txBody>
            <a:bodyPr/>
            <a:lstStyle/>
            <a:p>
              <a:endParaRPr lang="ar-EG" sz="3200" dirty="0">
                <a:latin typeface="Sakkal Majalla" panose="02000000000000000000" pitchFamily="2" charset="-78"/>
                <a:cs typeface="Sakkal Majalla" panose="02000000000000000000" pitchFamily="2" charset="-78"/>
              </a:endParaRPr>
            </a:p>
          </p:txBody>
        </p:sp>
        <p:sp>
          <p:nvSpPr>
            <p:cNvPr id="35" name="Shape 33"/>
            <p:cNvSpPr/>
            <p:nvPr/>
          </p:nvSpPr>
          <p:spPr>
            <a:xfrm>
              <a:off x="7270496" y="3925824"/>
              <a:ext cx="463296" cy="463296"/>
            </a:xfrm>
            <a:prstGeom prst="ellipse">
              <a:avLst/>
            </a:prstGeom>
            <a:solidFill>
              <a:srgbClr val="008658"/>
            </a:solidFill>
            <a:ln w="12700">
              <a:solidFill>
                <a:srgbClr val="0D6E6E"/>
              </a:solidFill>
              <a:prstDash val="solid"/>
            </a:ln>
          </p:spPr>
          <p:txBody>
            <a:bodyPr/>
            <a:lstStyle/>
            <a:p>
              <a:endParaRPr lang="ar-EG" sz="3200" dirty="0">
                <a:latin typeface="Sakkal Majalla" panose="02000000000000000000" pitchFamily="2" charset="-78"/>
                <a:cs typeface="Sakkal Majalla" panose="02000000000000000000" pitchFamily="2" charset="-78"/>
              </a:endParaRPr>
            </a:p>
          </p:txBody>
        </p:sp>
        <p:sp>
          <p:nvSpPr>
            <p:cNvPr id="36" name="Text 34"/>
            <p:cNvSpPr/>
            <p:nvPr/>
          </p:nvSpPr>
          <p:spPr>
            <a:xfrm>
              <a:off x="7270496" y="3938016"/>
              <a:ext cx="463296" cy="438912"/>
            </a:xfrm>
            <a:prstGeom prst="rect">
              <a:avLst/>
            </a:prstGeom>
            <a:noFill/>
            <a:ln/>
          </p:spPr>
          <p:txBody>
            <a:bodyPr wrap="square" rtlCol="0" anchor="ctr"/>
            <a:lstStyle/>
            <a:p>
              <a:pPr algn="ctr"/>
              <a:r>
                <a:rPr lang="ar-EG" sz="2000" b="1" dirty="0">
                  <a:solidFill>
                    <a:srgbClr val="FFFFFF"/>
                  </a:solidFill>
                  <a:latin typeface="Sakkal Majalla" panose="02000000000000000000" pitchFamily="2" charset="-78"/>
                  <a:ea typeface="Calibri" pitchFamily="34" charset="-122"/>
                  <a:cs typeface="Sakkal Majalla" panose="02000000000000000000" pitchFamily="2" charset="-78"/>
                </a:rPr>
                <a:t>5</a:t>
              </a:r>
              <a:endParaRPr lang="ar-EG" sz="2000" dirty="0">
                <a:latin typeface="Sakkal Majalla" panose="02000000000000000000" pitchFamily="2" charset="-78"/>
                <a:cs typeface="Sakkal Majalla" panose="02000000000000000000" pitchFamily="2" charset="-78"/>
              </a:endParaRPr>
            </a:p>
          </p:txBody>
        </p:sp>
        <p:sp>
          <p:nvSpPr>
            <p:cNvPr id="37" name="Text 35"/>
            <p:cNvSpPr/>
            <p:nvPr/>
          </p:nvSpPr>
          <p:spPr>
            <a:xfrm>
              <a:off x="4409440" y="3901440"/>
              <a:ext cx="2763520" cy="512064"/>
            </a:xfrm>
            <a:prstGeom prst="rect">
              <a:avLst/>
            </a:prstGeom>
            <a:noFill/>
            <a:ln/>
          </p:spPr>
          <p:txBody>
            <a:bodyPr wrap="square" rtlCol="0" anchor="ctr"/>
            <a:lstStyle/>
            <a:p>
              <a:pPr algn="r" rtl="1"/>
              <a:r>
                <a:rPr lang="ar-EG" sz="2000" b="1" dirty="0">
                  <a:solidFill>
                    <a:srgbClr val="0D6E6E"/>
                  </a:solidFill>
                  <a:latin typeface="Sakkal Majalla" panose="02000000000000000000" pitchFamily="2" charset="-78"/>
                  <a:ea typeface="Arial" pitchFamily="34" charset="-122"/>
                  <a:cs typeface="Sakkal Majalla" panose="02000000000000000000" pitchFamily="2" charset="-78"/>
                </a:rPr>
                <a:t>قياس أثر التدريب</a:t>
              </a:r>
              <a:endParaRPr lang="ar-EG" sz="2000" dirty="0">
                <a:latin typeface="Sakkal Majalla" panose="02000000000000000000" pitchFamily="2" charset="-78"/>
                <a:cs typeface="Sakkal Majalla" panose="02000000000000000000" pitchFamily="2" charset="-78"/>
              </a:endParaRPr>
            </a:p>
          </p:txBody>
        </p:sp>
        <p:sp>
          <p:nvSpPr>
            <p:cNvPr id="38" name="Shape 36"/>
            <p:cNvSpPr/>
            <p:nvPr/>
          </p:nvSpPr>
          <p:spPr>
            <a:xfrm>
              <a:off x="4409440" y="4450080"/>
              <a:ext cx="3373120" cy="24384"/>
            </a:xfrm>
            <a:prstGeom prst="rect">
              <a:avLst/>
            </a:prstGeom>
            <a:solidFill>
              <a:srgbClr val="E0E8E4"/>
            </a:solidFill>
            <a:ln/>
          </p:spPr>
          <p:txBody>
            <a:bodyPr/>
            <a:lstStyle/>
            <a:p>
              <a:endParaRPr lang="ar-EG" sz="3200" dirty="0">
                <a:latin typeface="Sakkal Majalla" panose="02000000000000000000" pitchFamily="2" charset="-78"/>
                <a:cs typeface="Sakkal Majalla" panose="02000000000000000000" pitchFamily="2" charset="-78"/>
              </a:endParaRPr>
            </a:p>
          </p:txBody>
        </p:sp>
        <p:sp>
          <p:nvSpPr>
            <p:cNvPr id="39" name="Text 37"/>
            <p:cNvSpPr/>
            <p:nvPr/>
          </p:nvSpPr>
          <p:spPr>
            <a:xfrm>
              <a:off x="4409440" y="4535424"/>
              <a:ext cx="3373120" cy="1341120"/>
            </a:xfrm>
            <a:prstGeom prst="rect">
              <a:avLst/>
            </a:prstGeom>
            <a:noFill/>
            <a:ln/>
          </p:spPr>
          <p:txBody>
            <a:bodyPr wrap="square" rtlCol="0" anchor="t"/>
            <a:lstStyle/>
            <a:p>
              <a:pPr algn="r" rtl="1"/>
              <a:r>
                <a:rPr lang="ar-EG" dirty="0">
                  <a:solidFill>
                    <a:srgbClr val="1C2B22"/>
                  </a:solidFill>
                  <a:latin typeface="Sakkal Majalla" panose="02000000000000000000" pitchFamily="2" charset="-78"/>
                  <a:ea typeface="Arial" pitchFamily="34" charset="-122"/>
                  <a:cs typeface="Sakkal Majalla" panose="02000000000000000000" pitchFamily="2" charset="-78"/>
                </a:rPr>
                <a:t>نسبة إتمام البرامج الإلزامية، التحسن في نتائج الاختبارات، انخفاض معدل المخالفات، زيادة البلاغات الطوعية (مؤشر ثقافة إيجابية).</a:t>
              </a:r>
              <a:endParaRPr lang="ar-EG" dirty="0">
                <a:latin typeface="Sakkal Majalla" panose="02000000000000000000" pitchFamily="2" charset="-78"/>
                <a:cs typeface="Sakkal Majalla" panose="02000000000000000000" pitchFamily="2" charset="-78"/>
              </a:endParaRPr>
            </a:p>
          </p:txBody>
        </p:sp>
        <p:sp>
          <p:nvSpPr>
            <p:cNvPr id="40" name="Shape 38"/>
            <p:cNvSpPr/>
            <p:nvPr/>
          </p:nvSpPr>
          <p:spPr>
            <a:xfrm>
              <a:off x="426720" y="3779520"/>
              <a:ext cx="3616960" cy="225552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ar-EG" sz="3200" dirty="0">
                <a:latin typeface="Sakkal Majalla" panose="02000000000000000000" pitchFamily="2" charset="-78"/>
                <a:cs typeface="Sakkal Majalla" panose="02000000000000000000" pitchFamily="2" charset="-78"/>
              </a:endParaRPr>
            </a:p>
          </p:txBody>
        </p:sp>
        <p:sp>
          <p:nvSpPr>
            <p:cNvPr id="41" name="Shape 39"/>
            <p:cNvSpPr/>
            <p:nvPr/>
          </p:nvSpPr>
          <p:spPr>
            <a:xfrm>
              <a:off x="426720" y="3779520"/>
              <a:ext cx="3616960" cy="73152"/>
            </a:xfrm>
            <a:prstGeom prst="rect">
              <a:avLst/>
            </a:prstGeom>
            <a:solidFill>
              <a:srgbClr val="008658"/>
            </a:solidFill>
            <a:ln/>
          </p:spPr>
          <p:txBody>
            <a:bodyPr/>
            <a:lstStyle/>
            <a:p>
              <a:endParaRPr lang="ar-EG" sz="3200" dirty="0">
                <a:latin typeface="Sakkal Majalla" panose="02000000000000000000" pitchFamily="2" charset="-78"/>
                <a:cs typeface="Sakkal Majalla" panose="02000000000000000000" pitchFamily="2" charset="-78"/>
              </a:endParaRPr>
            </a:p>
          </p:txBody>
        </p:sp>
        <p:sp>
          <p:nvSpPr>
            <p:cNvPr id="42" name="Shape 40"/>
            <p:cNvSpPr/>
            <p:nvPr/>
          </p:nvSpPr>
          <p:spPr>
            <a:xfrm>
              <a:off x="3409696" y="3925824"/>
              <a:ext cx="463296" cy="463296"/>
            </a:xfrm>
            <a:prstGeom prst="ellipse">
              <a:avLst/>
            </a:prstGeom>
            <a:solidFill>
              <a:srgbClr val="008658"/>
            </a:solidFill>
            <a:ln w="12700">
              <a:solidFill>
                <a:srgbClr val="0D6E6E"/>
              </a:solidFill>
              <a:prstDash val="solid"/>
            </a:ln>
          </p:spPr>
          <p:txBody>
            <a:bodyPr/>
            <a:lstStyle/>
            <a:p>
              <a:endParaRPr lang="ar-EG" sz="3200" dirty="0">
                <a:latin typeface="Sakkal Majalla" panose="02000000000000000000" pitchFamily="2" charset="-78"/>
                <a:cs typeface="Sakkal Majalla" panose="02000000000000000000" pitchFamily="2" charset="-78"/>
              </a:endParaRPr>
            </a:p>
          </p:txBody>
        </p:sp>
        <p:sp>
          <p:nvSpPr>
            <p:cNvPr id="43" name="Text 41"/>
            <p:cNvSpPr/>
            <p:nvPr/>
          </p:nvSpPr>
          <p:spPr>
            <a:xfrm>
              <a:off x="3409696" y="3938016"/>
              <a:ext cx="463296" cy="438912"/>
            </a:xfrm>
            <a:prstGeom prst="rect">
              <a:avLst/>
            </a:prstGeom>
            <a:noFill/>
            <a:ln/>
          </p:spPr>
          <p:txBody>
            <a:bodyPr wrap="square" rtlCol="0" anchor="ctr"/>
            <a:lstStyle/>
            <a:p>
              <a:pPr algn="ctr"/>
              <a:r>
                <a:rPr lang="ar-EG" sz="2000" b="1" dirty="0">
                  <a:solidFill>
                    <a:srgbClr val="FFFFFF"/>
                  </a:solidFill>
                  <a:latin typeface="Sakkal Majalla" panose="02000000000000000000" pitchFamily="2" charset="-78"/>
                  <a:ea typeface="Calibri" pitchFamily="34" charset="-122"/>
                  <a:cs typeface="Sakkal Majalla" panose="02000000000000000000" pitchFamily="2" charset="-78"/>
                </a:rPr>
                <a:t>6</a:t>
              </a:r>
              <a:endParaRPr lang="ar-EG" sz="2000" dirty="0">
                <a:latin typeface="Sakkal Majalla" panose="02000000000000000000" pitchFamily="2" charset="-78"/>
                <a:cs typeface="Sakkal Majalla" panose="02000000000000000000" pitchFamily="2" charset="-78"/>
              </a:endParaRPr>
            </a:p>
          </p:txBody>
        </p:sp>
        <p:sp>
          <p:nvSpPr>
            <p:cNvPr id="44" name="Text 42"/>
            <p:cNvSpPr/>
            <p:nvPr/>
          </p:nvSpPr>
          <p:spPr>
            <a:xfrm>
              <a:off x="548640" y="3901440"/>
              <a:ext cx="2763520" cy="512064"/>
            </a:xfrm>
            <a:prstGeom prst="rect">
              <a:avLst/>
            </a:prstGeom>
            <a:noFill/>
            <a:ln/>
          </p:spPr>
          <p:txBody>
            <a:bodyPr wrap="square" rtlCol="0" anchor="ctr"/>
            <a:lstStyle/>
            <a:p>
              <a:pPr algn="r" rtl="1"/>
              <a:r>
                <a:rPr lang="ar-EG" sz="2000" b="1" dirty="0">
                  <a:solidFill>
                    <a:srgbClr val="0D6E6E"/>
                  </a:solidFill>
                  <a:latin typeface="Sakkal Majalla" panose="02000000000000000000" pitchFamily="2" charset="-78"/>
                  <a:ea typeface="Arial" pitchFamily="34" charset="-122"/>
                  <a:cs typeface="Sakkal Majalla" panose="02000000000000000000" pitchFamily="2" charset="-78"/>
                </a:rPr>
                <a:t>الاستدامة</a:t>
              </a:r>
              <a:endParaRPr lang="ar-EG" sz="2000" dirty="0">
                <a:latin typeface="Sakkal Majalla" panose="02000000000000000000" pitchFamily="2" charset="-78"/>
                <a:cs typeface="Sakkal Majalla" panose="02000000000000000000" pitchFamily="2" charset="-78"/>
              </a:endParaRPr>
            </a:p>
          </p:txBody>
        </p:sp>
        <p:sp>
          <p:nvSpPr>
            <p:cNvPr id="45" name="Shape 43"/>
            <p:cNvSpPr/>
            <p:nvPr/>
          </p:nvSpPr>
          <p:spPr>
            <a:xfrm>
              <a:off x="548640" y="4450080"/>
              <a:ext cx="3373120" cy="24384"/>
            </a:xfrm>
            <a:prstGeom prst="rect">
              <a:avLst/>
            </a:prstGeom>
            <a:solidFill>
              <a:srgbClr val="E0E8E4"/>
            </a:solidFill>
            <a:ln/>
          </p:spPr>
          <p:txBody>
            <a:bodyPr/>
            <a:lstStyle/>
            <a:p>
              <a:endParaRPr lang="ar-EG" sz="3200" dirty="0">
                <a:latin typeface="Sakkal Majalla" panose="02000000000000000000" pitchFamily="2" charset="-78"/>
                <a:cs typeface="Sakkal Majalla" panose="02000000000000000000" pitchFamily="2" charset="-78"/>
              </a:endParaRPr>
            </a:p>
          </p:txBody>
        </p:sp>
        <p:sp>
          <p:nvSpPr>
            <p:cNvPr id="46" name="Text 44"/>
            <p:cNvSpPr/>
            <p:nvPr/>
          </p:nvSpPr>
          <p:spPr>
            <a:xfrm>
              <a:off x="548640" y="4535424"/>
              <a:ext cx="3373120" cy="1341120"/>
            </a:xfrm>
            <a:prstGeom prst="rect">
              <a:avLst/>
            </a:prstGeom>
            <a:noFill/>
            <a:ln/>
          </p:spPr>
          <p:txBody>
            <a:bodyPr wrap="square" rtlCol="0" anchor="t"/>
            <a:lstStyle/>
            <a:p>
              <a:pPr algn="r" rtl="1"/>
              <a:r>
                <a:rPr lang="ar-EG" dirty="0">
                  <a:solidFill>
                    <a:srgbClr val="1C2B22"/>
                  </a:solidFill>
                  <a:latin typeface="Sakkal Majalla" panose="02000000000000000000" pitchFamily="2" charset="-78"/>
                  <a:ea typeface="Arial" pitchFamily="34" charset="-122"/>
                  <a:cs typeface="Sakkal Majalla" panose="02000000000000000000" pitchFamily="2" charset="-78"/>
                </a:rPr>
                <a:t>برنامج الامتثال الناجح لا يعتمد على أفراد بعينهم، لا يتأثر بتغييرات مؤقتة، ويبقى جزءاً من هوية المنشأة الصحية لا عبئاً خارجياً.</a:t>
              </a:r>
              <a:endParaRPr lang="ar-EG" dirty="0">
                <a:latin typeface="Sakkal Majalla" panose="02000000000000000000" pitchFamily="2" charset="-78"/>
                <a:cs typeface="Sakkal Majalla" panose="02000000000000000000" pitchFamily="2" charset="-78"/>
              </a:endParaRPr>
            </a:p>
          </p:txBody>
        </p:sp>
      </p:grpSp>
    </p:spTree>
    <p:extLst>
      <p:ext uri="{BB962C8B-B14F-4D97-AF65-F5344CB8AC3E}">
        <p14:creationId xmlns:p14="http://schemas.microsoft.com/office/powerpoint/2010/main" val="2495834885"/>
      </p:ext>
    </p:extLst>
  </p:cSld>
  <p:clrMapOvr>
    <a:masterClrMapping/>
  </p:clrMapOvr>
  <p:transition spd="me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E351C5-5490-7961-B02C-5AA325D11646}"/>
            </a:ext>
          </a:extLst>
        </p:cNvPr>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6EA786A3-8967-7E6E-A652-A63ED514968D}"/>
              </a:ext>
            </a:extLst>
          </p:cNvPr>
          <p:cNvGraphicFramePr>
            <a:graphicFrameLocks noChangeAspect="1"/>
          </p:cNvGraphicFramePr>
          <p:nvPr>
            <p:custDataLst>
              <p:tags r:id="rId1"/>
            </p:custDataLst>
          </p:nvPr>
        </p:nvGraphicFramePr>
        <p:xfrm>
          <a:off x="11163" y="1489"/>
          <a:ext cx="1489" cy="1489"/>
        </p:xfrm>
        <a:graphic>
          <a:graphicData uri="http://schemas.openxmlformats.org/presentationml/2006/ole">
            <mc:AlternateContent xmlns:mc="http://schemas.openxmlformats.org/markup-compatibility/2006">
              <mc:Choice xmlns:v="urn:schemas-microsoft-com:vml" Requires="v">
                <p:oleObj name="think-cell Slide" r:id="rId4" imgW="395" imgH="396" progId="TCLayout.ActiveDocument.1">
                  <p:embed/>
                </p:oleObj>
              </mc:Choice>
              <mc:Fallback>
                <p:oleObj name="think-cell Slide" r:id="rId4" imgW="395" imgH="396" progId="TCLayout.ActiveDocument.1">
                  <p:embed/>
                  <p:pic>
                    <p:nvPicPr>
                      <p:cNvPr id="4" name="Object 3" hidden="1">
                        <a:extLst>
                          <a:ext uri="{FF2B5EF4-FFF2-40B4-BE49-F238E27FC236}">
                            <a16:creationId xmlns:a16="http://schemas.microsoft.com/office/drawing/2014/main" id="{867AF10E-5615-4643-278F-9F3FBF27E016}"/>
                          </a:ext>
                        </a:extLst>
                      </p:cNvPr>
                      <p:cNvPicPr/>
                      <p:nvPr/>
                    </p:nvPicPr>
                    <p:blipFill>
                      <a:blip r:embed="rId5"/>
                      <a:stretch>
                        <a:fillRect/>
                      </a:stretch>
                    </p:blipFill>
                    <p:spPr>
                      <a:xfrm>
                        <a:off x="11163" y="1489"/>
                        <a:ext cx="1489" cy="1489"/>
                      </a:xfrm>
                      <a:prstGeom prst="rect">
                        <a:avLst/>
                      </a:prstGeom>
                    </p:spPr>
                  </p:pic>
                </p:oleObj>
              </mc:Fallback>
            </mc:AlternateContent>
          </a:graphicData>
        </a:graphic>
      </p:graphicFrame>
      <p:sp>
        <p:nvSpPr>
          <p:cNvPr id="2" name="Text Placeholder 1">
            <a:extLst>
              <a:ext uri="{FF2B5EF4-FFF2-40B4-BE49-F238E27FC236}">
                <a16:creationId xmlns:a16="http://schemas.microsoft.com/office/drawing/2014/main" id="{38E00013-95E4-B0DD-665C-C90DA8DC0DC8}"/>
              </a:ext>
            </a:extLst>
          </p:cNvPr>
          <p:cNvSpPr txBox="1">
            <a:spLocks/>
          </p:cNvSpPr>
          <p:nvPr/>
        </p:nvSpPr>
        <p:spPr>
          <a:xfrm>
            <a:off x="5495081" y="159153"/>
            <a:ext cx="6389688" cy="523220"/>
          </a:xfrm>
          <a:prstGeom prst="rect">
            <a:avLst/>
          </a:prstGeom>
        </p:spPr>
        <p:txBody>
          <a:bodyPr vert="horz" lIns="91440" tIns="45720" rIns="91440" bIns="45720" rtlCol="0">
            <a:spAutoFit/>
          </a:bodyPr>
          <a:lstStyle>
            <a:lvl1pPr marL="0" indent="0" algn="r" defTabSz="685800" rtl="1" eaLnBrk="1" latinLnBrk="0" hangingPunct="1">
              <a:lnSpc>
                <a:spcPct val="100000"/>
              </a:lnSpc>
              <a:spcBef>
                <a:spcPts val="750"/>
              </a:spcBef>
              <a:buFont typeface="Arial" panose="020B0604020202020204" pitchFamily="34" charset="0"/>
              <a:buNone/>
              <a:defRPr sz="2000" b="1" kern="1200">
                <a:solidFill>
                  <a:schemeClr val="accent3"/>
                </a:solidFill>
                <a:latin typeface="+mn-lt"/>
                <a:ea typeface="+mn-ea"/>
                <a:cs typeface="+mj-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defRPr/>
            </a:pPr>
            <a:r>
              <a:rPr lang="ar-EG" sz="2800" dirty="0">
                <a:solidFill>
                  <a:srgbClr val="008658"/>
                </a:solidFill>
                <a:latin typeface="Calibri" pitchFamily="34" charset="0"/>
                <a:cs typeface="Calibri" pitchFamily="34" charset="-120"/>
              </a:rPr>
              <a:t>نشاط: بناء خطة العمل القيادي</a:t>
            </a:r>
          </a:p>
        </p:txBody>
      </p:sp>
      <p:grpSp>
        <p:nvGrpSpPr>
          <p:cNvPr id="3" name="Group 2">
            <a:extLst>
              <a:ext uri="{FF2B5EF4-FFF2-40B4-BE49-F238E27FC236}">
                <a16:creationId xmlns:a16="http://schemas.microsoft.com/office/drawing/2014/main" id="{38F909DF-19A0-213E-040F-3B80F350C586}"/>
              </a:ext>
            </a:extLst>
          </p:cNvPr>
          <p:cNvGrpSpPr/>
          <p:nvPr/>
        </p:nvGrpSpPr>
        <p:grpSpPr>
          <a:xfrm>
            <a:off x="365760" y="1520304"/>
            <a:ext cx="11460480" cy="4126992"/>
            <a:chOff x="365760" y="1280160"/>
            <a:chExt cx="11460480" cy="4126992"/>
          </a:xfrm>
        </p:grpSpPr>
        <p:sp>
          <p:nvSpPr>
            <p:cNvPr id="5" name="Shape 3"/>
            <p:cNvSpPr/>
            <p:nvPr/>
          </p:nvSpPr>
          <p:spPr>
            <a:xfrm>
              <a:off x="8152384" y="1280160"/>
              <a:ext cx="3673856" cy="4126992"/>
            </a:xfrm>
            <a:prstGeom prst="rect">
              <a:avLst/>
            </a:prstGeom>
            <a:solidFill>
              <a:srgbClr val="FFFFFF"/>
            </a:solidFill>
            <a:ln/>
            <a:effectLst>
              <a:outerShdw blurRad="63500" dist="25400" dir="8100000" algn="bl" rotWithShape="0">
                <a:srgbClr val="000000">
                  <a:alpha val="10000"/>
                </a:srgbClr>
              </a:outerShdw>
            </a:effectLst>
          </p:spPr>
          <p:txBody>
            <a:bodyPr/>
            <a:lstStyle/>
            <a:p>
              <a:endParaRPr lang="ar-EG" sz="2800" dirty="0">
                <a:latin typeface="Sakkal Majalla" panose="02000000000000000000" pitchFamily="2" charset="-78"/>
                <a:cs typeface="Sakkal Majalla" panose="02000000000000000000" pitchFamily="2" charset="-78"/>
              </a:endParaRPr>
            </a:p>
          </p:txBody>
        </p:sp>
        <p:sp>
          <p:nvSpPr>
            <p:cNvPr id="6" name="Shape 4"/>
            <p:cNvSpPr/>
            <p:nvPr/>
          </p:nvSpPr>
          <p:spPr>
            <a:xfrm>
              <a:off x="8152384" y="1280160"/>
              <a:ext cx="3673856" cy="85344"/>
            </a:xfrm>
            <a:prstGeom prst="rect">
              <a:avLst/>
            </a:prstGeom>
            <a:solidFill>
              <a:srgbClr val="B8963E"/>
            </a:solidFill>
            <a:ln/>
          </p:spPr>
          <p:txBody>
            <a:bodyPr/>
            <a:lstStyle/>
            <a:p>
              <a:endParaRPr lang="ar-EG" sz="2800" dirty="0">
                <a:latin typeface="Sakkal Majalla" panose="02000000000000000000" pitchFamily="2" charset="-78"/>
                <a:cs typeface="Sakkal Majalla" panose="02000000000000000000" pitchFamily="2" charset="-78"/>
              </a:endParaRPr>
            </a:p>
          </p:txBody>
        </p:sp>
        <p:sp>
          <p:nvSpPr>
            <p:cNvPr id="7" name="Shape 5"/>
            <p:cNvSpPr/>
            <p:nvPr/>
          </p:nvSpPr>
          <p:spPr>
            <a:xfrm>
              <a:off x="11277600" y="1402080"/>
              <a:ext cx="414528" cy="414528"/>
            </a:xfrm>
            <a:prstGeom prst="rect">
              <a:avLst/>
            </a:prstGeom>
            <a:solidFill>
              <a:srgbClr val="B8963E"/>
            </a:solidFill>
            <a:ln w="12700">
              <a:solidFill>
                <a:srgbClr val="B8963E"/>
              </a:solidFill>
              <a:prstDash val="solid"/>
            </a:ln>
          </p:spPr>
          <p:txBody>
            <a:bodyPr/>
            <a:lstStyle/>
            <a:p>
              <a:endParaRPr lang="ar-EG" sz="2800" dirty="0">
                <a:latin typeface="Sakkal Majalla" panose="02000000000000000000" pitchFamily="2" charset="-78"/>
                <a:cs typeface="Sakkal Majalla" panose="02000000000000000000" pitchFamily="2" charset="-78"/>
              </a:endParaRPr>
            </a:p>
          </p:txBody>
        </p:sp>
        <p:sp>
          <p:nvSpPr>
            <p:cNvPr id="8" name="Text 6"/>
            <p:cNvSpPr/>
            <p:nvPr/>
          </p:nvSpPr>
          <p:spPr>
            <a:xfrm>
              <a:off x="11277600" y="1402080"/>
              <a:ext cx="414528" cy="414528"/>
            </a:xfrm>
            <a:prstGeom prst="rect">
              <a:avLst/>
            </a:prstGeom>
            <a:noFill/>
            <a:ln/>
          </p:spPr>
          <p:txBody>
            <a:bodyPr wrap="square" rtlCol="0" anchor="ctr"/>
            <a:lstStyle/>
            <a:p>
              <a:pPr algn="ctr"/>
              <a:r>
                <a:rPr lang="ar-EG" b="1" dirty="0">
                  <a:solidFill>
                    <a:srgbClr val="FFFFFF"/>
                  </a:solidFill>
                  <a:latin typeface="Sakkal Majalla" panose="02000000000000000000" pitchFamily="2" charset="-78"/>
                  <a:ea typeface="Calibri" pitchFamily="34" charset="-122"/>
                  <a:cs typeface="Sakkal Majalla" panose="02000000000000000000" pitchFamily="2" charset="-78"/>
                </a:rPr>
                <a:t>1</a:t>
              </a:r>
              <a:endParaRPr lang="ar-EG" dirty="0">
                <a:latin typeface="Sakkal Majalla" panose="02000000000000000000" pitchFamily="2" charset="-78"/>
                <a:cs typeface="Sakkal Majalla" panose="02000000000000000000" pitchFamily="2" charset="-78"/>
              </a:endParaRPr>
            </a:p>
          </p:txBody>
        </p:sp>
        <p:sp>
          <p:nvSpPr>
            <p:cNvPr id="9" name="Text 7"/>
            <p:cNvSpPr/>
            <p:nvPr/>
          </p:nvSpPr>
          <p:spPr>
            <a:xfrm>
              <a:off x="8249920" y="1402080"/>
              <a:ext cx="2966720" cy="463296"/>
            </a:xfrm>
            <a:prstGeom prst="rect">
              <a:avLst/>
            </a:prstGeom>
            <a:noFill/>
            <a:ln/>
          </p:spPr>
          <p:txBody>
            <a:bodyPr wrap="square" rtlCol="0" anchor="ctr"/>
            <a:lstStyle/>
            <a:p>
              <a:pPr algn="r" rtl="1"/>
              <a:r>
                <a:rPr lang="ar-EG" b="1" dirty="0">
                  <a:solidFill>
                    <a:srgbClr val="154F31"/>
                  </a:solidFill>
                  <a:latin typeface="Sakkal Majalla" panose="02000000000000000000" pitchFamily="2" charset="-78"/>
                  <a:ea typeface="Arial" pitchFamily="34" charset="-122"/>
                  <a:cs typeface="Sakkal Majalla" panose="02000000000000000000" pitchFamily="2" charset="-78"/>
                </a:rPr>
                <a:t>الجزء (1) التقييم الذاتي</a:t>
              </a:r>
              <a:endParaRPr lang="ar-EG" dirty="0">
                <a:latin typeface="Sakkal Majalla" panose="02000000000000000000" pitchFamily="2" charset="-78"/>
                <a:cs typeface="Sakkal Majalla" panose="02000000000000000000" pitchFamily="2" charset="-78"/>
              </a:endParaRPr>
            </a:p>
          </p:txBody>
        </p:sp>
        <p:sp>
          <p:nvSpPr>
            <p:cNvPr id="10" name="Shape 8"/>
            <p:cNvSpPr/>
            <p:nvPr/>
          </p:nvSpPr>
          <p:spPr>
            <a:xfrm>
              <a:off x="8249920" y="1914144"/>
              <a:ext cx="3478784" cy="24384"/>
            </a:xfrm>
            <a:prstGeom prst="rect">
              <a:avLst/>
            </a:prstGeom>
            <a:solidFill>
              <a:srgbClr val="E0E8E4"/>
            </a:solidFill>
            <a:ln/>
          </p:spPr>
          <p:txBody>
            <a:bodyPr/>
            <a:lstStyle/>
            <a:p>
              <a:endParaRPr lang="ar-EG" sz="2800" dirty="0">
                <a:latin typeface="Sakkal Majalla" panose="02000000000000000000" pitchFamily="2" charset="-78"/>
                <a:cs typeface="Sakkal Majalla" panose="02000000000000000000" pitchFamily="2" charset="-78"/>
              </a:endParaRPr>
            </a:p>
          </p:txBody>
        </p:sp>
        <p:sp>
          <p:nvSpPr>
            <p:cNvPr id="11" name="Text 9"/>
            <p:cNvSpPr/>
            <p:nvPr/>
          </p:nvSpPr>
          <p:spPr>
            <a:xfrm>
              <a:off x="8249920" y="2121222"/>
              <a:ext cx="3478784" cy="1013230"/>
            </a:xfrm>
            <a:prstGeom prst="rect">
              <a:avLst/>
            </a:prstGeom>
            <a:noFill/>
            <a:ln/>
          </p:spPr>
          <p:txBody>
            <a:bodyPr wrap="square" rtlCol="0" anchor="t"/>
            <a:lstStyle/>
            <a:p>
              <a:pPr algn="r" rtl="1"/>
              <a:r>
                <a:rPr lang="ar-EG" dirty="0">
                  <a:solidFill>
                    <a:srgbClr val="1C2B22"/>
                  </a:solidFill>
                  <a:latin typeface="Sakkal Majalla" panose="02000000000000000000" pitchFamily="2" charset="-78"/>
                  <a:ea typeface="Arial" pitchFamily="34" charset="-122"/>
                  <a:cs typeface="Sakkal Majalla" panose="02000000000000000000" pitchFamily="2" charset="-78"/>
                </a:rPr>
                <a:t>تقييم كل محور من 0 إلى 4، ثم تحديد أبرز 3 فجوات مؤسسية وتحديد ما إذا كانت تشكل خطراً مباشراً على سلامة المرضى أو سمعة المنشأة.</a:t>
              </a:r>
              <a:endParaRPr lang="ar-EG" dirty="0">
                <a:latin typeface="Sakkal Majalla" panose="02000000000000000000" pitchFamily="2" charset="-78"/>
                <a:cs typeface="Sakkal Majalla" panose="02000000000000000000" pitchFamily="2" charset="-78"/>
              </a:endParaRPr>
            </a:p>
          </p:txBody>
        </p:sp>
        <p:sp>
          <p:nvSpPr>
            <p:cNvPr id="12" name="Shape 10"/>
            <p:cNvSpPr/>
            <p:nvPr/>
          </p:nvSpPr>
          <p:spPr>
            <a:xfrm>
              <a:off x="4259072" y="1280160"/>
              <a:ext cx="3673856" cy="4126992"/>
            </a:xfrm>
            <a:prstGeom prst="rect">
              <a:avLst/>
            </a:prstGeom>
            <a:solidFill>
              <a:srgbClr val="FFFFFF"/>
            </a:solidFill>
            <a:ln/>
            <a:effectLst>
              <a:outerShdw blurRad="63500" dist="25400" dir="8100000" algn="bl" rotWithShape="0">
                <a:srgbClr val="000000">
                  <a:alpha val="10000"/>
                </a:srgbClr>
              </a:outerShdw>
            </a:effectLst>
          </p:spPr>
          <p:txBody>
            <a:bodyPr/>
            <a:lstStyle/>
            <a:p>
              <a:endParaRPr lang="ar-EG" sz="2800" dirty="0">
                <a:latin typeface="Sakkal Majalla" panose="02000000000000000000" pitchFamily="2" charset="-78"/>
                <a:cs typeface="Sakkal Majalla" panose="02000000000000000000" pitchFamily="2" charset="-78"/>
              </a:endParaRPr>
            </a:p>
          </p:txBody>
        </p:sp>
        <p:sp>
          <p:nvSpPr>
            <p:cNvPr id="13" name="Shape 11"/>
            <p:cNvSpPr/>
            <p:nvPr/>
          </p:nvSpPr>
          <p:spPr>
            <a:xfrm>
              <a:off x="4259072" y="1280160"/>
              <a:ext cx="3673856" cy="85344"/>
            </a:xfrm>
            <a:prstGeom prst="rect">
              <a:avLst/>
            </a:prstGeom>
            <a:solidFill>
              <a:srgbClr val="B8963E"/>
            </a:solidFill>
            <a:ln/>
          </p:spPr>
          <p:txBody>
            <a:bodyPr/>
            <a:lstStyle/>
            <a:p>
              <a:endParaRPr lang="ar-EG" sz="2800" dirty="0">
                <a:latin typeface="Sakkal Majalla" panose="02000000000000000000" pitchFamily="2" charset="-78"/>
                <a:cs typeface="Sakkal Majalla" panose="02000000000000000000" pitchFamily="2" charset="-78"/>
              </a:endParaRPr>
            </a:p>
          </p:txBody>
        </p:sp>
        <p:sp>
          <p:nvSpPr>
            <p:cNvPr id="14" name="Shape 12"/>
            <p:cNvSpPr/>
            <p:nvPr/>
          </p:nvSpPr>
          <p:spPr>
            <a:xfrm>
              <a:off x="7384288" y="1402080"/>
              <a:ext cx="414528" cy="414528"/>
            </a:xfrm>
            <a:prstGeom prst="rect">
              <a:avLst/>
            </a:prstGeom>
            <a:solidFill>
              <a:srgbClr val="B8963E"/>
            </a:solidFill>
            <a:ln w="12700">
              <a:solidFill>
                <a:srgbClr val="B8963E"/>
              </a:solidFill>
              <a:prstDash val="solid"/>
            </a:ln>
          </p:spPr>
          <p:txBody>
            <a:bodyPr/>
            <a:lstStyle/>
            <a:p>
              <a:endParaRPr lang="ar-EG" sz="2800" dirty="0">
                <a:latin typeface="Sakkal Majalla" panose="02000000000000000000" pitchFamily="2" charset="-78"/>
                <a:cs typeface="Sakkal Majalla" panose="02000000000000000000" pitchFamily="2" charset="-78"/>
              </a:endParaRPr>
            </a:p>
          </p:txBody>
        </p:sp>
        <p:sp>
          <p:nvSpPr>
            <p:cNvPr id="15" name="Text 13"/>
            <p:cNvSpPr/>
            <p:nvPr/>
          </p:nvSpPr>
          <p:spPr>
            <a:xfrm>
              <a:off x="7384288" y="1402080"/>
              <a:ext cx="414528" cy="414528"/>
            </a:xfrm>
            <a:prstGeom prst="rect">
              <a:avLst/>
            </a:prstGeom>
            <a:noFill/>
            <a:ln/>
          </p:spPr>
          <p:txBody>
            <a:bodyPr wrap="square" rtlCol="0" anchor="ctr"/>
            <a:lstStyle/>
            <a:p>
              <a:pPr algn="ctr"/>
              <a:r>
                <a:rPr lang="ar-EG" b="1" dirty="0">
                  <a:solidFill>
                    <a:srgbClr val="FFFFFF"/>
                  </a:solidFill>
                  <a:latin typeface="Sakkal Majalla" panose="02000000000000000000" pitchFamily="2" charset="-78"/>
                  <a:ea typeface="Calibri" pitchFamily="34" charset="-122"/>
                  <a:cs typeface="Sakkal Majalla" panose="02000000000000000000" pitchFamily="2" charset="-78"/>
                </a:rPr>
                <a:t>2</a:t>
              </a:r>
              <a:endParaRPr lang="ar-EG" dirty="0">
                <a:latin typeface="Sakkal Majalla" panose="02000000000000000000" pitchFamily="2" charset="-78"/>
                <a:cs typeface="Sakkal Majalla" panose="02000000000000000000" pitchFamily="2" charset="-78"/>
              </a:endParaRPr>
            </a:p>
          </p:txBody>
        </p:sp>
        <p:sp>
          <p:nvSpPr>
            <p:cNvPr id="16" name="Text 14"/>
            <p:cNvSpPr/>
            <p:nvPr/>
          </p:nvSpPr>
          <p:spPr>
            <a:xfrm>
              <a:off x="4356608" y="1402080"/>
              <a:ext cx="2966720" cy="463296"/>
            </a:xfrm>
            <a:prstGeom prst="rect">
              <a:avLst/>
            </a:prstGeom>
            <a:noFill/>
            <a:ln/>
          </p:spPr>
          <p:txBody>
            <a:bodyPr wrap="square" rtlCol="0" anchor="ctr"/>
            <a:lstStyle/>
            <a:p>
              <a:pPr algn="r" rtl="1"/>
              <a:r>
                <a:rPr lang="ar-EG" b="1" dirty="0">
                  <a:solidFill>
                    <a:srgbClr val="154F31"/>
                  </a:solidFill>
                  <a:latin typeface="Sakkal Majalla" panose="02000000000000000000" pitchFamily="2" charset="-78"/>
                  <a:ea typeface="Arial" pitchFamily="34" charset="-122"/>
                  <a:cs typeface="Sakkal Majalla" panose="02000000000000000000" pitchFamily="2" charset="-78"/>
                </a:rPr>
                <a:t>الجزء (2) الفجوات والإجراءات</a:t>
              </a:r>
              <a:endParaRPr lang="ar-EG" dirty="0">
                <a:latin typeface="Sakkal Majalla" panose="02000000000000000000" pitchFamily="2" charset="-78"/>
                <a:cs typeface="Sakkal Majalla" panose="02000000000000000000" pitchFamily="2" charset="-78"/>
              </a:endParaRPr>
            </a:p>
          </p:txBody>
        </p:sp>
        <p:sp>
          <p:nvSpPr>
            <p:cNvPr id="17" name="Shape 15"/>
            <p:cNvSpPr/>
            <p:nvPr/>
          </p:nvSpPr>
          <p:spPr>
            <a:xfrm>
              <a:off x="4356608" y="1914144"/>
              <a:ext cx="3478784" cy="24384"/>
            </a:xfrm>
            <a:prstGeom prst="rect">
              <a:avLst/>
            </a:prstGeom>
            <a:solidFill>
              <a:srgbClr val="E0E8E4"/>
            </a:solidFill>
            <a:ln/>
          </p:spPr>
          <p:txBody>
            <a:bodyPr/>
            <a:lstStyle/>
            <a:p>
              <a:endParaRPr lang="ar-EG" sz="2800" dirty="0">
                <a:latin typeface="Sakkal Majalla" panose="02000000000000000000" pitchFamily="2" charset="-78"/>
                <a:cs typeface="Sakkal Majalla" panose="02000000000000000000" pitchFamily="2" charset="-78"/>
              </a:endParaRPr>
            </a:p>
          </p:txBody>
        </p:sp>
        <p:sp>
          <p:nvSpPr>
            <p:cNvPr id="18" name="Text 16"/>
            <p:cNvSpPr/>
            <p:nvPr/>
          </p:nvSpPr>
          <p:spPr>
            <a:xfrm>
              <a:off x="4356608" y="2121222"/>
              <a:ext cx="3478784" cy="1013230"/>
            </a:xfrm>
            <a:prstGeom prst="rect">
              <a:avLst/>
            </a:prstGeom>
            <a:noFill/>
            <a:ln/>
          </p:spPr>
          <p:txBody>
            <a:bodyPr wrap="square" rtlCol="0" anchor="t"/>
            <a:lstStyle/>
            <a:p>
              <a:pPr algn="r" rtl="1"/>
              <a:r>
                <a:rPr lang="ar-EG" dirty="0">
                  <a:solidFill>
                    <a:srgbClr val="1C2B22"/>
                  </a:solidFill>
                  <a:latin typeface="Sakkal Majalla" panose="02000000000000000000" pitchFamily="2" charset="-78"/>
                  <a:ea typeface="Arial" pitchFamily="34" charset="-122"/>
                  <a:cs typeface="Sakkal Majalla" panose="02000000000000000000" pitchFamily="2" charset="-78"/>
                </a:rPr>
                <a:t>لكل فجوة: تحديد الإجراء المطلوب، المسؤول عن التنفيذ، المدة الزمنية المتوقعة، ومؤشر النجاح القابل للقياس.</a:t>
              </a:r>
              <a:endParaRPr lang="ar-EG" dirty="0">
                <a:latin typeface="Sakkal Majalla" panose="02000000000000000000" pitchFamily="2" charset="-78"/>
                <a:cs typeface="Sakkal Majalla" panose="02000000000000000000" pitchFamily="2" charset="-78"/>
              </a:endParaRPr>
            </a:p>
          </p:txBody>
        </p:sp>
        <p:sp>
          <p:nvSpPr>
            <p:cNvPr id="19" name="Shape 17"/>
            <p:cNvSpPr/>
            <p:nvPr/>
          </p:nvSpPr>
          <p:spPr>
            <a:xfrm>
              <a:off x="365760" y="1280160"/>
              <a:ext cx="3673856" cy="4126992"/>
            </a:xfrm>
            <a:prstGeom prst="rect">
              <a:avLst/>
            </a:prstGeom>
            <a:solidFill>
              <a:srgbClr val="FFFFFF"/>
            </a:solidFill>
            <a:ln/>
            <a:effectLst>
              <a:outerShdw blurRad="63500" dist="25400" dir="8100000" algn="bl" rotWithShape="0">
                <a:srgbClr val="000000">
                  <a:alpha val="10000"/>
                </a:srgbClr>
              </a:outerShdw>
            </a:effectLst>
          </p:spPr>
          <p:txBody>
            <a:bodyPr/>
            <a:lstStyle/>
            <a:p>
              <a:endParaRPr lang="ar-EG" sz="2800" dirty="0">
                <a:latin typeface="Sakkal Majalla" panose="02000000000000000000" pitchFamily="2" charset="-78"/>
                <a:cs typeface="Sakkal Majalla" panose="02000000000000000000" pitchFamily="2" charset="-78"/>
              </a:endParaRPr>
            </a:p>
          </p:txBody>
        </p:sp>
        <p:sp>
          <p:nvSpPr>
            <p:cNvPr id="20" name="Shape 18"/>
            <p:cNvSpPr/>
            <p:nvPr/>
          </p:nvSpPr>
          <p:spPr>
            <a:xfrm>
              <a:off x="365760" y="1280160"/>
              <a:ext cx="3673856" cy="85344"/>
            </a:xfrm>
            <a:prstGeom prst="rect">
              <a:avLst/>
            </a:prstGeom>
            <a:solidFill>
              <a:srgbClr val="B8963E"/>
            </a:solidFill>
            <a:ln/>
          </p:spPr>
          <p:txBody>
            <a:bodyPr/>
            <a:lstStyle/>
            <a:p>
              <a:endParaRPr lang="ar-EG" sz="2800" dirty="0">
                <a:latin typeface="Sakkal Majalla" panose="02000000000000000000" pitchFamily="2" charset="-78"/>
                <a:cs typeface="Sakkal Majalla" panose="02000000000000000000" pitchFamily="2" charset="-78"/>
              </a:endParaRPr>
            </a:p>
          </p:txBody>
        </p:sp>
        <p:sp>
          <p:nvSpPr>
            <p:cNvPr id="21" name="Shape 19"/>
            <p:cNvSpPr/>
            <p:nvPr/>
          </p:nvSpPr>
          <p:spPr>
            <a:xfrm>
              <a:off x="3490976" y="1402080"/>
              <a:ext cx="414528" cy="414528"/>
            </a:xfrm>
            <a:prstGeom prst="rect">
              <a:avLst/>
            </a:prstGeom>
            <a:solidFill>
              <a:srgbClr val="B8963E"/>
            </a:solidFill>
            <a:ln w="12700">
              <a:solidFill>
                <a:srgbClr val="B8963E"/>
              </a:solidFill>
              <a:prstDash val="solid"/>
            </a:ln>
          </p:spPr>
          <p:txBody>
            <a:bodyPr/>
            <a:lstStyle/>
            <a:p>
              <a:endParaRPr lang="ar-EG" sz="2800" dirty="0">
                <a:latin typeface="Sakkal Majalla" panose="02000000000000000000" pitchFamily="2" charset="-78"/>
                <a:cs typeface="Sakkal Majalla" panose="02000000000000000000" pitchFamily="2" charset="-78"/>
              </a:endParaRPr>
            </a:p>
          </p:txBody>
        </p:sp>
        <p:sp>
          <p:nvSpPr>
            <p:cNvPr id="22" name="Text 20"/>
            <p:cNvSpPr/>
            <p:nvPr/>
          </p:nvSpPr>
          <p:spPr>
            <a:xfrm>
              <a:off x="3490976" y="1402080"/>
              <a:ext cx="414528" cy="414528"/>
            </a:xfrm>
            <a:prstGeom prst="rect">
              <a:avLst/>
            </a:prstGeom>
            <a:noFill/>
            <a:ln/>
          </p:spPr>
          <p:txBody>
            <a:bodyPr wrap="square" rtlCol="0" anchor="ctr"/>
            <a:lstStyle/>
            <a:p>
              <a:pPr algn="ctr"/>
              <a:r>
                <a:rPr lang="ar-EG" b="1" dirty="0">
                  <a:solidFill>
                    <a:srgbClr val="FFFFFF"/>
                  </a:solidFill>
                  <a:latin typeface="Sakkal Majalla" panose="02000000000000000000" pitchFamily="2" charset="-78"/>
                  <a:ea typeface="Calibri" pitchFamily="34" charset="-122"/>
                  <a:cs typeface="Sakkal Majalla" panose="02000000000000000000" pitchFamily="2" charset="-78"/>
                </a:rPr>
                <a:t>3</a:t>
              </a:r>
              <a:endParaRPr lang="ar-EG" dirty="0">
                <a:latin typeface="Sakkal Majalla" panose="02000000000000000000" pitchFamily="2" charset="-78"/>
                <a:cs typeface="Sakkal Majalla" panose="02000000000000000000" pitchFamily="2" charset="-78"/>
              </a:endParaRPr>
            </a:p>
          </p:txBody>
        </p:sp>
        <p:sp>
          <p:nvSpPr>
            <p:cNvPr id="23" name="Text 21"/>
            <p:cNvSpPr/>
            <p:nvPr/>
          </p:nvSpPr>
          <p:spPr>
            <a:xfrm>
              <a:off x="463296" y="1402080"/>
              <a:ext cx="2966720" cy="463296"/>
            </a:xfrm>
            <a:prstGeom prst="rect">
              <a:avLst/>
            </a:prstGeom>
            <a:noFill/>
            <a:ln/>
          </p:spPr>
          <p:txBody>
            <a:bodyPr wrap="square" rtlCol="0" anchor="ctr"/>
            <a:lstStyle/>
            <a:p>
              <a:pPr algn="r" rtl="1"/>
              <a:r>
                <a:rPr lang="ar-EG" b="1" dirty="0">
                  <a:solidFill>
                    <a:srgbClr val="154F31"/>
                  </a:solidFill>
                  <a:latin typeface="Sakkal Majalla" panose="02000000000000000000" pitchFamily="2" charset="-78"/>
                  <a:ea typeface="Arial" pitchFamily="34" charset="-122"/>
                  <a:cs typeface="Sakkal Majalla" panose="02000000000000000000" pitchFamily="2" charset="-78"/>
                </a:rPr>
                <a:t>الجزء (3) نموذج خطة العمل</a:t>
              </a:r>
              <a:endParaRPr lang="ar-EG" dirty="0">
                <a:latin typeface="Sakkal Majalla" panose="02000000000000000000" pitchFamily="2" charset="-78"/>
                <a:cs typeface="Sakkal Majalla" panose="02000000000000000000" pitchFamily="2" charset="-78"/>
              </a:endParaRPr>
            </a:p>
          </p:txBody>
        </p:sp>
        <p:sp>
          <p:nvSpPr>
            <p:cNvPr id="24" name="Shape 22"/>
            <p:cNvSpPr/>
            <p:nvPr/>
          </p:nvSpPr>
          <p:spPr>
            <a:xfrm>
              <a:off x="463296" y="1914144"/>
              <a:ext cx="3478784" cy="24384"/>
            </a:xfrm>
            <a:prstGeom prst="rect">
              <a:avLst/>
            </a:prstGeom>
            <a:solidFill>
              <a:srgbClr val="E0E8E4"/>
            </a:solidFill>
            <a:ln/>
          </p:spPr>
          <p:txBody>
            <a:bodyPr/>
            <a:lstStyle/>
            <a:p>
              <a:endParaRPr lang="ar-EG" sz="2800" dirty="0">
                <a:latin typeface="Sakkal Majalla" panose="02000000000000000000" pitchFamily="2" charset="-78"/>
                <a:cs typeface="Sakkal Majalla" panose="02000000000000000000" pitchFamily="2" charset="-78"/>
              </a:endParaRPr>
            </a:p>
          </p:txBody>
        </p:sp>
        <p:sp>
          <p:nvSpPr>
            <p:cNvPr id="25" name="Text 23"/>
            <p:cNvSpPr/>
            <p:nvPr/>
          </p:nvSpPr>
          <p:spPr>
            <a:xfrm>
              <a:off x="463296" y="2121222"/>
              <a:ext cx="3478784" cy="1013230"/>
            </a:xfrm>
            <a:prstGeom prst="rect">
              <a:avLst/>
            </a:prstGeom>
            <a:noFill/>
            <a:ln/>
          </p:spPr>
          <p:txBody>
            <a:bodyPr wrap="square" rtlCol="0" anchor="t"/>
            <a:lstStyle/>
            <a:p>
              <a:pPr algn="r" rtl="1"/>
              <a:r>
                <a:rPr lang="ar-EG" dirty="0">
                  <a:solidFill>
                    <a:srgbClr val="1C2B22"/>
                  </a:solidFill>
                  <a:latin typeface="Sakkal Majalla" panose="02000000000000000000" pitchFamily="2" charset="-78"/>
                  <a:ea typeface="Arial" pitchFamily="34" charset="-122"/>
                  <a:cs typeface="Sakkal Majalla" panose="02000000000000000000" pitchFamily="2" charset="-78"/>
                </a:rPr>
                <a:t>الفجوة - الإجراء - المسؤول - المدة - المؤشر</a:t>
              </a:r>
              <a:endParaRPr lang="ar-EG" dirty="0">
                <a:latin typeface="Sakkal Majalla" panose="02000000000000000000" pitchFamily="2" charset="-78"/>
                <a:cs typeface="Sakkal Majalla" panose="02000000000000000000" pitchFamily="2" charset="-78"/>
              </a:endParaRPr>
            </a:p>
            <a:p>
              <a:pPr algn="r" rtl="1"/>
              <a:r>
                <a:rPr lang="ar-EG" dirty="0">
                  <a:solidFill>
                    <a:srgbClr val="1C2B22"/>
                  </a:solidFill>
                  <a:latin typeface="Sakkal Majalla" panose="02000000000000000000" pitchFamily="2" charset="-78"/>
                  <a:ea typeface="Arial" pitchFamily="34" charset="-122"/>
                  <a:cs typeface="Sakkal Majalla" panose="02000000000000000000" pitchFamily="2" charset="-78"/>
                </a:rPr>
                <a:t>مثال: غياب دليل الامتثال - إعداد واعتماد الدليل - مسؤول الامتثال-  3 أشهر - اعتماد الدليل وتوزيعه.</a:t>
              </a:r>
              <a:endParaRPr lang="ar-EG" dirty="0">
                <a:latin typeface="Sakkal Majalla" panose="02000000000000000000" pitchFamily="2" charset="-78"/>
                <a:cs typeface="Sakkal Majalla" panose="02000000000000000000" pitchFamily="2" charset="-78"/>
              </a:endParaRPr>
            </a:p>
          </p:txBody>
        </p:sp>
      </p:grpSp>
    </p:spTree>
    <p:extLst>
      <p:ext uri="{BB962C8B-B14F-4D97-AF65-F5344CB8AC3E}">
        <p14:creationId xmlns:p14="http://schemas.microsoft.com/office/powerpoint/2010/main" val="874699479"/>
      </p:ext>
    </p:extLst>
  </p:cSld>
  <p:clrMapOvr>
    <a:masterClrMapping/>
  </p:clrMapOvr>
  <p:transition spd="me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5DAC96-221C-5DC0-4733-F53C93814F23}"/>
            </a:ext>
          </a:extLst>
        </p:cNvPr>
        <p:cNvGrpSpPr/>
        <p:nvPr/>
      </p:nvGrpSpPr>
      <p:grpSpPr>
        <a:xfrm>
          <a:off x="0" y="0"/>
          <a:ext cx="0" cy="0"/>
          <a:chOff x="0" y="0"/>
          <a:chExt cx="0" cy="0"/>
        </a:xfrm>
      </p:grpSpPr>
      <p:sp>
        <p:nvSpPr>
          <p:cNvPr id="3" name="Title 1">
            <a:extLst>
              <a:ext uri="{FF2B5EF4-FFF2-40B4-BE49-F238E27FC236}">
                <a16:creationId xmlns:a16="http://schemas.microsoft.com/office/drawing/2014/main" id="{56F1010B-AD82-CCCA-4448-49914330D5E6}"/>
              </a:ext>
            </a:extLst>
          </p:cNvPr>
          <p:cNvSpPr txBox="1">
            <a:spLocks/>
          </p:cNvSpPr>
          <p:nvPr/>
        </p:nvSpPr>
        <p:spPr>
          <a:xfrm>
            <a:off x="5540707" y="3127087"/>
            <a:ext cx="5065775" cy="1346745"/>
          </a:xfrm>
          <a:prstGeom prst="rect">
            <a:avLst/>
          </a:prstGeom>
        </p:spPr>
        <p:txBody>
          <a:bodyPr vert="horz" lIns="0" tIns="0" rIns="252000" bIns="0" rtlCol="1" anchor="ctr">
            <a:noAutofit/>
          </a:bodyPr>
          <a:lstStyle>
            <a:defPPr>
              <a:defRPr lang="en-US"/>
            </a:defPPr>
            <a:lvl1pPr algn="r" rtl="1">
              <a:lnSpc>
                <a:spcPct val="100000"/>
              </a:lnSpc>
              <a:spcBef>
                <a:spcPct val="0"/>
              </a:spcBef>
              <a:buNone/>
              <a:defRPr sz="4400" kern="0">
                <a:ln w="6350" cap="flat">
                  <a:noFill/>
                  <a:miter lim="800000"/>
                </a:ln>
                <a:solidFill>
                  <a:schemeClr val="bg1"/>
                </a:solidFill>
                <a:latin typeface="+mj-lt"/>
                <a:ea typeface="+mj-ea"/>
                <a:cs typeface="+mj-cs"/>
              </a:defRPr>
            </a:lvl1pPr>
          </a:lstStyle>
          <a:p>
            <a:pPr>
              <a:lnSpc>
                <a:spcPct val="90000"/>
              </a:lnSpc>
              <a:defRPr/>
            </a:pPr>
            <a:r>
              <a:rPr lang="ar-EG" sz="4000" b="1" noProof="0" dirty="0">
                <a:solidFill>
                  <a:srgbClr val="FFFFFF"/>
                </a:solidFill>
                <a:latin typeface="Calibri" pitchFamily="34" charset="0"/>
                <a:cs typeface="Calibri" pitchFamily="34" charset="-120"/>
              </a:rPr>
              <a:t>الفصل الثالث</a:t>
            </a:r>
            <a:endParaRPr lang="ar-EG" sz="4000" b="1" dirty="0">
              <a:solidFill>
                <a:srgbClr val="FFFFFF"/>
              </a:solidFill>
              <a:latin typeface="Calibri" pitchFamily="34" charset="0"/>
              <a:cs typeface="Calibri" pitchFamily="34" charset="-120"/>
            </a:endParaRPr>
          </a:p>
          <a:p>
            <a:pPr>
              <a:lnSpc>
                <a:spcPct val="90000"/>
              </a:lnSpc>
              <a:defRPr/>
            </a:pPr>
            <a:r>
              <a:rPr lang="ar-EG" sz="4000" b="1" dirty="0">
                <a:solidFill>
                  <a:srgbClr val="FFFFFF"/>
                </a:solidFill>
                <a:latin typeface="Calibri" pitchFamily="34" charset="0"/>
                <a:cs typeface="Calibri" pitchFamily="34" charset="-120"/>
              </a:rPr>
              <a:t>إدارة المخاطر المؤسسية</a:t>
            </a:r>
          </a:p>
        </p:txBody>
      </p:sp>
      <p:cxnSp>
        <p:nvCxnSpPr>
          <p:cNvPr id="4" name="رابط مستقيم 3">
            <a:extLst>
              <a:ext uri="{FF2B5EF4-FFF2-40B4-BE49-F238E27FC236}">
                <a16:creationId xmlns:a16="http://schemas.microsoft.com/office/drawing/2014/main" id="{8DA0E005-304B-17EE-E421-E635204EC0B8}"/>
              </a:ext>
            </a:extLst>
          </p:cNvPr>
          <p:cNvCxnSpPr>
            <a:cxnSpLocks/>
          </p:cNvCxnSpPr>
          <p:nvPr/>
        </p:nvCxnSpPr>
        <p:spPr>
          <a:xfrm>
            <a:off x="10487025" y="3149857"/>
            <a:ext cx="0" cy="1323975"/>
          </a:xfrm>
          <a:prstGeom prst="line">
            <a:avLst/>
          </a:prstGeom>
          <a:ln>
            <a:solidFill>
              <a:srgbClr val="C3BC9C"/>
            </a:solidFill>
          </a:ln>
        </p:spPr>
        <p:style>
          <a:lnRef idx="1">
            <a:schemeClr val="accent1"/>
          </a:lnRef>
          <a:fillRef idx="0">
            <a:schemeClr val="accent1"/>
          </a:fillRef>
          <a:effectRef idx="0">
            <a:schemeClr val="accent1"/>
          </a:effectRef>
          <a:fontRef idx="minor">
            <a:schemeClr val="tx1"/>
          </a:fontRef>
        </p:style>
      </p:cxnSp>
      <p:sp>
        <p:nvSpPr>
          <p:cNvPr id="6" name="Text 4">
            <a:extLst>
              <a:ext uri="{FF2B5EF4-FFF2-40B4-BE49-F238E27FC236}">
                <a16:creationId xmlns:a16="http://schemas.microsoft.com/office/drawing/2014/main" id="{DD32D995-2EA0-408D-A607-3CA900F6E73B}"/>
              </a:ext>
            </a:extLst>
          </p:cNvPr>
          <p:cNvSpPr/>
          <p:nvPr/>
        </p:nvSpPr>
        <p:spPr>
          <a:xfrm>
            <a:off x="374073" y="4685976"/>
            <a:ext cx="10112952" cy="792480"/>
          </a:xfrm>
          <a:prstGeom prst="rect">
            <a:avLst/>
          </a:prstGeom>
          <a:noFill/>
          <a:ln/>
        </p:spPr>
        <p:txBody>
          <a:bodyPr wrap="square" rtlCol="0" anchor="ctr"/>
          <a:lstStyle/>
          <a:p>
            <a:pPr algn="r" rtl="1"/>
            <a:r>
              <a:rPr lang="ar-EG" sz="2000" b="1" dirty="0">
                <a:solidFill>
                  <a:srgbClr val="D4E6DA"/>
                </a:solidFill>
                <a:latin typeface="Calibri" pitchFamily="34" charset="0"/>
                <a:cs typeface="Calibri" pitchFamily="34" charset="-120"/>
              </a:rPr>
              <a:t>إطار أيزو  31000  |  إدارة المخاطر والضوابط  |  تحليل المخاطر</a:t>
            </a:r>
          </a:p>
        </p:txBody>
      </p:sp>
    </p:spTree>
    <p:extLst>
      <p:ext uri="{BB962C8B-B14F-4D97-AF65-F5344CB8AC3E}">
        <p14:creationId xmlns:p14="http://schemas.microsoft.com/office/powerpoint/2010/main" val="12646729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15AAEE-FCC3-108B-5F3C-F5B9F7BDCA4A}"/>
            </a:ext>
          </a:extLst>
        </p:cNvPr>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B0D55CF0-F2CB-417B-0199-579D55599D2B}"/>
              </a:ext>
            </a:extLst>
          </p:cNvPr>
          <p:cNvGraphicFramePr>
            <a:graphicFrameLocks noChangeAspect="1"/>
          </p:cNvGraphicFramePr>
          <p:nvPr>
            <p:custDataLst>
              <p:tags r:id="rId1"/>
            </p:custDataLst>
          </p:nvPr>
        </p:nvGraphicFramePr>
        <p:xfrm>
          <a:off x="11163" y="1489"/>
          <a:ext cx="1489" cy="1489"/>
        </p:xfrm>
        <a:graphic>
          <a:graphicData uri="http://schemas.openxmlformats.org/presentationml/2006/ole">
            <mc:AlternateContent xmlns:mc="http://schemas.openxmlformats.org/markup-compatibility/2006">
              <mc:Choice xmlns:v="urn:schemas-microsoft-com:vml" Requires="v">
                <p:oleObj name="think-cell Slide" r:id="rId4" imgW="395" imgH="396" progId="TCLayout.ActiveDocument.1">
                  <p:embed/>
                </p:oleObj>
              </mc:Choice>
              <mc:Fallback>
                <p:oleObj name="think-cell Slide" r:id="rId4" imgW="395" imgH="396" progId="TCLayout.ActiveDocument.1">
                  <p:embed/>
                  <p:pic>
                    <p:nvPicPr>
                      <p:cNvPr id="4" name="Object 3" hidden="1">
                        <a:extLst>
                          <a:ext uri="{FF2B5EF4-FFF2-40B4-BE49-F238E27FC236}">
                            <a16:creationId xmlns:a16="http://schemas.microsoft.com/office/drawing/2014/main" id="{867AF10E-5615-4643-278F-9F3FBF27E016}"/>
                          </a:ext>
                        </a:extLst>
                      </p:cNvPr>
                      <p:cNvPicPr/>
                      <p:nvPr/>
                    </p:nvPicPr>
                    <p:blipFill>
                      <a:blip r:embed="rId5"/>
                      <a:stretch>
                        <a:fillRect/>
                      </a:stretch>
                    </p:blipFill>
                    <p:spPr>
                      <a:xfrm>
                        <a:off x="11163" y="1489"/>
                        <a:ext cx="1489" cy="1489"/>
                      </a:xfrm>
                      <a:prstGeom prst="rect">
                        <a:avLst/>
                      </a:prstGeom>
                    </p:spPr>
                  </p:pic>
                </p:oleObj>
              </mc:Fallback>
            </mc:AlternateContent>
          </a:graphicData>
        </a:graphic>
      </p:graphicFrame>
      <p:sp>
        <p:nvSpPr>
          <p:cNvPr id="2" name="Text Placeholder 1">
            <a:extLst>
              <a:ext uri="{FF2B5EF4-FFF2-40B4-BE49-F238E27FC236}">
                <a16:creationId xmlns:a16="http://schemas.microsoft.com/office/drawing/2014/main" id="{1546CCC0-3931-5F29-92EA-8729F04D2849}"/>
              </a:ext>
            </a:extLst>
          </p:cNvPr>
          <p:cNvSpPr txBox="1">
            <a:spLocks/>
          </p:cNvSpPr>
          <p:nvPr/>
        </p:nvSpPr>
        <p:spPr>
          <a:xfrm>
            <a:off x="5495081" y="159153"/>
            <a:ext cx="6389688" cy="523220"/>
          </a:xfrm>
          <a:prstGeom prst="rect">
            <a:avLst/>
          </a:prstGeom>
        </p:spPr>
        <p:txBody>
          <a:bodyPr vert="horz" lIns="91440" tIns="45720" rIns="91440" bIns="45720" rtlCol="0">
            <a:spAutoFit/>
          </a:bodyPr>
          <a:lstStyle>
            <a:lvl1pPr marL="0" indent="0" algn="r" defTabSz="685800" rtl="1" eaLnBrk="1" latinLnBrk="0" hangingPunct="1">
              <a:lnSpc>
                <a:spcPct val="100000"/>
              </a:lnSpc>
              <a:spcBef>
                <a:spcPts val="750"/>
              </a:spcBef>
              <a:buFont typeface="Arial" panose="020B0604020202020204" pitchFamily="34" charset="0"/>
              <a:buNone/>
              <a:defRPr sz="2000" b="1" kern="1200">
                <a:solidFill>
                  <a:schemeClr val="accent3"/>
                </a:solidFill>
                <a:latin typeface="+mn-lt"/>
                <a:ea typeface="+mn-ea"/>
                <a:cs typeface="+mj-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R="0" fontAlgn="auto">
              <a:spcAft>
                <a:spcPts val="0"/>
              </a:spcAft>
              <a:buClrTx/>
              <a:buSzTx/>
              <a:tabLst/>
              <a:defRPr/>
            </a:pPr>
            <a:r>
              <a:rPr lang="ar-EG" sz="2800" noProof="0" dirty="0">
                <a:solidFill>
                  <a:srgbClr val="008658"/>
                </a:solidFill>
                <a:latin typeface="Calibri" pitchFamily="34" charset="0"/>
                <a:cs typeface="Calibri" pitchFamily="34" charset="-120"/>
              </a:rPr>
              <a:t>الفصل الثالث: إدارة المخاطر المؤسسية</a:t>
            </a:r>
          </a:p>
        </p:txBody>
      </p:sp>
      <p:grpSp>
        <p:nvGrpSpPr>
          <p:cNvPr id="21" name="Group 20">
            <a:extLst>
              <a:ext uri="{FF2B5EF4-FFF2-40B4-BE49-F238E27FC236}">
                <a16:creationId xmlns:a16="http://schemas.microsoft.com/office/drawing/2014/main" id="{327000DD-13C5-79CC-EB9A-AF44738BFDB9}"/>
              </a:ext>
            </a:extLst>
          </p:cNvPr>
          <p:cNvGrpSpPr/>
          <p:nvPr/>
        </p:nvGrpSpPr>
        <p:grpSpPr>
          <a:xfrm>
            <a:off x="576162" y="1438656"/>
            <a:ext cx="11106912" cy="4084321"/>
            <a:chOff x="719328" y="1438656"/>
            <a:chExt cx="11106912" cy="4084321"/>
          </a:xfrm>
        </p:grpSpPr>
        <p:sp>
          <p:nvSpPr>
            <p:cNvPr id="7" name="Shape 5"/>
            <p:cNvSpPr/>
            <p:nvPr/>
          </p:nvSpPr>
          <p:spPr>
            <a:xfrm>
              <a:off x="8229600" y="1438657"/>
              <a:ext cx="3596640" cy="4084320"/>
            </a:xfrm>
            <a:prstGeom prst="rect">
              <a:avLst/>
            </a:prstGeom>
            <a:solidFill>
              <a:srgbClr val="EEF2EF"/>
            </a:solidFill>
            <a:ln/>
            <a:effectLst>
              <a:outerShdw blurRad="50800" dist="25400" dir="8100000" algn="bl" rotWithShape="0">
                <a:srgbClr val="000000">
                  <a:alpha val="9000"/>
                </a:srgbClr>
              </a:outerShdw>
            </a:effectLst>
          </p:spPr>
          <p:txBody>
            <a:bodyPr/>
            <a:lstStyle/>
            <a:p>
              <a:endParaRPr lang="ar-EG" sz="2800" dirty="0">
                <a:latin typeface="Sakkal Majalla" panose="02000000000000000000" pitchFamily="2" charset="-78"/>
                <a:cs typeface="Sakkal Majalla" panose="02000000000000000000" pitchFamily="2" charset="-78"/>
              </a:endParaRPr>
            </a:p>
          </p:txBody>
        </p:sp>
        <p:sp>
          <p:nvSpPr>
            <p:cNvPr id="8" name="Shape 6"/>
            <p:cNvSpPr/>
            <p:nvPr/>
          </p:nvSpPr>
          <p:spPr>
            <a:xfrm>
              <a:off x="8229600" y="1438656"/>
              <a:ext cx="3596640" cy="633984"/>
            </a:xfrm>
            <a:prstGeom prst="rect">
              <a:avLst/>
            </a:prstGeom>
            <a:solidFill>
              <a:srgbClr val="2E7D52"/>
            </a:solidFill>
            <a:ln/>
          </p:spPr>
          <p:txBody>
            <a:bodyPr/>
            <a:lstStyle/>
            <a:p>
              <a:endParaRPr lang="ar-EG" sz="2800" dirty="0">
                <a:latin typeface="Sakkal Majalla" panose="02000000000000000000" pitchFamily="2" charset="-78"/>
                <a:cs typeface="Sakkal Majalla" panose="02000000000000000000" pitchFamily="2" charset="-78"/>
              </a:endParaRPr>
            </a:p>
          </p:txBody>
        </p:sp>
        <p:sp>
          <p:nvSpPr>
            <p:cNvPr id="9" name="Text 7"/>
            <p:cNvSpPr/>
            <p:nvPr/>
          </p:nvSpPr>
          <p:spPr>
            <a:xfrm>
              <a:off x="8327136" y="1511808"/>
              <a:ext cx="3401568" cy="512064"/>
            </a:xfrm>
            <a:prstGeom prst="rect">
              <a:avLst/>
            </a:prstGeom>
            <a:noFill/>
            <a:ln/>
          </p:spPr>
          <p:txBody>
            <a:bodyPr wrap="square" rtlCol="0" anchor="ctr"/>
            <a:lstStyle/>
            <a:p>
              <a:pPr algn="r" rtl="1"/>
              <a:r>
                <a:rPr lang="ar-EG" b="1" dirty="0">
                  <a:solidFill>
                    <a:srgbClr val="FFFFFF"/>
                  </a:solidFill>
                  <a:latin typeface="Sakkal Majalla" panose="02000000000000000000" pitchFamily="2" charset="-78"/>
                  <a:ea typeface="Arial" pitchFamily="34" charset="-122"/>
                  <a:cs typeface="Sakkal Majalla" panose="02000000000000000000" pitchFamily="2" charset="-78"/>
                </a:rPr>
                <a:t>إطار إدارة المخاطر المؤسسية (أيزو 31000)</a:t>
              </a:r>
              <a:endParaRPr lang="ar-EG" dirty="0">
                <a:latin typeface="Sakkal Majalla" panose="02000000000000000000" pitchFamily="2" charset="-78"/>
                <a:cs typeface="Sakkal Majalla" panose="02000000000000000000" pitchFamily="2" charset="-78"/>
              </a:endParaRPr>
            </a:p>
          </p:txBody>
        </p:sp>
        <p:sp>
          <p:nvSpPr>
            <p:cNvPr id="10" name="Text 8"/>
            <p:cNvSpPr/>
            <p:nvPr/>
          </p:nvSpPr>
          <p:spPr>
            <a:xfrm>
              <a:off x="8351520" y="2145792"/>
              <a:ext cx="3377184" cy="3003481"/>
            </a:xfrm>
            <a:prstGeom prst="rect">
              <a:avLst/>
            </a:prstGeom>
            <a:noFill/>
            <a:ln/>
          </p:spPr>
          <p:txBody>
            <a:bodyPr wrap="square" rtlCol="0" anchor="t"/>
            <a:lstStyle/>
            <a:p>
              <a:pPr marL="457189" indent="-457189" algn="r" rtl="1">
                <a:spcAft>
                  <a:spcPts val="667"/>
                </a:spcAft>
                <a:buSzPct val="100000"/>
                <a:buChar char="•"/>
              </a:pPr>
              <a:r>
                <a:rPr lang="ar-EG" dirty="0">
                  <a:solidFill>
                    <a:srgbClr val="1C2B22"/>
                  </a:solidFill>
                  <a:latin typeface="Sakkal Majalla" panose="02000000000000000000" pitchFamily="2" charset="-78"/>
                  <a:ea typeface="Arial" pitchFamily="34" charset="-122"/>
                  <a:cs typeface="Sakkal Majalla" panose="02000000000000000000" pitchFamily="2" charset="-78"/>
                </a:rPr>
                <a:t>مبادئ أيزو 31000</a:t>
              </a:r>
              <a:endParaRPr lang="ar-EG" dirty="0">
                <a:latin typeface="Sakkal Majalla" panose="02000000000000000000" pitchFamily="2" charset="-78"/>
                <a:cs typeface="Sakkal Majalla" panose="02000000000000000000" pitchFamily="2" charset="-78"/>
              </a:endParaRPr>
            </a:p>
            <a:p>
              <a:pPr marL="457189" indent="-457189" algn="r" rtl="1">
                <a:spcAft>
                  <a:spcPts val="667"/>
                </a:spcAft>
                <a:buSzPct val="100000"/>
                <a:buChar char="•"/>
              </a:pPr>
              <a:r>
                <a:rPr lang="ar-EG" dirty="0">
                  <a:solidFill>
                    <a:srgbClr val="1C2B22"/>
                  </a:solidFill>
                  <a:latin typeface="Sakkal Majalla" panose="02000000000000000000" pitchFamily="2" charset="-78"/>
                  <a:ea typeface="Arial" pitchFamily="34" charset="-122"/>
                  <a:cs typeface="Sakkal Majalla" panose="02000000000000000000" pitchFamily="2" charset="-78"/>
                </a:rPr>
                <a:t>الحوكمة القائمة على المخاطر</a:t>
              </a:r>
              <a:endParaRPr lang="ar-EG" dirty="0">
                <a:latin typeface="Sakkal Majalla" panose="02000000000000000000" pitchFamily="2" charset="-78"/>
                <a:cs typeface="Sakkal Majalla" panose="02000000000000000000" pitchFamily="2" charset="-78"/>
              </a:endParaRPr>
            </a:p>
            <a:p>
              <a:pPr marL="457189" indent="-457189" algn="r" rtl="1">
                <a:spcAft>
                  <a:spcPts val="667"/>
                </a:spcAft>
                <a:buSzPct val="100000"/>
                <a:buChar char="•"/>
              </a:pPr>
              <a:r>
                <a:rPr lang="ar-EG" dirty="0">
                  <a:solidFill>
                    <a:srgbClr val="1C2B22"/>
                  </a:solidFill>
                  <a:latin typeface="Sakkal Majalla" panose="02000000000000000000" pitchFamily="2" charset="-78"/>
                  <a:ea typeface="Arial" pitchFamily="34" charset="-122"/>
                  <a:cs typeface="Sakkal Majalla" panose="02000000000000000000" pitchFamily="2" charset="-78"/>
                </a:rPr>
                <a:t>ربط المخاطر بالقرار</a:t>
              </a:r>
              <a:endParaRPr lang="ar-EG" dirty="0">
                <a:latin typeface="Sakkal Majalla" panose="02000000000000000000" pitchFamily="2" charset="-78"/>
                <a:cs typeface="Sakkal Majalla" panose="02000000000000000000" pitchFamily="2" charset="-78"/>
              </a:endParaRPr>
            </a:p>
          </p:txBody>
        </p:sp>
        <p:sp>
          <p:nvSpPr>
            <p:cNvPr id="11" name="Shape 9"/>
            <p:cNvSpPr/>
            <p:nvPr/>
          </p:nvSpPr>
          <p:spPr>
            <a:xfrm>
              <a:off x="4474464" y="1438657"/>
              <a:ext cx="3596640" cy="4084320"/>
            </a:xfrm>
            <a:prstGeom prst="rect">
              <a:avLst/>
            </a:prstGeom>
            <a:solidFill>
              <a:srgbClr val="EEF2EF"/>
            </a:solidFill>
            <a:ln/>
            <a:effectLst>
              <a:outerShdw blurRad="50800" dist="25400" dir="8100000" algn="bl" rotWithShape="0">
                <a:srgbClr val="000000">
                  <a:alpha val="9000"/>
                </a:srgbClr>
              </a:outerShdw>
            </a:effectLst>
          </p:spPr>
          <p:txBody>
            <a:bodyPr/>
            <a:lstStyle/>
            <a:p>
              <a:endParaRPr lang="ar-EG" sz="2800" dirty="0">
                <a:latin typeface="Sakkal Majalla" panose="02000000000000000000" pitchFamily="2" charset="-78"/>
                <a:cs typeface="Sakkal Majalla" panose="02000000000000000000" pitchFamily="2" charset="-78"/>
              </a:endParaRPr>
            </a:p>
          </p:txBody>
        </p:sp>
        <p:sp>
          <p:nvSpPr>
            <p:cNvPr id="12" name="Shape 10"/>
            <p:cNvSpPr/>
            <p:nvPr/>
          </p:nvSpPr>
          <p:spPr>
            <a:xfrm>
              <a:off x="4474464" y="1438656"/>
              <a:ext cx="3596640" cy="633984"/>
            </a:xfrm>
            <a:prstGeom prst="rect">
              <a:avLst/>
            </a:prstGeom>
            <a:solidFill>
              <a:srgbClr val="2E7D52"/>
            </a:solidFill>
            <a:ln/>
          </p:spPr>
          <p:txBody>
            <a:bodyPr/>
            <a:lstStyle/>
            <a:p>
              <a:endParaRPr lang="ar-EG" sz="2800" dirty="0">
                <a:latin typeface="Sakkal Majalla" panose="02000000000000000000" pitchFamily="2" charset="-78"/>
                <a:cs typeface="Sakkal Majalla" panose="02000000000000000000" pitchFamily="2" charset="-78"/>
              </a:endParaRPr>
            </a:p>
          </p:txBody>
        </p:sp>
        <p:sp>
          <p:nvSpPr>
            <p:cNvPr id="13" name="Text 11"/>
            <p:cNvSpPr/>
            <p:nvPr/>
          </p:nvSpPr>
          <p:spPr>
            <a:xfrm>
              <a:off x="4572000" y="1511808"/>
              <a:ext cx="3401568" cy="512064"/>
            </a:xfrm>
            <a:prstGeom prst="rect">
              <a:avLst/>
            </a:prstGeom>
            <a:noFill/>
            <a:ln/>
          </p:spPr>
          <p:txBody>
            <a:bodyPr wrap="square" rtlCol="0" anchor="ctr"/>
            <a:lstStyle/>
            <a:p>
              <a:pPr algn="r" rtl="1"/>
              <a:r>
                <a:rPr lang="ar-EG" b="1" dirty="0">
                  <a:solidFill>
                    <a:srgbClr val="FFFFFF"/>
                  </a:solidFill>
                  <a:latin typeface="Sakkal Majalla" panose="02000000000000000000" pitchFamily="2" charset="-78"/>
                  <a:ea typeface="Arial" pitchFamily="34" charset="-122"/>
                  <a:cs typeface="Sakkal Majalla" panose="02000000000000000000" pitchFamily="2" charset="-78"/>
                </a:rPr>
                <a:t>إدارة المخاطر والضوابط</a:t>
              </a:r>
              <a:endParaRPr lang="ar-EG" dirty="0">
                <a:latin typeface="Sakkal Majalla" panose="02000000000000000000" pitchFamily="2" charset="-78"/>
                <a:cs typeface="Sakkal Majalla" panose="02000000000000000000" pitchFamily="2" charset="-78"/>
              </a:endParaRPr>
            </a:p>
          </p:txBody>
        </p:sp>
        <p:sp>
          <p:nvSpPr>
            <p:cNvPr id="14" name="Text 12"/>
            <p:cNvSpPr/>
            <p:nvPr/>
          </p:nvSpPr>
          <p:spPr>
            <a:xfrm>
              <a:off x="4596384" y="2145792"/>
              <a:ext cx="3377184" cy="3003481"/>
            </a:xfrm>
            <a:prstGeom prst="rect">
              <a:avLst/>
            </a:prstGeom>
            <a:noFill/>
            <a:ln/>
          </p:spPr>
          <p:txBody>
            <a:bodyPr wrap="square" rtlCol="0" anchor="t"/>
            <a:lstStyle/>
            <a:p>
              <a:pPr marL="457189" indent="-457189" algn="r" rtl="1">
                <a:spcAft>
                  <a:spcPts val="667"/>
                </a:spcAft>
                <a:buSzPct val="100000"/>
                <a:buChar char="•"/>
              </a:pPr>
              <a:r>
                <a:rPr lang="ar-EG" dirty="0">
                  <a:solidFill>
                    <a:srgbClr val="1C2B22"/>
                  </a:solidFill>
                  <a:latin typeface="Sakkal Majalla" panose="02000000000000000000" pitchFamily="2" charset="-78"/>
                  <a:ea typeface="Arial" pitchFamily="34" charset="-122"/>
                  <a:cs typeface="Sakkal Majalla" panose="02000000000000000000" pitchFamily="2" charset="-78"/>
                </a:rPr>
                <a:t>تحديد المخاطر</a:t>
              </a:r>
              <a:endParaRPr lang="ar-EG" dirty="0">
                <a:latin typeface="Sakkal Majalla" panose="02000000000000000000" pitchFamily="2" charset="-78"/>
                <a:cs typeface="Sakkal Majalla" panose="02000000000000000000" pitchFamily="2" charset="-78"/>
              </a:endParaRPr>
            </a:p>
            <a:p>
              <a:pPr marL="457189" indent="-457189" algn="r" rtl="1">
                <a:spcAft>
                  <a:spcPts val="667"/>
                </a:spcAft>
                <a:buSzPct val="100000"/>
                <a:buChar char="•"/>
              </a:pPr>
              <a:r>
                <a:rPr lang="ar-EG" dirty="0">
                  <a:solidFill>
                    <a:srgbClr val="1C2B22"/>
                  </a:solidFill>
                  <a:latin typeface="Sakkal Majalla" panose="02000000000000000000" pitchFamily="2" charset="-78"/>
                  <a:ea typeface="Arial" pitchFamily="34" charset="-122"/>
                  <a:cs typeface="Sakkal Majalla" panose="02000000000000000000" pitchFamily="2" charset="-78"/>
                </a:rPr>
                <a:t>تصميم الضوابط</a:t>
              </a:r>
              <a:endParaRPr lang="ar-EG" dirty="0">
                <a:latin typeface="Sakkal Majalla" panose="02000000000000000000" pitchFamily="2" charset="-78"/>
                <a:cs typeface="Sakkal Majalla" panose="02000000000000000000" pitchFamily="2" charset="-78"/>
              </a:endParaRPr>
            </a:p>
            <a:p>
              <a:pPr marL="457189" indent="-457189" algn="r" rtl="1">
                <a:spcAft>
                  <a:spcPts val="667"/>
                </a:spcAft>
                <a:buSzPct val="100000"/>
                <a:buChar char="•"/>
              </a:pPr>
              <a:r>
                <a:rPr lang="ar-EG" dirty="0">
                  <a:solidFill>
                    <a:srgbClr val="1C2B22"/>
                  </a:solidFill>
                  <a:latin typeface="Sakkal Majalla" panose="02000000000000000000" pitchFamily="2" charset="-78"/>
                  <a:ea typeface="Arial" pitchFamily="34" charset="-122"/>
                  <a:cs typeface="Sakkal Majalla" panose="02000000000000000000" pitchFamily="2" charset="-78"/>
                </a:rPr>
                <a:t>فعالية الضوابط</a:t>
              </a:r>
              <a:endParaRPr lang="ar-EG" dirty="0">
                <a:latin typeface="Sakkal Majalla" panose="02000000000000000000" pitchFamily="2" charset="-78"/>
                <a:cs typeface="Sakkal Majalla" panose="02000000000000000000" pitchFamily="2" charset="-78"/>
              </a:endParaRPr>
            </a:p>
          </p:txBody>
        </p:sp>
        <p:sp>
          <p:nvSpPr>
            <p:cNvPr id="15" name="Shape 13"/>
            <p:cNvSpPr/>
            <p:nvPr/>
          </p:nvSpPr>
          <p:spPr>
            <a:xfrm>
              <a:off x="719328" y="1438657"/>
              <a:ext cx="3596640" cy="4084320"/>
            </a:xfrm>
            <a:prstGeom prst="rect">
              <a:avLst/>
            </a:prstGeom>
            <a:solidFill>
              <a:srgbClr val="EEF2EF"/>
            </a:solidFill>
            <a:ln/>
            <a:effectLst>
              <a:outerShdw blurRad="50800" dist="25400" dir="8100000" algn="bl" rotWithShape="0">
                <a:srgbClr val="000000">
                  <a:alpha val="9000"/>
                </a:srgbClr>
              </a:outerShdw>
            </a:effectLst>
          </p:spPr>
          <p:txBody>
            <a:bodyPr/>
            <a:lstStyle/>
            <a:p>
              <a:endParaRPr lang="ar-EG" sz="2800" dirty="0">
                <a:latin typeface="Sakkal Majalla" panose="02000000000000000000" pitchFamily="2" charset="-78"/>
                <a:cs typeface="Sakkal Majalla" panose="02000000000000000000" pitchFamily="2" charset="-78"/>
              </a:endParaRPr>
            </a:p>
          </p:txBody>
        </p:sp>
        <p:sp>
          <p:nvSpPr>
            <p:cNvPr id="16" name="Shape 14"/>
            <p:cNvSpPr/>
            <p:nvPr/>
          </p:nvSpPr>
          <p:spPr>
            <a:xfrm>
              <a:off x="719328" y="1438656"/>
              <a:ext cx="3596640" cy="633984"/>
            </a:xfrm>
            <a:prstGeom prst="rect">
              <a:avLst/>
            </a:prstGeom>
            <a:solidFill>
              <a:srgbClr val="2E7D52"/>
            </a:solidFill>
            <a:ln/>
          </p:spPr>
          <p:txBody>
            <a:bodyPr/>
            <a:lstStyle/>
            <a:p>
              <a:endParaRPr lang="ar-EG" sz="2800" dirty="0">
                <a:latin typeface="Sakkal Majalla" panose="02000000000000000000" pitchFamily="2" charset="-78"/>
                <a:cs typeface="Sakkal Majalla" panose="02000000000000000000" pitchFamily="2" charset="-78"/>
              </a:endParaRPr>
            </a:p>
          </p:txBody>
        </p:sp>
        <p:sp>
          <p:nvSpPr>
            <p:cNvPr id="17" name="Text 15"/>
            <p:cNvSpPr/>
            <p:nvPr/>
          </p:nvSpPr>
          <p:spPr>
            <a:xfrm>
              <a:off x="816864" y="1511808"/>
              <a:ext cx="3401568" cy="512064"/>
            </a:xfrm>
            <a:prstGeom prst="rect">
              <a:avLst/>
            </a:prstGeom>
            <a:noFill/>
            <a:ln/>
          </p:spPr>
          <p:txBody>
            <a:bodyPr wrap="square" rtlCol="0" anchor="ctr"/>
            <a:lstStyle/>
            <a:p>
              <a:pPr algn="r" rtl="1"/>
              <a:r>
                <a:rPr lang="ar-EG" b="1" dirty="0">
                  <a:solidFill>
                    <a:srgbClr val="FFFFFF"/>
                  </a:solidFill>
                  <a:latin typeface="Sakkal Majalla" panose="02000000000000000000" pitchFamily="2" charset="-78"/>
                  <a:ea typeface="Arial" pitchFamily="34" charset="-122"/>
                  <a:cs typeface="Sakkal Majalla" panose="02000000000000000000" pitchFamily="2" charset="-78"/>
                </a:rPr>
                <a:t>تحليل وإدارة المخاطر المؤسسية</a:t>
              </a:r>
              <a:endParaRPr lang="ar-EG" dirty="0">
                <a:latin typeface="Sakkal Majalla" panose="02000000000000000000" pitchFamily="2" charset="-78"/>
                <a:cs typeface="Sakkal Majalla" panose="02000000000000000000" pitchFamily="2" charset="-78"/>
              </a:endParaRPr>
            </a:p>
          </p:txBody>
        </p:sp>
        <p:sp>
          <p:nvSpPr>
            <p:cNvPr id="18" name="Text 16"/>
            <p:cNvSpPr/>
            <p:nvPr/>
          </p:nvSpPr>
          <p:spPr>
            <a:xfrm>
              <a:off x="841248" y="2145792"/>
              <a:ext cx="3377184" cy="3003481"/>
            </a:xfrm>
            <a:prstGeom prst="rect">
              <a:avLst/>
            </a:prstGeom>
            <a:noFill/>
            <a:ln/>
          </p:spPr>
          <p:txBody>
            <a:bodyPr wrap="square" rtlCol="0" anchor="t"/>
            <a:lstStyle/>
            <a:p>
              <a:pPr marL="457189" indent="-457189" algn="r" rtl="1">
                <a:spcAft>
                  <a:spcPts val="667"/>
                </a:spcAft>
                <a:buSzPct val="100000"/>
                <a:buChar char="•"/>
              </a:pPr>
              <a:r>
                <a:rPr lang="ar-EG" dirty="0">
                  <a:solidFill>
                    <a:srgbClr val="1C2B22"/>
                  </a:solidFill>
                  <a:latin typeface="Sakkal Majalla" panose="02000000000000000000" pitchFamily="2" charset="-78"/>
                  <a:ea typeface="Arial" pitchFamily="34" charset="-122"/>
                  <a:cs typeface="Sakkal Majalla" panose="02000000000000000000" pitchFamily="2" charset="-78"/>
                </a:rPr>
                <a:t>سجل المخاطر</a:t>
              </a:r>
              <a:endParaRPr lang="ar-EG" dirty="0">
                <a:latin typeface="Sakkal Majalla" panose="02000000000000000000" pitchFamily="2" charset="-78"/>
                <a:cs typeface="Sakkal Majalla" panose="02000000000000000000" pitchFamily="2" charset="-78"/>
              </a:endParaRPr>
            </a:p>
            <a:p>
              <a:pPr marL="457189" indent="-457189" algn="r" rtl="1">
                <a:spcAft>
                  <a:spcPts val="667"/>
                </a:spcAft>
                <a:buSzPct val="100000"/>
                <a:buChar char="•"/>
              </a:pPr>
              <a:r>
                <a:rPr lang="ar-EG" dirty="0">
                  <a:solidFill>
                    <a:srgbClr val="1C2B22"/>
                  </a:solidFill>
                  <a:latin typeface="Sakkal Majalla" panose="02000000000000000000" pitchFamily="2" charset="-78"/>
                  <a:ea typeface="Arial" pitchFamily="34" charset="-122"/>
                  <a:cs typeface="Sakkal Majalla" panose="02000000000000000000" pitchFamily="2" charset="-78"/>
                </a:rPr>
                <a:t>تقييم الأثر والاحتمالية</a:t>
              </a:r>
              <a:endParaRPr lang="ar-EG" dirty="0">
                <a:latin typeface="Sakkal Majalla" panose="02000000000000000000" pitchFamily="2" charset="-78"/>
                <a:cs typeface="Sakkal Majalla" panose="02000000000000000000" pitchFamily="2" charset="-78"/>
              </a:endParaRPr>
            </a:p>
            <a:p>
              <a:pPr marL="457189" indent="-457189" algn="r" rtl="1">
                <a:spcAft>
                  <a:spcPts val="667"/>
                </a:spcAft>
                <a:buSzPct val="100000"/>
                <a:buChar char="•"/>
              </a:pPr>
              <a:r>
                <a:rPr lang="ar-EG" dirty="0">
                  <a:solidFill>
                    <a:srgbClr val="1C2B22"/>
                  </a:solidFill>
                  <a:latin typeface="Sakkal Majalla" panose="02000000000000000000" pitchFamily="2" charset="-78"/>
                  <a:ea typeface="Arial" pitchFamily="34" charset="-122"/>
                  <a:cs typeface="Sakkal Majalla" panose="02000000000000000000" pitchFamily="2" charset="-78"/>
                </a:rPr>
                <a:t>مؤشرات المخاطر (KRIs)</a:t>
              </a:r>
              <a:endParaRPr lang="ar-EG" dirty="0">
                <a:latin typeface="Sakkal Majalla" panose="02000000000000000000" pitchFamily="2" charset="-78"/>
                <a:cs typeface="Sakkal Majalla" panose="02000000000000000000" pitchFamily="2" charset="-78"/>
              </a:endParaRPr>
            </a:p>
            <a:p>
              <a:pPr marL="457189" indent="-457189" algn="r" rtl="1">
                <a:spcAft>
                  <a:spcPts val="667"/>
                </a:spcAft>
                <a:buSzPct val="100000"/>
                <a:buChar char="•"/>
              </a:pPr>
              <a:r>
                <a:rPr lang="ar-EG" dirty="0">
                  <a:solidFill>
                    <a:srgbClr val="1C2B22"/>
                  </a:solidFill>
                  <a:latin typeface="Sakkal Majalla" panose="02000000000000000000" pitchFamily="2" charset="-78"/>
                  <a:ea typeface="Arial" pitchFamily="34" charset="-122"/>
                  <a:cs typeface="Sakkal Majalla" panose="02000000000000000000" pitchFamily="2" charset="-78"/>
                </a:rPr>
                <a:t>إعداد التقارير التحليلية للمخاطر والامتثال (6/المخاطر)</a:t>
              </a:r>
              <a:endParaRPr lang="ar-EG" dirty="0">
                <a:latin typeface="Sakkal Majalla" panose="02000000000000000000" pitchFamily="2" charset="-78"/>
                <a:cs typeface="Sakkal Majalla" panose="02000000000000000000" pitchFamily="2" charset="-78"/>
              </a:endParaRPr>
            </a:p>
          </p:txBody>
        </p:sp>
      </p:grpSp>
    </p:spTree>
    <p:extLst>
      <p:ext uri="{BB962C8B-B14F-4D97-AF65-F5344CB8AC3E}">
        <p14:creationId xmlns:p14="http://schemas.microsoft.com/office/powerpoint/2010/main" val="50602006"/>
      </p:ext>
    </p:extLst>
  </p:cSld>
  <p:clrMapOvr>
    <a:masterClrMapping/>
  </p:clrMapOvr>
  <p:transition spd="me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AB78C8-C333-C946-104E-D8AF91808531}"/>
            </a:ext>
          </a:extLst>
        </p:cNvPr>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4D386A5F-0E4C-5D45-4E2F-3B199CAE0404}"/>
              </a:ext>
            </a:extLst>
          </p:cNvPr>
          <p:cNvGraphicFramePr>
            <a:graphicFrameLocks noChangeAspect="1"/>
          </p:cNvGraphicFramePr>
          <p:nvPr>
            <p:custDataLst>
              <p:tags r:id="rId1"/>
            </p:custDataLst>
          </p:nvPr>
        </p:nvGraphicFramePr>
        <p:xfrm>
          <a:off x="11163" y="1489"/>
          <a:ext cx="1489" cy="1489"/>
        </p:xfrm>
        <a:graphic>
          <a:graphicData uri="http://schemas.openxmlformats.org/presentationml/2006/ole">
            <mc:AlternateContent xmlns:mc="http://schemas.openxmlformats.org/markup-compatibility/2006">
              <mc:Choice xmlns:v="urn:schemas-microsoft-com:vml" Requires="v">
                <p:oleObj name="think-cell Slide" r:id="rId4" imgW="395" imgH="396" progId="TCLayout.ActiveDocument.1">
                  <p:embed/>
                </p:oleObj>
              </mc:Choice>
              <mc:Fallback>
                <p:oleObj name="think-cell Slide" r:id="rId4" imgW="395" imgH="396" progId="TCLayout.ActiveDocument.1">
                  <p:embed/>
                  <p:pic>
                    <p:nvPicPr>
                      <p:cNvPr id="4" name="Object 3" hidden="1">
                        <a:extLst>
                          <a:ext uri="{FF2B5EF4-FFF2-40B4-BE49-F238E27FC236}">
                            <a16:creationId xmlns:a16="http://schemas.microsoft.com/office/drawing/2014/main" id="{B0D55CF0-F2CB-417B-0199-579D55599D2B}"/>
                          </a:ext>
                        </a:extLst>
                      </p:cNvPr>
                      <p:cNvPicPr/>
                      <p:nvPr/>
                    </p:nvPicPr>
                    <p:blipFill>
                      <a:blip r:embed="rId5"/>
                      <a:stretch>
                        <a:fillRect/>
                      </a:stretch>
                    </p:blipFill>
                    <p:spPr>
                      <a:xfrm>
                        <a:off x="11163" y="1489"/>
                        <a:ext cx="1489" cy="1489"/>
                      </a:xfrm>
                      <a:prstGeom prst="rect">
                        <a:avLst/>
                      </a:prstGeom>
                    </p:spPr>
                  </p:pic>
                </p:oleObj>
              </mc:Fallback>
            </mc:AlternateContent>
          </a:graphicData>
        </a:graphic>
      </p:graphicFrame>
      <p:sp>
        <p:nvSpPr>
          <p:cNvPr id="2" name="Text Placeholder 1">
            <a:extLst>
              <a:ext uri="{FF2B5EF4-FFF2-40B4-BE49-F238E27FC236}">
                <a16:creationId xmlns:a16="http://schemas.microsoft.com/office/drawing/2014/main" id="{3BAA0F2B-CF04-6F21-B5F7-297DBFB51F81}"/>
              </a:ext>
            </a:extLst>
          </p:cNvPr>
          <p:cNvSpPr txBox="1">
            <a:spLocks/>
          </p:cNvSpPr>
          <p:nvPr/>
        </p:nvSpPr>
        <p:spPr>
          <a:xfrm>
            <a:off x="5495081" y="159153"/>
            <a:ext cx="6389688" cy="523220"/>
          </a:xfrm>
          <a:prstGeom prst="rect">
            <a:avLst/>
          </a:prstGeom>
        </p:spPr>
        <p:txBody>
          <a:bodyPr vert="horz" lIns="91440" tIns="45720" rIns="91440" bIns="45720" rtlCol="0">
            <a:spAutoFit/>
          </a:bodyPr>
          <a:lstStyle>
            <a:lvl1pPr marL="0" indent="0" algn="r" defTabSz="685800" rtl="1" eaLnBrk="1" latinLnBrk="0" hangingPunct="1">
              <a:lnSpc>
                <a:spcPct val="100000"/>
              </a:lnSpc>
              <a:spcBef>
                <a:spcPts val="750"/>
              </a:spcBef>
              <a:buFont typeface="Arial" panose="020B0604020202020204" pitchFamily="34" charset="0"/>
              <a:buNone/>
              <a:defRPr sz="2000" b="1" kern="1200">
                <a:solidFill>
                  <a:schemeClr val="accent3"/>
                </a:solidFill>
                <a:latin typeface="+mn-lt"/>
                <a:ea typeface="+mn-ea"/>
                <a:cs typeface="+mj-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defRPr/>
            </a:pPr>
            <a:r>
              <a:rPr lang="ar-EG" sz="2800" dirty="0">
                <a:solidFill>
                  <a:srgbClr val="008658"/>
                </a:solidFill>
                <a:latin typeface="Calibri" pitchFamily="34" charset="0"/>
                <a:cs typeface="Calibri" pitchFamily="34" charset="-120"/>
              </a:rPr>
              <a:t>تعريف الخطر ومبادئ أيزو 31000</a:t>
            </a:r>
          </a:p>
        </p:txBody>
      </p:sp>
      <p:grpSp>
        <p:nvGrpSpPr>
          <p:cNvPr id="35" name="Group 34">
            <a:extLst>
              <a:ext uri="{FF2B5EF4-FFF2-40B4-BE49-F238E27FC236}">
                <a16:creationId xmlns:a16="http://schemas.microsoft.com/office/drawing/2014/main" id="{D317C1E9-82F7-4590-A03B-76EA4A28D2AD}"/>
              </a:ext>
            </a:extLst>
          </p:cNvPr>
          <p:cNvGrpSpPr/>
          <p:nvPr/>
        </p:nvGrpSpPr>
        <p:grpSpPr>
          <a:xfrm>
            <a:off x="426720" y="1308794"/>
            <a:ext cx="11338560" cy="4693920"/>
            <a:chOff x="426720" y="1341120"/>
            <a:chExt cx="11338560" cy="4693920"/>
          </a:xfrm>
        </p:grpSpPr>
        <p:sp>
          <p:nvSpPr>
            <p:cNvPr id="5" name="Shape 3"/>
            <p:cNvSpPr/>
            <p:nvPr/>
          </p:nvSpPr>
          <p:spPr>
            <a:xfrm>
              <a:off x="6217920" y="1341120"/>
              <a:ext cx="5547360" cy="225552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ar-EG" sz="3200" dirty="0">
                <a:latin typeface="Sakkal Majalla" panose="02000000000000000000" pitchFamily="2" charset="-78"/>
                <a:cs typeface="Sakkal Majalla" panose="02000000000000000000" pitchFamily="2" charset="-78"/>
              </a:endParaRPr>
            </a:p>
          </p:txBody>
        </p:sp>
        <p:sp>
          <p:nvSpPr>
            <p:cNvPr id="6" name="Shape 4"/>
            <p:cNvSpPr/>
            <p:nvPr/>
          </p:nvSpPr>
          <p:spPr>
            <a:xfrm>
              <a:off x="6217920" y="1341120"/>
              <a:ext cx="5547360" cy="73152"/>
            </a:xfrm>
            <a:prstGeom prst="rect">
              <a:avLst/>
            </a:prstGeom>
            <a:solidFill>
              <a:srgbClr val="008658"/>
            </a:solidFill>
            <a:ln/>
          </p:spPr>
          <p:txBody>
            <a:bodyPr/>
            <a:lstStyle/>
            <a:p>
              <a:endParaRPr lang="ar-EG" sz="3200" dirty="0">
                <a:latin typeface="Sakkal Majalla" panose="02000000000000000000" pitchFamily="2" charset="-78"/>
                <a:cs typeface="Sakkal Majalla" panose="02000000000000000000" pitchFamily="2" charset="-78"/>
              </a:endParaRPr>
            </a:p>
          </p:txBody>
        </p:sp>
        <p:sp>
          <p:nvSpPr>
            <p:cNvPr id="3" name="Shape 5"/>
            <p:cNvSpPr/>
            <p:nvPr/>
          </p:nvSpPr>
          <p:spPr>
            <a:xfrm>
              <a:off x="11131296" y="1487424"/>
              <a:ext cx="463296" cy="463296"/>
            </a:xfrm>
            <a:prstGeom prst="ellipse">
              <a:avLst/>
            </a:prstGeom>
            <a:solidFill>
              <a:srgbClr val="008658"/>
            </a:solidFill>
            <a:ln w="12700">
              <a:solidFill>
                <a:srgbClr val="154F31"/>
              </a:solidFill>
              <a:prstDash val="solid"/>
            </a:ln>
          </p:spPr>
          <p:txBody>
            <a:bodyPr/>
            <a:lstStyle/>
            <a:p>
              <a:endParaRPr lang="ar-EG" sz="3200" dirty="0">
                <a:latin typeface="Sakkal Majalla" panose="02000000000000000000" pitchFamily="2" charset="-78"/>
                <a:cs typeface="Sakkal Majalla" panose="02000000000000000000" pitchFamily="2" charset="-78"/>
              </a:endParaRPr>
            </a:p>
          </p:txBody>
        </p:sp>
        <p:sp>
          <p:nvSpPr>
            <p:cNvPr id="19" name="Text 6"/>
            <p:cNvSpPr/>
            <p:nvPr/>
          </p:nvSpPr>
          <p:spPr>
            <a:xfrm>
              <a:off x="11131296" y="1499616"/>
              <a:ext cx="463296" cy="438912"/>
            </a:xfrm>
            <a:prstGeom prst="rect">
              <a:avLst/>
            </a:prstGeom>
            <a:noFill/>
            <a:ln/>
          </p:spPr>
          <p:txBody>
            <a:bodyPr wrap="square" rtlCol="0" anchor="ctr"/>
            <a:lstStyle/>
            <a:p>
              <a:pPr algn="ctr"/>
              <a:r>
                <a:rPr lang="ar-EG" sz="2000" b="1" dirty="0">
                  <a:solidFill>
                    <a:srgbClr val="FFFFFF"/>
                  </a:solidFill>
                  <a:latin typeface="Sakkal Majalla" panose="02000000000000000000" pitchFamily="2" charset="-78"/>
                  <a:ea typeface="Calibri" pitchFamily="34" charset="-122"/>
                  <a:cs typeface="Sakkal Majalla" panose="02000000000000000000" pitchFamily="2" charset="-78"/>
                </a:rPr>
                <a:t>1</a:t>
              </a:r>
              <a:endParaRPr lang="ar-EG" sz="2000" dirty="0">
                <a:latin typeface="Sakkal Majalla" panose="02000000000000000000" pitchFamily="2" charset="-78"/>
                <a:cs typeface="Sakkal Majalla" panose="02000000000000000000" pitchFamily="2" charset="-78"/>
              </a:endParaRPr>
            </a:p>
          </p:txBody>
        </p:sp>
        <p:sp>
          <p:nvSpPr>
            <p:cNvPr id="20" name="Text 7"/>
            <p:cNvSpPr/>
            <p:nvPr/>
          </p:nvSpPr>
          <p:spPr>
            <a:xfrm>
              <a:off x="6339840" y="1463040"/>
              <a:ext cx="4693920" cy="512064"/>
            </a:xfrm>
            <a:prstGeom prst="rect">
              <a:avLst/>
            </a:prstGeom>
            <a:noFill/>
            <a:ln/>
          </p:spPr>
          <p:txBody>
            <a:bodyPr wrap="square" rtlCol="0" anchor="ctr"/>
            <a:lstStyle/>
            <a:p>
              <a:pPr algn="r" rtl="1"/>
              <a:r>
                <a:rPr lang="ar-EG" sz="2000" b="1" dirty="0">
                  <a:solidFill>
                    <a:srgbClr val="008658"/>
                  </a:solidFill>
                  <a:latin typeface="Sakkal Majalla" panose="02000000000000000000" pitchFamily="2" charset="-78"/>
                  <a:ea typeface="Arial" pitchFamily="34" charset="-122"/>
                  <a:cs typeface="Sakkal Majalla" panose="02000000000000000000" pitchFamily="2" charset="-78"/>
                </a:rPr>
                <a:t>تعريف الخطر</a:t>
              </a:r>
              <a:endParaRPr lang="ar-EG" sz="2000" dirty="0">
                <a:solidFill>
                  <a:srgbClr val="008658"/>
                </a:solidFill>
                <a:latin typeface="Sakkal Majalla" panose="02000000000000000000" pitchFamily="2" charset="-78"/>
                <a:cs typeface="Sakkal Majalla" panose="02000000000000000000" pitchFamily="2" charset="-78"/>
              </a:endParaRPr>
            </a:p>
          </p:txBody>
        </p:sp>
        <p:sp>
          <p:nvSpPr>
            <p:cNvPr id="22" name="Shape 8"/>
            <p:cNvSpPr/>
            <p:nvPr/>
          </p:nvSpPr>
          <p:spPr>
            <a:xfrm>
              <a:off x="6339840" y="2011680"/>
              <a:ext cx="5303520" cy="24384"/>
            </a:xfrm>
            <a:prstGeom prst="rect">
              <a:avLst/>
            </a:prstGeom>
            <a:solidFill>
              <a:srgbClr val="E0E8E4"/>
            </a:solidFill>
            <a:ln/>
          </p:spPr>
          <p:txBody>
            <a:bodyPr/>
            <a:lstStyle/>
            <a:p>
              <a:endParaRPr lang="ar-EG" sz="3200" dirty="0">
                <a:latin typeface="Sakkal Majalla" panose="02000000000000000000" pitchFamily="2" charset="-78"/>
                <a:cs typeface="Sakkal Majalla" panose="02000000000000000000" pitchFamily="2" charset="-78"/>
              </a:endParaRPr>
            </a:p>
          </p:txBody>
        </p:sp>
        <p:sp>
          <p:nvSpPr>
            <p:cNvPr id="23" name="Text 9"/>
            <p:cNvSpPr/>
            <p:nvPr/>
          </p:nvSpPr>
          <p:spPr>
            <a:xfrm>
              <a:off x="6339840" y="2097024"/>
              <a:ext cx="5303520" cy="1341120"/>
            </a:xfrm>
            <a:prstGeom prst="rect">
              <a:avLst/>
            </a:prstGeom>
            <a:noFill/>
            <a:ln/>
          </p:spPr>
          <p:txBody>
            <a:bodyPr wrap="square" rtlCol="0" anchor="t"/>
            <a:lstStyle/>
            <a:p>
              <a:pPr algn="r" rtl="1"/>
              <a:r>
                <a:rPr lang="ar-EG" dirty="0">
                  <a:solidFill>
                    <a:srgbClr val="1C2B22"/>
                  </a:solidFill>
                  <a:latin typeface="Sakkal Majalla" panose="02000000000000000000" pitchFamily="2" charset="-78"/>
                  <a:ea typeface="Arial" pitchFamily="34" charset="-122"/>
                  <a:cs typeface="Sakkal Majalla" panose="02000000000000000000" pitchFamily="2" charset="-78"/>
                </a:rPr>
                <a:t>'تأثير عدم اليقين على تحقيق الأهداف' – قد يكون إيجابياً (فرصة) أو سلبياً (تهديد) – لا يتعلق بالأحداث فقط بل بحالة عدم اليقين</a:t>
              </a:r>
              <a:endParaRPr lang="ar-EG" dirty="0">
                <a:latin typeface="Sakkal Majalla" panose="02000000000000000000" pitchFamily="2" charset="-78"/>
                <a:cs typeface="Sakkal Majalla" panose="02000000000000000000" pitchFamily="2" charset="-78"/>
              </a:endParaRPr>
            </a:p>
          </p:txBody>
        </p:sp>
        <p:sp>
          <p:nvSpPr>
            <p:cNvPr id="24" name="Shape 10"/>
            <p:cNvSpPr/>
            <p:nvPr/>
          </p:nvSpPr>
          <p:spPr>
            <a:xfrm>
              <a:off x="426720" y="1341120"/>
              <a:ext cx="5547360" cy="225552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ar-EG" sz="3200" dirty="0">
                <a:latin typeface="Sakkal Majalla" panose="02000000000000000000" pitchFamily="2" charset="-78"/>
                <a:cs typeface="Sakkal Majalla" panose="02000000000000000000" pitchFamily="2" charset="-78"/>
              </a:endParaRPr>
            </a:p>
          </p:txBody>
        </p:sp>
        <p:sp>
          <p:nvSpPr>
            <p:cNvPr id="25" name="Shape 11"/>
            <p:cNvSpPr/>
            <p:nvPr/>
          </p:nvSpPr>
          <p:spPr>
            <a:xfrm>
              <a:off x="426720" y="1341120"/>
              <a:ext cx="5547360" cy="73152"/>
            </a:xfrm>
            <a:prstGeom prst="rect">
              <a:avLst/>
            </a:prstGeom>
            <a:solidFill>
              <a:srgbClr val="008658"/>
            </a:solidFill>
            <a:ln/>
          </p:spPr>
          <p:txBody>
            <a:bodyPr/>
            <a:lstStyle/>
            <a:p>
              <a:endParaRPr lang="ar-EG" sz="3200" dirty="0">
                <a:latin typeface="Sakkal Majalla" panose="02000000000000000000" pitchFamily="2" charset="-78"/>
                <a:cs typeface="Sakkal Majalla" panose="02000000000000000000" pitchFamily="2" charset="-78"/>
              </a:endParaRPr>
            </a:p>
          </p:txBody>
        </p:sp>
        <p:sp>
          <p:nvSpPr>
            <p:cNvPr id="26" name="Shape 12"/>
            <p:cNvSpPr/>
            <p:nvPr/>
          </p:nvSpPr>
          <p:spPr>
            <a:xfrm>
              <a:off x="5340096" y="1487424"/>
              <a:ext cx="463296" cy="463296"/>
            </a:xfrm>
            <a:prstGeom prst="ellipse">
              <a:avLst/>
            </a:prstGeom>
            <a:solidFill>
              <a:srgbClr val="008658"/>
            </a:solidFill>
            <a:ln w="12700">
              <a:solidFill>
                <a:srgbClr val="154F31"/>
              </a:solidFill>
              <a:prstDash val="solid"/>
            </a:ln>
          </p:spPr>
          <p:txBody>
            <a:bodyPr/>
            <a:lstStyle/>
            <a:p>
              <a:endParaRPr lang="ar-EG" sz="3200" dirty="0">
                <a:latin typeface="Sakkal Majalla" panose="02000000000000000000" pitchFamily="2" charset="-78"/>
                <a:cs typeface="Sakkal Majalla" panose="02000000000000000000" pitchFamily="2" charset="-78"/>
              </a:endParaRPr>
            </a:p>
          </p:txBody>
        </p:sp>
        <p:sp>
          <p:nvSpPr>
            <p:cNvPr id="27" name="Text 13"/>
            <p:cNvSpPr/>
            <p:nvPr/>
          </p:nvSpPr>
          <p:spPr>
            <a:xfrm>
              <a:off x="5340096" y="1499616"/>
              <a:ext cx="463296" cy="438912"/>
            </a:xfrm>
            <a:prstGeom prst="rect">
              <a:avLst/>
            </a:prstGeom>
            <a:noFill/>
            <a:ln/>
          </p:spPr>
          <p:txBody>
            <a:bodyPr wrap="square" rtlCol="0" anchor="ctr"/>
            <a:lstStyle/>
            <a:p>
              <a:pPr algn="ctr"/>
              <a:r>
                <a:rPr lang="ar-EG" sz="2000" b="1" dirty="0">
                  <a:solidFill>
                    <a:srgbClr val="FFFFFF"/>
                  </a:solidFill>
                  <a:latin typeface="Sakkal Majalla" panose="02000000000000000000" pitchFamily="2" charset="-78"/>
                  <a:ea typeface="Calibri" pitchFamily="34" charset="-122"/>
                  <a:cs typeface="Sakkal Majalla" panose="02000000000000000000" pitchFamily="2" charset="-78"/>
                </a:rPr>
                <a:t>2</a:t>
              </a:r>
              <a:endParaRPr lang="ar-EG" sz="2000" dirty="0">
                <a:latin typeface="Sakkal Majalla" panose="02000000000000000000" pitchFamily="2" charset="-78"/>
                <a:cs typeface="Sakkal Majalla" panose="02000000000000000000" pitchFamily="2" charset="-78"/>
              </a:endParaRPr>
            </a:p>
          </p:txBody>
        </p:sp>
        <p:sp>
          <p:nvSpPr>
            <p:cNvPr id="28" name="Text 14"/>
            <p:cNvSpPr/>
            <p:nvPr/>
          </p:nvSpPr>
          <p:spPr>
            <a:xfrm>
              <a:off x="548640" y="1463040"/>
              <a:ext cx="4693920" cy="512064"/>
            </a:xfrm>
            <a:prstGeom prst="rect">
              <a:avLst/>
            </a:prstGeom>
            <a:noFill/>
            <a:ln/>
          </p:spPr>
          <p:txBody>
            <a:bodyPr wrap="square" rtlCol="0" anchor="ctr"/>
            <a:lstStyle/>
            <a:p>
              <a:pPr algn="r" rtl="1"/>
              <a:r>
                <a:rPr lang="ar-EG" sz="2000" b="1" dirty="0">
                  <a:solidFill>
                    <a:srgbClr val="008658"/>
                  </a:solidFill>
                  <a:latin typeface="Sakkal Majalla" panose="02000000000000000000" pitchFamily="2" charset="-78"/>
                  <a:ea typeface="Arial" pitchFamily="34" charset="-122"/>
                  <a:cs typeface="Sakkal Majalla" panose="02000000000000000000" pitchFamily="2" charset="-78"/>
                </a:rPr>
                <a:t>المبادئ الثمانية لأيزو31000</a:t>
              </a:r>
              <a:endParaRPr lang="ar-EG" sz="2000" dirty="0">
                <a:solidFill>
                  <a:srgbClr val="008658"/>
                </a:solidFill>
                <a:latin typeface="Sakkal Majalla" panose="02000000000000000000" pitchFamily="2" charset="-78"/>
                <a:cs typeface="Sakkal Majalla" panose="02000000000000000000" pitchFamily="2" charset="-78"/>
              </a:endParaRPr>
            </a:p>
          </p:txBody>
        </p:sp>
        <p:sp>
          <p:nvSpPr>
            <p:cNvPr id="29" name="Shape 15"/>
            <p:cNvSpPr/>
            <p:nvPr/>
          </p:nvSpPr>
          <p:spPr>
            <a:xfrm>
              <a:off x="548640" y="2011680"/>
              <a:ext cx="5303520" cy="24384"/>
            </a:xfrm>
            <a:prstGeom prst="rect">
              <a:avLst/>
            </a:prstGeom>
            <a:solidFill>
              <a:srgbClr val="E0E8E4"/>
            </a:solidFill>
            <a:ln/>
          </p:spPr>
          <p:txBody>
            <a:bodyPr/>
            <a:lstStyle/>
            <a:p>
              <a:endParaRPr lang="ar-EG" sz="3200" dirty="0">
                <a:latin typeface="Sakkal Majalla" panose="02000000000000000000" pitchFamily="2" charset="-78"/>
                <a:cs typeface="Sakkal Majalla" panose="02000000000000000000" pitchFamily="2" charset="-78"/>
              </a:endParaRPr>
            </a:p>
          </p:txBody>
        </p:sp>
        <p:sp>
          <p:nvSpPr>
            <p:cNvPr id="30" name="Text 16"/>
            <p:cNvSpPr/>
            <p:nvPr/>
          </p:nvSpPr>
          <p:spPr>
            <a:xfrm>
              <a:off x="548640" y="2097024"/>
              <a:ext cx="5303520" cy="1341120"/>
            </a:xfrm>
            <a:prstGeom prst="rect">
              <a:avLst/>
            </a:prstGeom>
            <a:noFill/>
            <a:ln/>
          </p:spPr>
          <p:txBody>
            <a:bodyPr wrap="square" rtlCol="0" anchor="t"/>
            <a:lstStyle/>
            <a:p>
              <a:pPr algn="r" rtl="1"/>
              <a:r>
                <a:rPr lang="ar-EG" dirty="0">
                  <a:solidFill>
                    <a:srgbClr val="1C2B22"/>
                  </a:solidFill>
                  <a:latin typeface="Sakkal Majalla" panose="02000000000000000000" pitchFamily="2" charset="-78"/>
                  <a:ea typeface="Arial" pitchFamily="34" charset="-122"/>
                  <a:cs typeface="Sakkal Majalla" panose="02000000000000000000" pitchFamily="2" charset="-78"/>
                </a:rPr>
                <a:t>التكامل | التنظيم والشمول | مُخصَّصة حسب السياق | الجماعية (مشاركة أصحاب المصلحة) | التفاعل والديناميكية | إتاحة أفضل المعلومات | مراعاة العوامل البشرية | التحسين المستمر</a:t>
              </a:r>
              <a:endParaRPr lang="ar-EG" dirty="0">
                <a:latin typeface="Sakkal Majalla" panose="02000000000000000000" pitchFamily="2" charset="-78"/>
                <a:cs typeface="Sakkal Majalla" panose="02000000000000000000" pitchFamily="2" charset="-78"/>
              </a:endParaRPr>
            </a:p>
          </p:txBody>
        </p:sp>
        <p:sp>
          <p:nvSpPr>
            <p:cNvPr id="31" name="Shape 17"/>
            <p:cNvSpPr/>
            <p:nvPr/>
          </p:nvSpPr>
          <p:spPr>
            <a:xfrm>
              <a:off x="6217920" y="3779520"/>
              <a:ext cx="5547360" cy="225552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ar-EG" sz="3200" dirty="0">
                <a:latin typeface="Sakkal Majalla" panose="02000000000000000000" pitchFamily="2" charset="-78"/>
                <a:cs typeface="Sakkal Majalla" panose="02000000000000000000" pitchFamily="2" charset="-78"/>
              </a:endParaRPr>
            </a:p>
          </p:txBody>
        </p:sp>
        <p:sp>
          <p:nvSpPr>
            <p:cNvPr id="32" name="Shape 18"/>
            <p:cNvSpPr/>
            <p:nvPr/>
          </p:nvSpPr>
          <p:spPr>
            <a:xfrm>
              <a:off x="6217920" y="3779520"/>
              <a:ext cx="5547360" cy="73152"/>
            </a:xfrm>
            <a:prstGeom prst="rect">
              <a:avLst/>
            </a:prstGeom>
            <a:solidFill>
              <a:srgbClr val="008658"/>
            </a:solidFill>
            <a:ln/>
          </p:spPr>
          <p:txBody>
            <a:bodyPr/>
            <a:lstStyle/>
            <a:p>
              <a:endParaRPr lang="ar-EG" sz="3200" dirty="0">
                <a:latin typeface="Sakkal Majalla" panose="02000000000000000000" pitchFamily="2" charset="-78"/>
                <a:cs typeface="Sakkal Majalla" panose="02000000000000000000" pitchFamily="2" charset="-78"/>
              </a:endParaRPr>
            </a:p>
          </p:txBody>
        </p:sp>
        <p:sp>
          <p:nvSpPr>
            <p:cNvPr id="33" name="Shape 19"/>
            <p:cNvSpPr/>
            <p:nvPr/>
          </p:nvSpPr>
          <p:spPr>
            <a:xfrm>
              <a:off x="11131296" y="3925824"/>
              <a:ext cx="463296" cy="463296"/>
            </a:xfrm>
            <a:prstGeom prst="ellipse">
              <a:avLst/>
            </a:prstGeom>
            <a:solidFill>
              <a:srgbClr val="008658"/>
            </a:solidFill>
            <a:ln w="12700">
              <a:solidFill>
                <a:srgbClr val="154F31"/>
              </a:solidFill>
              <a:prstDash val="solid"/>
            </a:ln>
          </p:spPr>
          <p:txBody>
            <a:bodyPr/>
            <a:lstStyle/>
            <a:p>
              <a:endParaRPr lang="ar-EG" sz="3200" dirty="0">
                <a:latin typeface="Sakkal Majalla" panose="02000000000000000000" pitchFamily="2" charset="-78"/>
                <a:cs typeface="Sakkal Majalla" panose="02000000000000000000" pitchFamily="2" charset="-78"/>
              </a:endParaRPr>
            </a:p>
          </p:txBody>
        </p:sp>
        <p:sp>
          <p:nvSpPr>
            <p:cNvPr id="34" name="Text 20"/>
            <p:cNvSpPr/>
            <p:nvPr/>
          </p:nvSpPr>
          <p:spPr>
            <a:xfrm>
              <a:off x="11131296" y="3938016"/>
              <a:ext cx="463296" cy="438912"/>
            </a:xfrm>
            <a:prstGeom prst="rect">
              <a:avLst/>
            </a:prstGeom>
            <a:noFill/>
            <a:ln/>
          </p:spPr>
          <p:txBody>
            <a:bodyPr wrap="square" rtlCol="0" anchor="ctr"/>
            <a:lstStyle/>
            <a:p>
              <a:pPr algn="ctr"/>
              <a:r>
                <a:rPr lang="ar-EG" sz="2000" b="1" dirty="0">
                  <a:solidFill>
                    <a:srgbClr val="FFFFFF"/>
                  </a:solidFill>
                  <a:latin typeface="Sakkal Majalla" panose="02000000000000000000" pitchFamily="2" charset="-78"/>
                  <a:ea typeface="Calibri" pitchFamily="34" charset="-122"/>
                  <a:cs typeface="Sakkal Majalla" panose="02000000000000000000" pitchFamily="2" charset="-78"/>
                </a:rPr>
                <a:t>3</a:t>
              </a:r>
              <a:endParaRPr lang="ar-EG" sz="2000" dirty="0">
                <a:latin typeface="Sakkal Majalla" panose="02000000000000000000" pitchFamily="2" charset="-78"/>
                <a:cs typeface="Sakkal Majalla" panose="02000000000000000000" pitchFamily="2" charset="-78"/>
              </a:endParaRPr>
            </a:p>
          </p:txBody>
        </p:sp>
        <p:sp>
          <p:nvSpPr>
            <p:cNvPr id="36" name="Text 21"/>
            <p:cNvSpPr/>
            <p:nvPr/>
          </p:nvSpPr>
          <p:spPr>
            <a:xfrm>
              <a:off x="6339840" y="3901440"/>
              <a:ext cx="4693920" cy="512064"/>
            </a:xfrm>
            <a:prstGeom prst="rect">
              <a:avLst/>
            </a:prstGeom>
            <a:noFill/>
            <a:ln/>
          </p:spPr>
          <p:txBody>
            <a:bodyPr wrap="square" rtlCol="0" anchor="ctr"/>
            <a:lstStyle/>
            <a:p>
              <a:pPr algn="r" rtl="1"/>
              <a:r>
                <a:rPr lang="ar-EG" sz="2000" b="1" dirty="0">
                  <a:solidFill>
                    <a:srgbClr val="008658"/>
                  </a:solidFill>
                  <a:latin typeface="Sakkal Majalla" panose="02000000000000000000" pitchFamily="2" charset="-78"/>
                  <a:ea typeface="Arial" pitchFamily="34" charset="-122"/>
                  <a:cs typeface="Sakkal Majalla" panose="02000000000000000000" pitchFamily="2" charset="-78"/>
                </a:rPr>
                <a:t>إطار عمل إدارة المخاطر</a:t>
              </a:r>
              <a:endParaRPr lang="ar-EG" sz="2000" dirty="0">
                <a:solidFill>
                  <a:srgbClr val="008658"/>
                </a:solidFill>
                <a:latin typeface="Sakkal Majalla" panose="02000000000000000000" pitchFamily="2" charset="-78"/>
                <a:cs typeface="Sakkal Majalla" panose="02000000000000000000" pitchFamily="2" charset="-78"/>
              </a:endParaRPr>
            </a:p>
          </p:txBody>
        </p:sp>
        <p:sp>
          <p:nvSpPr>
            <p:cNvPr id="37" name="Shape 22"/>
            <p:cNvSpPr/>
            <p:nvPr/>
          </p:nvSpPr>
          <p:spPr>
            <a:xfrm>
              <a:off x="6339840" y="4450080"/>
              <a:ext cx="5303520" cy="24384"/>
            </a:xfrm>
            <a:prstGeom prst="rect">
              <a:avLst/>
            </a:prstGeom>
            <a:solidFill>
              <a:srgbClr val="E0E8E4"/>
            </a:solidFill>
            <a:ln/>
          </p:spPr>
          <p:txBody>
            <a:bodyPr/>
            <a:lstStyle/>
            <a:p>
              <a:endParaRPr lang="ar-EG" sz="3200" dirty="0">
                <a:latin typeface="Sakkal Majalla" panose="02000000000000000000" pitchFamily="2" charset="-78"/>
                <a:cs typeface="Sakkal Majalla" panose="02000000000000000000" pitchFamily="2" charset="-78"/>
              </a:endParaRPr>
            </a:p>
          </p:txBody>
        </p:sp>
        <p:sp>
          <p:nvSpPr>
            <p:cNvPr id="38" name="Text 23"/>
            <p:cNvSpPr/>
            <p:nvPr/>
          </p:nvSpPr>
          <p:spPr>
            <a:xfrm>
              <a:off x="6339840" y="4535424"/>
              <a:ext cx="5303520" cy="1341120"/>
            </a:xfrm>
            <a:prstGeom prst="rect">
              <a:avLst/>
            </a:prstGeom>
            <a:noFill/>
            <a:ln/>
          </p:spPr>
          <p:txBody>
            <a:bodyPr wrap="square" rtlCol="0" anchor="t"/>
            <a:lstStyle/>
            <a:p>
              <a:pPr algn="r" rtl="1"/>
              <a:r>
                <a:rPr lang="ar-EG" dirty="0">
                  <a:solidFill>
                    <a:srgbClr val="1C2B22"/>
                  </a:solidFill>
                  <a:latin typeface="Sakkal Majalla" panose="02000000000000000000" pitchFamily="2" charset="-78"/>
                  <a:ea typeface="Arial" pitchFamily="34" charset="-122"/>
                  <a:cs typeface="Sakkal Majalla" panose="02000000000000000000" pitchFamily="2" charset="-78"/>
                </a:rPr>
                <a:t>القيادة والالتزام - الدمج والتكامل - التصميم (السياق الداخلي والخارجي) - التنفيذ - التقييم - التحسين المستمر</a:t>
              </a:r>
              <a:endParaRPr lang="ar-EG" dirty="0">
                <a:latin typeface="Sakkal Majalla" panose="02000000000000000000" pitchFamily="2" charset="-78"/>
                <a:cs typeface="Sakkal Majalla" panose="02000000000000000000" pitchFamily="2" charset="-78"/>
              </a:endParaRPr>
            </a:p>
          </p:txBody>
        </p:sp>
        <p:sp>
          <p:nvSpPr>
            <p:cNvPr id="39" name="Shape 24"/>
            <p:cNvSpPr/>
            <p:nvPr/>
          </p:nvSpPr>
          <p:spPr>
            <a:xfrm>
              <a:off x="426720" y="3779520"/>
              <a:ext cx="5547360" cy="225552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ar-EG" sz="3200" dirty="0">
                <a:latin typeface="Sakkal Majalla" panose="02000000000000000000" pitchFamily="2" charset="-78"/>
                <a:cs typeface="Sakkal Majalla" panose="02000000000000000000" pitchFamily="2" charset="-78"/>
              </a:endParaRPr>
            </a:p>
          </p:txBody>
        </p:sp>
        <p:sp>
          <p:nvSpPr>
            <p:cNvPr id="40" name="Shape 25"/>
            <p:cNvSpPr/>
            <p:nvPr/>
          </p:nvSpPr>
          <p:spPr>
            <a:xfrm>
              <a:off x="426720" y="3779520"/>
              <a:ext cx="5547360" cy="73152"/>
            </a:xfrm>
            <a:prstGeom prst="rect">
              <a:avLst/>
            </a:prstGeom>
            <a:solidFill>
              <a:srgbClr val="008658"/>
            </a:solidFill>
            <a:ln/>
          </p:spPr>
          <p:txBody>
            <a:bodyPr/>
            <a:lstStyle/>
            <a:p>
              <a:endParaRPr lang="ar-EG" sz="3200" dirty="0">
                <a:latin typeface="Sakkal Majalla" panose="02000000000000000000" pitchFamily="2" charset="-78"/>
                <a:cs typeface="Sakkal Majalla" panose="02000000000000000000" pitchFamily="2" charset="-78"/>
              </a:endParaRPr>
            </a:p>
          </p:txBody>
        </p:sp>
        <p:sp>
          <p:nvSpPr>
            <p:cNvPr id="41" name="Shape 26"/>
            <p:cNvSpPr/>
            <p:nvPr/>
          </p:nvSpPr>
          <p:spPr>
            <a:xfrm>
              <a:off x="5340096" y="3925824"/>
              <a:ext cx="463296" cy="463296"/>
            </a:xfrm>
            <a:prstGeom prst="ellipse">
              <a:avLst/>
            </a:prstGeom>
            <a:solidFill>
              <a:srgbClr val="008658"/>
            </a:solidFill>
            <a:ln w="12700">
              <a:solidFill>
                <a:srgbClr val="154F31"/>
              </a:solidFill>
              <a:prstDash val="solid"/>
            </a:ln>
          </p:spPr>
          <p:txBody>
            <a:bodyPr/>
            <a:lstStyle/>
            <a:p>
              <a:endParaRPr lang="ar-EG" sz="3200" dirty="0">
                <a:latin typeface="Sakkal Majalla" panose="02000000000000000000" pitchFamily="2" charset="-78"/>
                <a:cs typeface="Sakkal Majalla" panose="02000000000000000000" pitchFamily="2" charset="-78"/>
              </a:endParaRPr>
            </a:p>
          </p:txBody>
        </p:sp>
        <p:sp>
          <p:nvSpPr>
            <p:cNvPr id="42" name="Text 27"/>
            <p:cNvSpPr/>
            <p:nvPr/>
          </p:nvSpPr>
          <p:spPr>
            <a:xfrm>
              <a:off x="5340096" y="3938016"/>
              <a:ext cx="463296" cy="438912"/>
            </a:xfrm>
            <a:prstGeom prst="rect">
              <a:avLst/>
            </a:prstGeom>
            <a:noFill/>
            <a:ln/>
          </p:spPr>
          <p:txBody>
            <a:bodyPr wrap="square" rtlCol="0" anchor="ctr"/>
            <a:lstStyle/>
            <a:p>
              <a:pPr algn="ctr"/>
              <a:r>
                <a:rPr lang="ar-EG" sz="2000" b="1" dirty="0">
                  <a:solidFill>
                    <a:srgbClr val="FFFFFF"/>
                  </a:solidFill>
                  <a:latin typeface="Sakkal Majalla" panose="02000000000000000000" pitchFamily="2" charset="-78"/>
                  <a:ea typeface="Calibri" pitchFamily="34" charset="-122"/>
                  <a:cs typeface="Sakkal Majalla" panose="02000000000000000000" pitchFamily="2" charset="-78"/>
                </a:rPr>
                <a:t>4</a:t>
              </a:r>
              <a:endParaRPr lang="ar-EG" sz="2000" dirty="0">
                <a:latin typeface="Sakkal Majalla" panose="02000000000000000000" pitchFamily="2" charset="-78"/>
                <a:cs typeface="Sakkal Majalla" panose="02000000000000000000" pitchFamily="2" charset="-78"/>
              </a:endParaRPr>
            </a:p>
          </p:txBody>
        </p:sp>
        <p:sp>
          <p:nvSpPr>
            <p:cNvPr id="43" name="Text 28"/>
            <p:cNvSpPr/>
            <p:nvPr/>
          </p:nvSpPr>
          <p:spPr>
            <a:xfrm>
              <a:off x="548640" y="3901440"/>
              <a:ext cx="4693920" cy="512064"/>
            </a:xfrm>
            <a:prstGeom prst="rect">
              <a:avLst/>
            </a:prstGeom>
            <a:noFill/>
            <a:ln/>
          </p:spPr>
          <p:txBody>
            <a:bodyPr wrap="square" rtlCol="0" anchor="ctr"/>
            <a:lstStyle/>
            <a:p>
              <a:pPr algn="r" rtl="1"/>
              <a:r>
                <a:rPr lang="ar-EG" sz="2000" b="1" dirty="0">
                  <a:solidFill>
                    <a:srgbClr val="008658"/>
                  </a:solidFill>
                  <a:latin typeface="Sakkal Majalla" panose="02000000000000000000" pitchFamily="2" charset="-78"/>
                  <a:ea typeface="Arial" pitchFamily="34" charset="-122"/>
                  <a:cs typeface="Sakkal Majalla" panose="02000000000000000000" pitchFamily="2" charset="-78"/>
                </a:rPr>
                <a:t>الحوكمة القائمة على المخاطر</a:t>
              </a:r>
              <a:endParaRPr lang="ar-EG" sz="2000" dirty="0">
                <a:solidFill>
                  <a:srgbClr val="008658"/>
                </a:solidFill>
                <a:latin typeface="Sakkal Majalla" panose="02000000000000000000" pitchFamily="2" charset="-78"/>
                <a:cs typeface="Sakkal Majalla" panose="02000000000000000000" pitchFamily="2" charset="-78"/>
              </a:endParaRPr>
            </a:p>
          </p:txBody>
        </p:sp>
        <p:sp>
          <p:nvSpPr>
            <p:cNvPr id="44" name="Shape 29"/>
            <p:cNvSpPr/>
            <p:nvPr/>
          </p:nvSpPr>
          <p:spPr>
            <a:xfrm>
              <a:off x="548640" y="4450080"/>
              <a:ext cx="5303520" cy="24384"/>
            </a:xfrm>
            <a:prstGeom prst="rect">
              <a:avLst/>
            </a:prstGeom>
            <a:solidFill>
              <a:srgbClr val="E0E8E4"/>
            </a:solidFill>
            <a:ln/>
          </p:spPr>
          <p:txBody>
            <a:bodyPr/>
            <a:lstStyle/>
            <a:p>
              <a:endParaRPr lang="ar-EG" sz="3200" dirty="0">
                <a:latin typeface="Sakkal Majalla" panose="02000000000000000000" pitchFamily="2" charset="-78"/>
                <a:cs typeface="Sakkal Majalla" panose="02000000000000000000" pitchFamily="2" charset="-78"/>
              </a:endParaRPr>
            </a:p>
          </p:txBody>
        </p:sp>
        <p:sp>
          <p:nvSpPr>
            <p:cNvPr id="45" name="Text 30"/>
            <p:cNvSpPr/>
            <p:nvPr/>
          </p:nvSpPr>
          <p:spPr>
            <a:xfrm>
              <a:off x="548640" y="4535424"/>
              <a:ext cx="5303520" cy="1341120"/>
            </a:xfrm>
            <a:prstGeom prst="rect">
              <a:avLst/>
            </a:prstGeom>
            <a:noFill/>
            <a:ln/>
          </p:spPr>
          <p:txBody>
            <a:bodyPr wrap="square" rtlCol="0" anchor="t"/>
            <a:lstStyle/>
            <a:p>
              <a:pPr algn="r" rtl="1"/>
              <a:r>
                <a:rPr lang="ar-EG" dirty="0">
                  <a:solidFill>
                    <a:srgbClr val="1C2B22"/>
                  </a:solidFill>
                  <a:latin typeface="Sakkal Majalla" panose="02000000000000000000" pitchFamily="2" charset="-78"/>
                  <a:ea typeface="Arial" pitchFamily="34" charset="-122"/>
                  <a:cs typeface="Sakkal Majalla" panose="02000000000000000000" pitchFamily="2" charset="-78"/>
                </a:rPr>
                <a:t>ربط المخاطر بالقرار لا بالتقرير فقط – ضمان أن قرارات الشراء والتوسع والشراكات تأخذ المخاطر بعين الاعتبار قبل اتخاذها</a:t>
              </a:r>
              <a:endParaRPr lang="ar-EG" dirty="0">
                <a:latin typeface="Sakkal Majalla" panose="02000000000000000000" pitchFamily="2" charset="-78"/>
                <a:cs typeface="Sakkal Majalla" panose="02000000000000000000" pitchFamily="2" charset="-78"/>
              </a:endParaRPr>
            </a:p>
          </p:txBody>
        </p:sp>
      </p:grpSp>
    </p:spTree>
    <p:extLst>
      <p:ext uri="{BB962C8B-B14F-4D97-AF65-F5344CB8AC3E}">
        <p14:creationId xmlns:p14="http://schemas.microsoft.com/office/powerpoint/2010/main" val="152011768"/>
      </p:ext>
    </p:extLst>
  </p:cSld>
  <p:clrMapOvr>
    <a:masterClrMapping/>
  </p:clrMapOvr>
  <p:transition spd="me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91DF06-862D-A5AC-7060-76C030D9ED66}"/>
            </a:ext>
          </a:extLst>
        </p:cNvPr>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AB2C89C1-A266-B092-A5C4-8E114BA585AE}"/>
              </a:ext>
            </a:extLst>
          </p:cNvPr>
          <p:cNvGraphicFramePr>
            <a:graphicFrameLocks noChangeAspect="1"/>
          </p:cNvGraphicFramePr>
          <p:nvPr>
            <p:custDataLst>
              <p:tags r:id="rId1"/>
            </p:custDataLst>
          </p:nvPr>
        </p:nvGraphicFramePr>
        <p:xfrm>
          <a:off x="11163" y="1489"/>
          <a:ext cx="1489" cy="1489"/>
        </p:xfrm>
        <a:graphic>
          <a:graphicData uri="http://schemas.openxmlformats.org/presentationml/2006/ole">
            <mc:AlternateContent xmlns:mc="http://schemas.openxmlformats.org/markup-compatibility/2006">
              <mc:Choice xmlns:v="urn:schemas-microsoft-com:vml" Requires="v">
                <p:oleObj name="think-cell Slide" r:id="rId4" imgW="395" imgH="396" progId="TCLayout.ActiveDocument.1">
                  <p:embed/>
                </p:oleObj>
              </mc:Choice>
              <mc:Fallback>
                <p:oleObj name="think-cell Slide" r:id="rId4" imgW="395" imgH="396" progId="TCLayout.ActiveDocument.1">
                  <p:embed/>
                  <p:pic>
                    <p:nvPicPr>
                      <p:cNvPr id="4" name="Object 3" hidden="1">
                        <a:extLst>
                          <a:ext uri="{FF2B5EF4-FFF2-40B4-BE49-F238E27FC236}">
                            <a16:creationId xmlns:a16="http://schemas.microsoft.com/office/drawing/2014/main" id="{4D386A5F-0E4C-5D45-4E2F-3B199CAE0404}"/>
                          </a:ext>
                        </a:extLst>
                      </p:cNvPr>
                      <p:cNvPicPr/>
                      <p:nvPr/>
                    </p:nvPicPr>
                    <p:blipFill>
                      <a:blip r:embed="rId5"/>
                      <a:stretch>
                        <a:fillRect/>
                      </a:stretch>
                    </p:blipFill>
                    <p:spPr>
                      <a:xfrm>
                        <a:off x="11163" y="1489"/>
                        <a:ext cx="1489" cy="1489"/>
                      </a:xfrm>
                      <a:prstGeom prst="rect">
                        <a:avLst/>
                      </a:prstGeom>
                    </p:spPr>
                  </p:pic>
                </p:oleObj>
              </mc:Fallback>
            </mc:AlternateContent>
          </a:graphicData>
        </a:graphic>
      </p:graphicFrame>
      <p:sp>
        <p:nvSpPr>
          <p:cNvPr id="2" name="Text Placeholder 1">
            <a:extLst>
              <a:ext uri="{FF2B5EF4-FFF2-40B4-BE49-F238E27FC236}">
                <a16:creationId xmlns:a16="http://schemas.microsoft.com/office/drawing/2014/main" id="{1B8DB200-4DCC-E5D1-8E27-3D84A455C764}"/>
              </a:ext>
            </a:extLst>
          </p:cNvPr>
          <p:cNvSpPr txBox="1">
            <a:spLocks/>
          </p:cNvSpPr>
          <p:nvPr/>
        </p:nvSpPr>
        <p:spPr>
          <a:xfrm>
            <a:off x="5495081" y="159153"/>
            <a:ext cx="6389688" cy="523220"/>
          </a:xfrm>
          <a:prstGeom prst="rect">
            <a:avLst/>
          </a:prstGeom>
        </p:spPr>
        <p:txBody>
          <a:bodyPr vert="horz" lIns="91440" tIns="45720" rIns="91440" bIns="45720" rtlCol="0">
            <a:spAutoFit/>
          </a:bodyPr>
          <a:lstStyle>
            <a:lvl1pPr marL="0" indent="0" algn="r" defTabSz="685800" rtl="1" eaLnBrk="1" latinLnBrk="0" hangingPunct="1">
              <a:lnSpc>
                <a:spcPct val="100000"/>
              </a:lnSpc>
              <a:spcBef>
                <a:spcPts val="750"/>
              </a:spcBef>
              <a:buFont typeface="Arial" panose="020B0604020202020204" pitchFamily="34" charset="0"/>
              <a:buNone/>
              <a:defRPr sz="2000" b="1" kern="1200">
                <a:solidFill>
                  <a:schemeClr val="accent3"/>
                </a:solidFill>
                <a:latin typeface="+mn-lt"/>
                <a:ea typeface="+mn-ea"/>
                <a:cs typeface="+mj-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defRPr/>
            </a:pPr>
            <a:r>
              <a:rPr lang="ar-EG" sz="2800" dirty="0">
                <a:solidFill>
                  <a:srgbClr val="008658"/>
                </a:solidFill>
                <a:latin typeface="Calibri" pitchFamily="34" charset="0"/>
                <a:cs typeface="Calibri" pitchFamily="34" charset="-120"/>
              </a:rPr>
              <a:t>مراحل عملية إدارة المخاطر</a:t>
            </a:r>
          </a:p>
        </p:txBody>
      </p:sp>
      <p:grpSp>
        <p:nvGrpSpPr>
          <p:cNvPr id="49" name="Group 48">
            <a:extLst>
              <a:ext uri="{FF2B5EF4-FFF2-40B4-BE49-F238E27FC236}">
                <a16:creationId xmlns:a16="http://schemas.microsoft.com/office/drawing/2014/main" id="{ACF1FD40-E4CA-B115-88EF-B91323F9D5A7}"/>
              </a:ext>
            </a:extLst>
          </p:cNvPr>
          <p:cNvGrpSpPr/>
          <p:nvPr/>
        </p:nvGrpSpPr>
        <p:grpSpPr>
          <a:xfrm>
            <a:off x="426720" y="1341120"/>
            <a:ext cx="11338560" cy="4693920"/>
            <a:chOff x="426720" y="1341120"/>
            <a:chExt cx="11338560" cy="4693920"/>
          </a:xfrm>
        </p:grpSpPr>
        <p:sp>
          <p:nvSpPr>
            <p:cNvPr id="5" name="Shape 3"/>
            <p:cNvSpPr/>
            <p:nvPr/>
          </p:nvSpPr>
          <p:spPr>
            <a:xfrm>
              <a:off x="8148320" y="1341120"/>
              <a:ext cx="3616960" cy="225552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ar-EG" sz="3200" dirty="0">
                <a:latin typeface="Sakkal Majalla" panose="02000000000000000000" pitchFamily="2" charset="-78"/>
                <a:cs typeface="Sakkal Majalla" panose="02000000000000000000" pitchFamily="2" charset="-78"/>
              </a:endParaRPr>
            </a:p>
          </p:txBody>
        </p:sp>
        <p:sp>
          <p:nvSpPr>
            <p:cNvPr id="6" name="Shape 4"/>
            <p:cNvSpPr/>
            <p:nvPr/>
          </p:nvSpPr>
          <p:spPr>
            <a:xfrm>
              <a:off x="8148320" y="1341120"/>
              <a:ext cx="3616960" cy="73152"/>
            </a:xfrm>
            <a:prstGeom prst="rect">
              <a:avLst/>
            </a:prstGeom>
            <a:solidFill>
              <a:srgbClr val="008658"/>
            </a:solidFill>
            <a:ln/>
          </p:spPr>
          <p:txBody>
            <a:bodyPr/>
            <a:lstStyle/>
            <a:p>
              <a:endParaRPr lang="ar-EG" sz="3200" dirty="0">
                <a:latin typeface="Sakkal Majalla" panose="02000000000000000000" pitchFamily="2" charset="-78"/>
                <a:cs typeface="Sakkal Majalla" panose="02000000000000000000" pitchFamily="2" charset="-78"/>
              </a:endParaRPr>
            </a:p>
          </p:txBody>
        </p:sp>
        <p:sp>
          <p:nvSpPr>
            <p:cNvPr id="7" name="Shape 5"/>
            <p:cNvSpPr/>
            <p:nvPr/>
          </p:nvSpPr>
          <p:spPr>
            <a:xfrm>
              <a:off x="11131296" y="1487424"/>
              <a:ext cx="463296" cy="463296"/>
            </a:xfrm>
            <a:prstGeom prst="ellipse">
              <a:avLst/>
            </a:prstGeom>
            <a:solidFill>
              <a:srgbClr val="008658"/>
            </a:solidFill>
            <a:ln w="12700">
              <a:solidFill>
                <a:srgbClr val="154F31"/>
              </a:solidFill>
              <a:prstDash val="solid"/>
            </a:ln>
          </p:spPr>
          <p:txBody>
            <a:bodyPr/>
            <a:lstStyle/>
            <a:p>
              <a:endParaRPr lang="ar-EG" sz="3200" dirty="0">
                <a:latin typeface="Sakkal Majalla" panose="02000000000000000000" pitchFamily="2" charset="-78"/>
                <a:cs typeface="Sakkal Majalla" panose="02000000000000000000" pitchFamily="2" charset="-78"/>
              </a:endParaRPr>
            </a:p>
          </p:txBody>
        </p:sp>
        <p:sp>
          <p:nvSpPr>
            <p:cNvPr id="8" name="Text 6"/>
            <p:cNvSpPr/>
            <p:nvPr/>
          </p:nvSpPr>
          <p:spPr>
            <a:xfrm>
              <a:off x="11131296" y="1499616"/>
              <a:ext cx="463296" cy="438912"/>
            </a:xfrm>
            <a:prstGeom prst="rect">
              <a:avLst/>
            </a:prstGeom>
            <a:noFill/>
            <a:ln/>
          </p:spPr>
          <p:txBody>
            <a:bodyPr wrap="square" rtlCol="0" anchor="ctr"/>
            <a:lstStyle/>
            <a:p>
              <a:pPr algn="ctr"/>
              <a:r>
                <a:rPr lang="ar-EG" sz="2000" b="1" dirty="0">
                  <a:solidFill>
                    <a:srgbClr val="FFFFFF"/>
                  </a:solidFill>
                  <a:latin typeface="Sakkal Majalla" panose="02000000000000000000" pitchFamily="2" charset="-78"/>
                  <a:ea typeface="Calibri" pitchFamily="34" charset="-122"/>
                  <a:cs typeface="Sakkal Majalla" panose="02000000000000000000" pitchFamily="2" charset="-78"/>
                </a:rPr>
                <a:t>1</a:t>
              </a:r>
              <a:endParaRPr lang="ar-EG" sz="2000" dirty="0">
                <a:latin typeface="Sakkal Majalla" panose="02000000000000000000" pitchFamily="2" charset="-78"/>
                <a:cs typeface="Sakkal Majalla" panose="02000000000000000000" pitchFamily="2" charset="-78"/>
              </a:endParaRPr>
            </a:p>
          </p:txBody>
        </p:sp>
        <p:sp>
          <p:nvSpPr>
            <p:cNvPr id="9" name="Text 7"/>
            <p:cNvSpPr/>
            <p:nvPr/>
          </p:nvSpPr>
          <p:spPr>
            <a:xfrm>
              <a:off x="8270240" y="1463040"/>
              <a:ext cx="2763520" cy="512064"/>
            </a:xfrm>
            <a:prstGeom prst="rect">
              <a:avLst/>
            </a:prstGeom>
            <a:noFill/>
            <a:ln/>
          </p:spPr>
          <p:txBody>
            <a:bodyPr wrap="square" rtlCol="0" anchor="ctr"/>
            <a:lstStyle/>
            <a:p>
              <a:pPr algn="r" rtl="1"/>
              <a:r>
                <a:rPr lang="ar-EG" sz="2000" b="1" dirty="0">
                  <a:solidFill>
                    <a:srgbClr val="008658"/>
                  </a:solidFill>
                  <a:latin typeface="Sakkal Majalla" panose="02000000000000000000" pitchFamily="2" charset="-78"/>
                  <a:ea typeface="Arial" pitchFamily="34" charset="-122"/>
                  <a:cs typeface="Sakkal Majalla" panose="02000000000000000000" pitchFamily="2" charset="-78"/>
                </a:rPr>
                <a:t>النطاق والسياق والمعايير</a:t>
              </a:r>
              <a:endParaRPr lang="ar-EG" sz="2000" dirty="0">
                <a:solidFill>
                  <a:srgbClr val="008658"/>
                </a:solidFill>
                <a:latin typeface="Sakkal Majalla" panose="02000000000000000000" pitchFamily="2" charset="-78"/>
                <a:cs typeface="Sakkal Majalla" panose="02000000000000000000" pitchFamily="2" charset="-78"/>
              </a:endParaRPr>
            </a:p>
          </p:txBody>
        </p:sp>
        <p:sp>
          <p:nvSpPr>
            <p:cNvPr id="10" name="Shape 8"/>
            <p:cNvSpPr/>
            <p:nvPr/>
          </p:nvSpPr>
          <p:spPr>
            <a:xfrm>
              <a:off x="8270240" y="2011680"/>
              <a:ext cx="3373120" cy="24384"/>
            </a:xfrm>
            <a:prstGeom prst="rect">
              <a:avLst/>
            </a:prstGeom>
            <a:solidFill>
              <a:srgbClr val="E0E8E4"/>
            </a:solidFill>
            <a:ln/>
          </p:spPr>
          <p:txBody>
            <a:bodyPr/>
            <a:lstStyle/>
            <a:p>
              <a:endParaRPr lang="ar-EG" sz="3200" dirty="0">
                <a:latin typeface="Sakkal Majalla" panose="02000000000000000000" pitchFamily="2" charset="-78"/>
                <a:cs typeface="Sakkal Majalla" panose="02000000000000000000" pitchFamily="2" charset="-78"/>
              </a:endParaRPr>
            </a:p>
          </p:txBody>
        </p:sp>
        <p:sp>
          <p:nvSpPr>
            <p:cNvPr id="11" name="Text 9"/>
            <p:cNvSpPr/>
            <p:nvPr/>
          </p:nvSpPr>
          <p:spPr>
            <a:xfrm>
              <a:off x="8270240" y="2097024"/>
              <a:ext cx="3373120" cy="1341120"/>
            </a:xfrm>
            <a:prstGeom prst="rect">
              <a:avLst/>
            </a:prstGeom>
            <a:noFill/>
            <a:ln/>
          </p:spPr>
          <p:txBody>
            <a:bodyPr wrap="square" rtlCol="0" anchor="t"/>
            <a:lstStyle/>
            <a:p>
              <a:pPr algn="r" rtl="1"/>
              <a:r>
                <a:rPr lang="ar-EG" dirty="0">
                  <a:solidFill>
                    <a:srgbClr val="1C2B22"/>
                  </a:solidFill>
                  <a:latin typeface="Sakkal Majalla" panose="02000000000000000000" pitchFamily="2" charset="-78"/>
                  <a:ea typeface="Arial" pitchFamily="34" charset="-122"/>
                  <a:cs typeface="Sakkal Majalla" panose="02000000000000000000" pitchFamily="2" charset="-78"/>
                </a:rPr>
                <a:t>تحديد نطاق التطبيق، فهم البيئة الداخلية والخارجية، وضع معايير قبول المخاطر ومستويات التحمل (Risk Appetite)</a:t>
              </a:r>
              <a:endParaRPr lang="ar-EG" dirty="0">
                <a:latin typeface="Sakkal Majalla" panose="02000000000000000000" pitchFamily="2" charset="-78"/>
                <a:cs typeface="Sakkal Majalla" panose="02000000000000000000" pitchFamily="2" charset="-78"/>
              </a:endParaRPr>
            </a:p>
          </p:txBody>
        </p:sp>
        <p:sp>
          <p:nvSpPr>
            <p:cNvPr id="12" name="Shape 10"/>
            <p:cNvSpPr/>
            <p:nvPr/>
          </p:nvSpPr>
          <p:spPr>
            <a:xfrm>
              <a:off x="4287520" y="1341120"/>
              <a:ext cx="3616960" cy="225552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ar-EG" sz="3200" dirty="0">
                <a:latin typeface="Sakkal Majalla" panose="02000000000000000000" pitchFamily="2" charset="-78"/>
                <a:cs typeface="Sakkal Majalla" panose="02000000000000000000" pitchFamily="2" charset="-78"/>
              </a:endParaRPr>
            </a:p>
          </p:txBody>
        </p:sp>
        <p:sp>
          <p:nvSpPr>
            <p:cNvPr id="13" name="Shape 11"/>
            <p:cNvSpPr/>
            <p:nvPr/>
          </p:nvSpPr>
          <p:spPr>
            <a:xfrm>
              <a:off x="4287520" y="1341120"/>
              <a:ext cx="3616960" cy="73152"/>
            </a:xfrm>
            <a:prstGeom prst="rect">
              <a:avLst/>
            </a:prstGeom>
            <a:solidFill>
              <a:srgbClr val="008658"/>
            </a:solidFill>
            <a:ln/>
          </p:spPr>
          <p:txBody>
            <a:bodyPr/>
            <a:lstStyle/>
            <a:p>
              <a:endParaRPr lang="ar-EG" sz="3200" dirty="0">
                <a:latin typeface="Sakkal Majalla" panose="02000000000000000000" pitchFamily="2" charset="-78"/>
                <a:cs typeface="Sakkal Majalla" panose="02000000000000000000" pitchFamily="2" charset="-78"/>
              </a:endParaRPr>
            </a:p>
          </p:txBody>
        </p:sp>
        <p:sp>
          <p:nvSpPr>
            <p:cNvPr id="14" name="Shape 12"/>
            <p:cNvSpPr/>
            <p:nvPr/>
          </p:nvSpPr>
          <p:spPr>
            <a:xfrm>
              <a:off x="7270496" y="1487424"/>
              <a:ext cx="463296" cy="463296"/>
            </a:xfrm>
            <a:prstGeom prst="ellipse">
              <a:avLst/>
            </a:prstGeom>
            <a:solidFill>
              <a:srgbClr val="008658"/>
            </a:solidFill>
            <a:ln w="12700">
              <a:solidFill>
                <a:srgbClr val="154F31"/>
              </a:solidFill>
              <a:prstDash val="solid"/>
            </a:ln>
          </p:spPr>
          <p:txBody>
            <a:bodyPr/>
            <a:lstStyle/>
            <a:p>
              <a:endParaRPr lang="ar-EG" sz="3200" dirty="0">
                <a:latin typeface="Sakkal Majalla" panose="02000000000000000000" pitchFamily="2" charset="-78"/>
                <a:cs typeface="Sakkal Majalla" panose="02000000000000000000" pitchFamily="2" charset="-78"/>
              </a:endParaRPr>
            </a:p>
          </p:txBody>
        </p:sp>
        <p:sp>
          <p:nvSpPr>
            <p:cNvPr id="15" name="Text 13"/>
            <p:cNvSpPr/>
            <p:nvPr/>
          </p:nvSpPr>
          <p:spPr>
            <a:xfrm>
              <a:off x="7270496" y="1499616"/>
              <a:ext cx="463296" cy="438912"/>
            </a:xfrm>
            <a:prstGeom prst="rect">
              <a:avLst/>
            </a:prstGeom>
            <a:noFill/>
            <a:ln/>
          </p:spPr>
          <p:txBody>
            <a:bodyPr wrap="square" rtlCol="0" anchor="ctr"/>
            <a:lstStyle/>
            <a:p>
              <a:pPr algn="ctr"/>
              <a:r>
                <a:rPr lang="ar-EG" sz="2000" b="1" dirty="0">
                  <a:solidFill>
                    <a:srgbClr val="FFFFFF"/>
                  </a:solidFill>
                  <a:latin typeface="Sakkal Majalla" panose="02000000000000000000" pitchFamily="2" charset="-78"/>
                  <a:ea typeface="Calibri" pitchFamily="34" charset="-122"/>
                  <a:cs typeface="Sakkal Majalla" panose="02000000000000000000" pitchFamily="2" charset="-78"/>
                </a:rPr>
                <a:t>2</a:t>
              </a:r>
              <a:endParaRPr lang="ar-EG" sz="2000" dirty="0">
                <a:latin typeface="Sakkal Majalla" panose="02000000000000000000" pitchFamily="2" charset="-78"/>
                <a:cs typeface="Sakkal Majalla" panose="02000000000000000000" pitchFamily="2" charset="-78"/>
              </a:endParaRPr>
            </a:p>
          </p:txBody>
        </p:sp>
        <p:sp>
          <p:nvSpPr>
            <p:cNvPr id="16" name="Text 14"/>
            <p:cNvSpPr/>
            <p:nvPr/>
          </p:nvSpPr>
          <p:spPr>
            <a:xfrm>
              <a:off x="4409440" y="1463040"/>
              <a:ext cx="2763520" cy="512064"/>
            </a:xfrm>
            <a:prstGeom prst="rect">
              <a:avLst/>
            </a:prstGeom>
            <a:noFill/>
            <a:ln/>
          </p:spPr>
          <p:txBody>
            <a:bodyPr wrap="square" rtlCol="0" anchor="ctr"/>
            <a:lstStyle/>
            <a:p>
              <a:pPr algn="r" rtl="1"/>
              <a:r>
                <a:rPr lang="ar-EG" sz="2000" b="1" dirty="0">
                  <a:solidFill>
                    <a:srgbClr val="008658"/>
                  </a:solidFill>
                  <a:latin typeface="Sakkal Majalla" panose="02000000000000000000" pitchFamily="2" charset="-78"/>
                  <a:ea typeface="Arial" pitchFamily="34" charset="-122"/>
                  <a:cs typeface="Sakkal Majalla" panose="02000000000000000000" pitchFamily="2" charset="-78"/>
                </a:rPr>
                <a:t>تحديد المخاطر</a:t>
              </a:r>
              <a:endParaRPr lang="ar-EG" sz="2000" dirty="0">
                <a:solidFill>
                  <a:srgbClr val="008658"/>
                </a:solidFill>
                <a:latin typeface="Sakkal Majalla" panose="02000000000000000000" pitchFamily="2" charset="-78"/>
                <a:cs typeface="Sakkal Majalla" panose="02000000000000000000" pitchFamily="2" charset="-78"/>
              </a:endParaRPr>
            </a:p>
          </p:txBody>
        </p:sp>
        <p:sp>
          <p:nvSpPr>
            <p:cNvPr id="17" name="Shape 15"/>
            <p:cNvSpPr/>
            <p:nvPr/>
          </p:nvSpPr>
          <p:spPr>
            <a:xfrm>
              <a:off x="4409440" y="2011680"/>
              <a:ext cx="3373120" cy="24384"/>
            </a:xfrm>
            <a:prstGeom prst="rect">
              <a:avLst/>
            </a:prstGeom>
            <a:solidFill>
              <a:srgbClr val="E0E8E4"/>
            </a:solidFill>
            <a:ln/>
          </p:spPr>
          <p:txBody>
            <a:bodyPr/>
            <a:lstStyle/>
            <a:p>
              <a:endParaRPr lang="ar-EG" sz="3200" dirty="0">
                <a:latin typeface="Sakkal Majalla" panose="02000000000000000000" pitchFamily="2" charset="-78"/>
                <a:cs typeface="Sakkal Majalla" panose="02000000000000000000" pitchFamily="2" charset="-78"/>
              </a:endParaRPr>
            </a:p>
          </p:txBody>
        </p:sp>
        <p:sp>
          <p:nvSpPr>
            <p:cNvPr id="18" name="Text 16"/>
            <p:cNvSpPr/>
            <p:nvPr/>
          </p:nvSpPr>
          <p:spPr>
            <a:xfrm>
              <a:off x="4409440" y="2097024"/>
              <a:ext cx="3373120" cy="1341120"/>
            </a:xfrm>
            <a:prstGeom prst="rect">
              <a:avLst/>
            </a:prstGeom>
            <a:noFill/>
            <a:ln/>
          </p:spPr>
          <p:txBody>
            <a:bodyPr wrap="square" rtlCol="0" anchor="t"/>
            <a:lstStyle/>
            <a:p>
              <a:pPr algn="r" rtl="1"/>
              <a:r>
                <a:rPr lang="ar-EG" dirty="0">
                  <a:solidFill>
                    <a:srgbClr val="1C2B22"/>
                  </a:solidFill>
                  <a:latin typeface="Sakkal Majalla" panose="02000000000000000000" pitchFamily="2" charset="-78"/>
                  <a:ea typeface="Arial" pitchFamily="34" charset="-122"/>
                  <a:cs typeface="Sakkal Majalla" panose="02000000000000000000" pitchFamily="2" charset="-78"/>
                </a:rPr>
                <a:t>مصادر البيانات: سجلات المخاطر السابقة، تقارير التدقيق، شكاوى العملاء، وثائق الاعتماد، استطلاعات الموظفين، العصف الذهني، مخططات التدفق</a:t>
              </a:r>
              <a:endParaRPr lang="ar-EG" dirty="0">
                <a:latin typeface="Sakkal Majalla" panose="02000000000000000000" pitchFamily="2" charset="-78"/>
                <a:cs typeface="Sakkal Majalla" panose="02000000000000000000" pitchFamily="2" charset="-78"/>
              </a:endParaRPr>
            </a:p>
          </p:txBody>
        </p:sp>
        <p:sp>
          <p:nvSpPr>
            <p:cNvPr id="19" name="Shape 17"/>
            <p:cNvSpPr/>
            <p:nvPr/>
          </p:nvSpPr>
          <p:spPr>
            <a:xfrm>
              <a:off x="426720" y="1341120"/>
              <a:ext cx="3616960" cy="225552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ar-EG" sz="3200" dirty="0">
                <a:latin typeface="Sakkal Majalla" panose="02000000000000000000" pitchFamily="2" charset="-78"/>
                <a:cs typeface="Sakkal Majalla" panose="02000000000000000000" pitchFamily="2" charset="-78"/>
              </a:endParaRPr>
            </a:p>
          </p:txBody>
        </p:sp>
        <p:sp>
          <p:nvSpPr>
            <p:cNvPr id="20" name="Shape 18"/>
            <p:cNvSpPr/>
            <p:nvPr/>
          </p:nvSpPr>
          <p:spPr>
            <a:xfrm>
              <a:off x="426720" y="1341120"/>
              <a:ext cx="3616960" cy="73152"/>
            </a:xfrm>
            <a:prstGeom prst="rect">
              <a:avLst/>
            </a:prstGeom>
            <a:solidFill>
              <a:srgbClr val="008658"/>
            </a:solidFill>
            <a:ln/>
          </p:spPr>
          <p:txBody>
            <a:bodyPr/>
            <a:lstStyle/>
            <a:p>
              <a:endParaRPr lang="ar-EG" sz="3200" dirty="0">
                <a:latin typeface="Sakkal Majalla" panose="02000000000000000000" pitchFamily="2" charset="-78"/>
                <a:cs typeface="Sakkal Majalla" panose="02000000000000000000" pitchFamily="2" charset="-78"/>
              </a:endParaRPr>
            </a:p>
          </p:txBody>
        </p:sp>
        <p:sp>
          <p:nvSpPr>
            <p:cNvPr id="21" name="Shape 19"/>
            <p:cNvSpPr/>
            <p:nvPr/>
          </p:nvSpPr>
          <p:spPr>
            <a:xfrm>
              <a:off x="3409696" y="1487424"/>
              <a:ext cx="463296" cy="463296"/>
            </a:xfrm>
            <a:prstGeom prst="ellipse">
              <a:avLst/>
            </a:prstGeom>
            <a:solidFill>
              <a:srgbClr val="008658"/>
            </a:solidFill>
            <a:ln w="12700">
              <a:solidFill>
                <a:srgbClr val="154F31"/>
              </a:solidFill>
              <a:prstDash val="solid"/>
            </a:ln>
          </p:spPr>
          <p:txBody>
            <a:bodyPr/>
            <a:lstStyle/>
            <a:p>
              <a:endParaRPr lang="ar-EG" sz="3200" dirty="0">
                <a:latin typeface="Sakkal Majalla" panose="02000000000000000000" pitchFamily="2" charset="-78"/>
                <a:cs typeface="Sakkal Majalla" panose="02000000000000000000" pitchFamily="2" charset="-78"/>
              </a:endParaRPr>
            </a:p>
          </p:txBody>
        </p:sp>
        <p:sp>
          <p:nvSpPr>
            <p:cNvPr id="22" name="Text 20"/>
            <p:cNvSpPr/>
            <p:nvPr/>
          </p:nvSpPr>
          <p:spPr>
            <a:xfrm>
              <a:off x="3409696" y="1499616"/>
              <a:ext cx="463296" cy="438912"/>
            </a:xfrm>
            <a:prstGeom prst="rect">
              <a:avLst/>
            </a:prstGeom>
            <a:noFill/>
            <a:ln/>
          </p:spPr>
          <p:txBody>
            <a:bodyPr wrap="square" rtlCol="0" anchor="ctr"/>
            <a:lstStyle/>
            <a:p>
              <a:pPr algn="ctr"/>
              <a:r>
                <a:rPr lang="ar-EG" sz="2000" b="1" dirty="0">
                  <a:solidFill>
                    <a:srgbClr val="FFFFFF"/>
                  </a:solidFill>
                  <a:latin typeface="Sakkal Majalla" panose="02000000000000000000" pitchFamily="2" charset="-78"/>
                  <a:ea typeface="Calibri" pitchFamily="34" charset="-122"/>
                  <a:cs typeface="Sakkal Majalla" panose="02000000000000000000" pitchFamily="2" charset="-78"/>
                </a:rPr>
                <a:t>3</a:t>
              </a:r>
              <a:endParaRPr lang="ar-EG" sz="2000" dirty="0">
                <a:latin typeface="Sakkal Majalla" panose="02000000000000000000" pitchFamily="2" charset="-78"/>
                <a:cs typeface="Sakkal Majalla" panose="02000000000000000000" pitchFamily="2" charset="-78"/>
              </a:endParaRPr>
            </a:p>
          </p:txBody>
        </p:sp>
        <p:sp>
          <p:nvSpPr>
            <p:cNvPr id="23" name="Text 21"/>
            <p:cNvSpPr/>
            <p:nvPr/>
          </p:nvSpPr>
          <p:spPr>
            <a:xfrm>
              <a:off x="548640" y="1463040"/>
              <a:ext cx="2763520" cy="512064"/>
            </a:xfrm>
            <a:prstGeom prst="rect">
              <a:avLst/>
            </a:prstGeom>
            <a:noFill/>
            <a:ln/>
          </p:spPr>
          <p:txBody>
            <a:bodyPr wrap="square" rtlCol="0" anchor="ctr"/>
            <a:lstStyle/>
            <a:p>
              <a:pPr algn="r" rtl="1"/>
              <a:r>
                <a:rPr lang="ar-EG" sz="2000" b="1" dirty="0">
                  <a:solidFill>
                    <a:srgbClr val="008658"/>
                  </a:solidFill>
                  <a:latin typeface="Sakkal Majalla" panose="02000000000000000000" pitchFamily="2" charset="-78"/>
                  <a:ea typeface="Arial" pitchFamily="34" charset="-122"/>
                  <a:cs typeface="Sakkal Majalla" panose="02000000000000000000" pitchFamily="2" charset="-78"/>
                </a:rPr>
                <a:t>تحليل المخاطر</a:t>
              </a:r>
              <a:endParaRPr lang="ar-EG" sz="2000" dirty="0">
                <a:solidFill>
                  <a:srgbClr val="008658"/>
                </a:solidFill>
                <a:latin typeface="Sakkal Majalla" panose="02000000000000000000" pitchFamily="2" charset="-78"/>
                <a:cs typeface="Sakkal Majalla" panose="02000000000000000000" pitchFamily="2" charset="-78"/>
              </a:endParaRPr>
            </a:p>
          </p:txBody>
        </p:sp>
        <p:sp>
          <p:nvSpPr>
            <p:cNvPr id="24" name="Shape 22"/>
            <p:cNvSpPr/>
            <p:nvPr/>
          </p:nvSpPr>
          <p:spPr>
            <a:xfrm>
              <a:off x="548640" y="2011680"/>
              <a:ext cx="3373120" cy="24384"/>
            </a:xfrm>
            <a:prstGeom prst="rect">
              <a:avLst/>
            </a:prstGeom>
            <a:solidFill>
              <a:srgbClr val="E0E8E4"/>
            </a:solidFill>
            <a:ln/>
          </p:spPr>
          <p:txBody>
            <a:bodyPr/>
            <a:lstStyle/>
            <a:p>
              <a:endParaRPr lang="ar-EG" sz="3200" dirty="0">
                <a:latin typeface="Sakkal Majalla" panose="02000000000000000000" pitchFamily="2" charset="-78"/>
                <a:cs typeface="Sakkal Majalla" panose="02000000000000000000" pitchFamily="2" charset="-78"/>
              </a:endParaRPr>
            </a:p>
          </p:txBody>
        </p:sp>
        <p:sp>
          <p:nvSpPr>
            <p:cNvPr id="25" name="Text 23"/>
            <p:cNvSpPr/>
            <p:nvPr/>
          </p:nvSpPr>
          <p:spPr>
            <a:xfrm>
              <a:off x="548640" y="2097024"/>
              <a:ext cx="3373120" cy="1341120"/>
            </a:xfrm>
            <a:prstGeom prst="rect">
              <a:avLst/>
            </a:prstGeom>
            <a:noFill/>
            <a:ln/>
          </p:spPr>
          <p:txBody>
            <a:bodyPr wrap="square" rtlCol="0" anchor="t"/>
            <a:lstStyle/>
            <a:p>
              <a:pPr algn="r" rtl="1"/>
              <a:r>
                <a:rPr lang="ar-EG" dirty="0">
                  <a:solidFill>
                    <a:srgbClr val="1C2B22"/>
                  </a:solidFill>
                  <a:latin typeface="Sakkal Majalla" panose="02000000000000000000" pitchFamily="2" charset="-78"/>
                  <a:ea typeface="Arial" pitchFamily="34" charset="-122"/>
                  <a:cs typeface="Sakkal Majalla" panose="02000000000000000000" pitchFamily="2" charset="-78"/>
                </a:rPr>
                <a:t>دراسة طبيعة المخاطر وخصائصها – يأخذ بعين الاعتبار: احتمالات الأحداث، فعالية الضوابط الموجودة، حجم التأثير، مستويات الحساسية والثقة</a:t>
              </a:r>
              <a:endParaRPr lang="ar-EG" dirty="0">
                <a:latin typeface="Sakkal Majalla" panose="02000000000000000000" pitchFamily="2" charset="-78"/>
                <a:cs typeface="Sakkal Majalla" panose="02000000000000000000" pitchFamily="2" charset="-78"/>
              </a:endParaRPr>
            </a:p>
          </p:txBody>
        </p:sp>
        <p:sp>
          <p:nvSpPr>
            <p:cNvPr id="26" name="Shape 24"/>
            <p:cNvSpPr/>
            <p:nvPr/>
          </p:nvSpPr>
          <p:spPr>
            <a:xfrm>
              <a:off x="8148320" y="3779520"/>
              <a:ext cx="3616960" cy="225552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ar-EG" sz="3200" dirty="0">
                <a:latin typeface="Sakkal Majalla" panose="02000000000000000000" pitchFamily="2" charset="-78"/>
                <a:cs typeface="Sakkal Majalla" panose="02000000000000000000" pitchFamily="2" charset="-78"/>
              </a:endParaRPr>
            </a:p>
          </p:txBody>
        </p:sp>
        <p:sp>
          <p:nvSpPr>
            <p:cNvPr id="27" name="Shape 25"/>
            <p:cNvSpPr/>
            <p:nvPr/>
          </p:nvSpPr>
          <p:spPr>
            <a:xfrm>
              <a:off x="8148320" y="3779520"/>
              <a:ext cx="3616960" cy="73152"/>
            </a:xfrm>
            <a:prstGeom prst="rect">
              <a:avLst/>
            </a:prstGeom>
            <a:solidFill>
              <a:srgbClr val="008658"/>
            </a:solidFill>
            <a:ln/>
          </p:spPr>
          <p:txBody>
            <a:bodyPr/>
            <a:lstStyle/>
            <a:p>
              <a:endParaRPr lang="ar-EG" sz="3200" dirty="0">
                <a:latin typeface="Sakkal Majalla" panose="02000000000000000000" pitchFamily="2" charset="-78"/>
                <a:cs typeface="Sakkal Majalla" panose="02000000000000000000" pitchFamily="2" charset="-78"/>
              </a:endParaRPr>
            </a:p>
          </p:txBody>
        </p:sp>
        <p:sp>
          <p:nvSpPr>
            <p:cNvPr id="28" name="Shape 26"/>
            <p:cNvSpPr/>
            <p:nvPr/>
          </p:nvSpPr>
          <p:spPr>
            <a:xfrm>
              <a:off x="11131296" y="3925824"/>
              <a:ext cx="463296" cy="463296"/>
            </a:xfrm>
            <a:prstGeom prst="ellipse">
              <a:avLst/>
            </a:prstGeom>
            <a:solidFill>
              <a:srgbClr val="008658"/>
            </a:solidFill>
            <a:ln w="12700">
              <a:solidFill>
                <a:srgbClr val="154F31"/>
              </a:solidFill>
              <a:prstDash val="solid"/>
            </a:ln>
          </p:spPr>
          <p:txBody>
            <a:bodyPr/>
            <a:lstStyle/>
            <a:p>
              <a:endParaRPr lang="ar-EG" sz="3200" dirty="0">
                <a:latin typeface="Sakkal Majalla" panose="02000000000000000000" pitchFamily="2" charset="-78"/>
                <a:cs typeface="Sakkal Majalla" panose="02000000000000000000" pitchFamily="2" charset="-78"/>
              </a:endParaRPr>
            </a:p>
          </p:txBody>
        </p:sp>
        <p:sp>
          <p:nvSpPr>
            <p:cNvPr id="29" name="Text 27"/>
            <p:cNvSpPr/>
            <p:nvPr/>
          </p:nvSpPr>
          <p:spPr>
            <a:xfrm>
              <a:off x="11131296" y="3938016"/>
              <a:ext cx="463296" cy="438912"/>
            </a:xfrm>
            <a:prstGeom prst="rect">
              <a:avLst/>
            </a:prstGeom>
            <a:noFill/>
            <a:ln/>
          </p:spPr>
          <p:txBody>
            <a:bodyPr wrap="square" rtlCol="0" anchor="ctr"/>
            <a:lstStyle/>
            <a:p>
              <a:pPr algn="ctr"/>
              <a:r>
                <a:rPr lang="ar-EG" sz="2000" b="1" dirty="0">
                  <a:solidFill>
                    <a:srgbClr val="FFFFFF"/>
                  </a:solidFill>
                  <a:latin typeface="Sakkal Majalla" panose="02000000000000000000" pitchFamily="2" charset="-78"/>
                  <a:ea typeface="Calibri" pitchFamily="34" charset="-122"/>
                  <a:cs typeface="Sakkal Majalla" panose="02000000000000000000" pitchFamily="2" charset="-78"/>
                </a:rPr>
                <a:t>4</a:t>
              </a:r>
              <a:endParaRPr lang="ar-EG" sz="2000" dirty="0">
                <a:latin typeface="Sakkal Majalla" panose="02000000000000000000" pitchFamily="2" charset="-78"/>
                <a:cs typeface="Sakkal Majalla" panose="02000000000000000000" pitchFamily="2" charset="-78"/>
              </a:endParaRPr>
            </a:p>
          </p:txBody>
        </p:sp>
        <p:sp>
          <p:nvSpPr>
            <p:cNvPr id="30" name="Text 28"/>
            <p:cNvSpPr/>
            <p:nvPr/>
          </p:nvSpPr>
          <p:spPr>
            <a:xfrm>
              <a:off x="8270240" y="3901440"/>
              <a:ext cx="2763520" cy="512064"/>
            </a:xfrm>
            <a:prstGeom prst="rect">
              <a:avLst/>
            </a:prstGeom>
            <a:noFill/>
            <a:ln/>
          </p:spPr>
          <p:txBody>
            <a:bodyPr wrap="square" rtlCol="0" anchor="ctr"/>
            <a:lstStyle/>
            <a:p>
              <a:pPr algn="r" rtl="1"/>
              <a:r>
                <a:rPr lang="ar-EG" sz="2000" b="1" dirty="0">
                  <a:solidFill>
                    <a:srgbClr val="008658"/>
                  </a:solidFill>
                  <a:latin typeface="Sakkal Majalla" panose="02000000000000000000" pitchFamily="2" charset="-78"/>
                  <a:ea typeface="Arial" pitchFamily="34" charset="-122"/>
                  <a:cs typeface="Sakkal Majalla" panose="02000000000000000000" pitchFamily="2" charset="-78"/>
                </a:rPr>
                <a:t>تقييم المخاطر</a:t>
              </a:r>
              <a:endParaRPr lang="ar-EG" sz="2000" dirty="0">
                <a:solidFill>
                  <a:srgbClr val="008658"/>
                </a:solidFill>
                <a:latin typeface="Sakkal Majalla" panose="02000000000000000000" pitchFamily="2" charset="-78"/>
                <a:cs typeface="Sakkal Majalla" panose="02000000000000000000" pitchFamily="2" charset="-78"/>
              </a:endParaRPr>
            </a:p>
          </p:txBody>
        </p:sp>
        <p:sp>
          <p:nvSpPr>
            <p:cNvPr id="31" name="Shape 29"/>
            <p:cNvSpPr/>
            <p:nvPr/>
          </p:nvSpPr>
          <p:spPr>
            <a:xfrm>
              <a:off x="8270240" y="4450080"/>
              <a:ext cx="3373120" cy="24384"/>
            </a:xfrm>
            <a:prstGeom prst="rect">
              <a:avLst/>
            </a:prstGeom>
            <a:solidFill>
              <a:srgbClr val="E0E8E4"/>
            </a:solidFill>
            <a:ln/>
          </p:spPr>
          <p:txBody>
            <a:bodyPr/>
            <a:lstStyle/>
            <a:p>
              <a:endParaRPr lang="ar-EG" sz="3200" dirty="0">
                <a:latin typeface="Sakkal Majalla" panose="02000000000000000000" pitchFamily="2" charset="-78"/>
                <a:cs typeface="Sakkal Majalla" panose="02000000000000000000" pitchFamily="2" charset="-78"/>
              </a:endParaRPr>
            </a:p>
          </p:txBody>
        </p:sp>
        <p:sp>
          <p:nvSpPr>
            <p:cNvPr id="32" name="Text 30"/>
            <p:cNvSpPr/>
            <p:nvPr/>
          </p:nvSpPr>
          <p:spPr>
            <a:xfrm>
              <a:off x="8270240" y="4535424"/>
              <a:ext cx="3373120" cy="1341120"/>
            </a:xfrm>
            <a:prstGeom prst="rect">
              <a:avLst/>
            </a:prstGeom>
            <a:noFill/>
            <a:ln/>
          </p:spPr>
          <p:txBody>
            <a:bodyPr wrap="square" rtlCol="0" anchor="t"/>
            <a:lstStyle/>
            <a:p>
              <a:pPr algn="r" rtl="1"/>
              <a:r>
                <a:rPr lang="ar-EG" dirty="0">
                  <a:solidFill>
                    <a:srgbClr val="1C2B22"/>
                  </a:solidFill>
                  <a:latin typeface="Sakkal Majalla" panose="02000000000000000000" pitchFamily="2" charset="-78"/>
                  <a:ea typeface="Arial" pitchFamily="34" charset="-122"/>
                  <a:cs typeface="Sakkal Majalla" panose="02000000000000000000" pitchFamily="2" charset="-78"/>
                </a:rPr>
                <a:t>مقارنة مستوى الخطر بمعايير القبول (مصفوفة الأثر × الاحتمالية) لتحديد أولويات المعالجة وتوثيق النتائج مع أصحاب المصلحة</a:t>
              </a:r>
              <a:endParaRPr lang="ar-EG" dirty="0">
                <a:latin typeface="Sakkal Majalla" panose="02000000000000000000" pitchFamily="2" charset="-78"/>
                <a:cs typeface="Sakkal Majalla" panose="02000000000000000000" pitchFamily="2" charset="-78"/>
              </a:endParaRPr>
            </a:p>
          </p:txBody>
        </p:sp>
        <p:sp>
          <p:nvSpPr>
            <p:cNvPr id="33" name="Shape 31"/>
            <p:cNvSpPr/>
            <p:nvPr/>
          </p:nvSpPr>
          <p:spPr>
            <a:xfrm>
              <a:off x="4287520" y="3779520"/>
              <a:ext cx="3616960" cy="225552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ar-EG" sz="3200" dirty="0">
                <a:latin typeface="Sakkal Majalla" panose="02000000000000000000" pitchFamily="2" charset="-78"/>
                <a:cs typeface="Sakkal Majalla" panose="02000000000000000000" pitchFamily="2" charset="-78"/>
              </a:endParaRPr>
            </a:p>
          </p:txBody>
        </p:sp>
        <p:sp>
          <p:nvSpPr>
            <p:cNvPr id="34" name="Shape 32"/>
            <p:cNvSpPr/>
            <p:nvPr/>
          </p:nvSpPr>
          <p:spPr>
            <a:xfrm>
              <a:off x="4287520" y="3779520"/>
              <a:ext cx="3616960" cy="73152"/>
            </a:xfrm>
            <a:prstGeom prst="rect">
              <a:avLst/>
            </a:prstGeom>
            <a:solidFill>
              <a:srgbClr val="008658"/>
            </a:solidFill>
            <a:ln/>
          </p:spPr>
          <p:txBody>
            <a:bodyPr/>
            <a:lstStyle/>
            <a:p>
              <a:endParaRPr lang="ar-EG" sz="3200" dirty="0">
                <a:latin typeface="Sakkal Majalla" panose="02000000000000000000" pitchFamily="2" charset="-78"/>
                <a:cs typeface="Sakkal Majalla" panose="02000000000000000000" pitchFamily="2" charset="-78"/>
              </a:endParaRPr>
            </a:p>
          </p:txBody>
        </p:sp>
        <p:sp>
          <p:nvSpPr>
            <p:cNvPr id="35" name="Shape 33"/>
            <p:cNvSpPr/>
            <p:nvPr/>
          </p:nvSpPr>
          <p:spPr>
            <a:xfrm>
              <a:off x="7270496" y="3925824"/>
              <a:ext cx="463296" cy="463296"/>
            </a:xfrm>
            <a:prstGeom prst="ellipse">
              <a:avLst/>
            </a:prstGeom>
            <a:solidFill>
              <a:srgbClr val="008658"/>
            </a:solidFill>
            <a:ln w="12700">
              <a:solidFill>
                <a:srgbClr val="154F31"/>
              </a:solidFill>
              <a:prstDash val="solid"/>
            </a:ln>
          </p:spPr>
          <p:txBody>
            <a:bodyPr/>
            <a:lstStyle/>
            <a:p>
              <a:endParaRPr lang="ar-EG" sz="3200" dirty="0">
                <a:latin typeface="Sakkal Majalla" panose="02000000000000000000" pitchFamily="2" charset="-78"/>
                <a:cs typeface="Sakkal Majalla" panose="02000000000000000000" pitchFamily="2" charset="-78"/>
              </a:endParaRPr>
            </a:p>
          </p:txBody>
        </p:sp>
        <p:sp>
          <p:nvSpPr>
            <p:cNvPr id="36" name="Text 34"/>
            <p:cNvSpPr/>
            <p:nvPr/>
          </p:nvSpPr>
          <p:spPr>
            <a:xfrm>
              <a:off x="7270496" y="3938016"/>
              <a:ext cx="463296" cy="438912"/>
            </a:xfrm>
            <a:prstGeom prst="rect">
              <a:avLst/>
            </a:prstGeom>
            <a:noFill/>
            <a:ln/>
          </p:spPr>
          <p:txBody>
            <a:bodyPr wrap="square" rtlCol="0" anchor="ctr"/>
            <a:lstStyle/>
            <a:p>
              <a:pPr algn="ctr"/>
              <a:r>
                <a:rPr lang="ar-EG" sz="2000" b="1" dirty="0">
                  <a:solidFill>
                    <a:srgbClr val="FFFFFF"/>
                  </a:solidFill>
                  <a:latin typeface="Sakkal Majalla" panose="02000000000000000000" pitchFamily="2" charset="-78"/>
                  <a:ea typeface="Calibri" pitchFamily="34" charset="-122"/>
                  <a:cs typeface="Sakkal Majalla" panose="02000000000000000000" pitchFamily="2" charset="-78"/>
                </a:rPr>
                <a:t>5</a:t>
              </a:r>
              <a:endParaRPr lang="ar-EG" sz="2000" dirty="0">
                <a:latin typeface="Sakkal Majalla" panose="02000000000000000000" pitchFamily="2" charset="-78"/>
                <a:cs typeface="Sakkal Majalla" panose="02000000000000000000" pitchFamily="2" charset="-78"/>
              </a:endParaRPr>
            </a:p>
          </p:txBody>
        </p:sp>
        <p:sp>
          <p:nvSpPr>
            <p:cNvPr id="37" name="Text 35"/>
            <p:cNvSpPr/>
            <p:nvPr/>
          </p:nvSpPr>
          <p:spPr>
            <a:xfrm>
              <a:off x="4409440" y="3901440"/>
              <a:ext cx="2763520" cy="512064"/>
            </a:xfrm>
            <a:prstGeom prst="rect">
              <a:avLst/>
            </a:prstGeom>
            <a:noFill/>
            <a:ln/>
          </p:spPr>
          <p:txBody>
            <a:bodyPr wrap="square" rtlCol="0" anchor="ctr"/>
            <a:lstStyle/>
            <a:p>
              <a:pPr algn="r" rtl="1"/>
              <a:r>
                <a:rPr lang="ar-EG" sz="2000" b="1" dirty="0">
                  <a:solidFill>
                    <a:srgbClr val="008658"/>
                  </a:solidFill>
                  <a:latin typeface="Sakkal Majalla" panose="02000000000000000000" pitchFamily="2" charset="-78"/>
                  <a:ea typeface="Arial" pitchFamily="34" charset="-122"/>
                  <a:cs typeface="Sakkal Majalla" panose="02000000000000000000" pitchFamily="2" charset="-78"/>
                </a:rPr>
                <a:t>معالجة المخاطر</a:t>
              </a:r>
              <a:endParaRPr lang="ar-EG" sz="2000" dirty="0">
                <a:solidFill>
                  <a:srgbClr val="008658"/>
                </a:solidFill>
                <a:latin typeface="Sakkal Majalla" panose="02000000000000000000" pitchFamily="2" charset="-78"/>
                <a:cs typeface="Sakkal Majalla" panose="02000000000000000000" pitchFamily="2" charset="-78"/>
              </a:endParaRPr>
            </a:p>
          </p:txBody>
        </p:sp>
        <p:sp>
          <p:nvSpPr>
            <p:cNvPr id="38" name="Shape 36"/>
            <p:cNvSpPr/>
            <p:nvPr/>
          </p:nvSpPr>
          <p:spPr>
            <a:xfrm>
              <a:off x="4409440" y="4450080"/>
              <a:ext cx="3373120" cy="24384"/>
            </a:xfrm>
            <a:prstGeom prst="rect">
              <a:avLst/>
            </a:prstGeom>
            <a:solidFill>
              <a:srgbClr val="E0E8E4"/>
            </a:solidFill>
            <a:ln/>
          </p:spPr>
          <p:txBody>
            <a:bodyPr/>
            <a:lstStyle/>
            <a:p>
              <a:endParaRPr lang="ar-EG" sz="3200" dirty="0">
                <a:latin typeface="Sakkal Majalla" panose="02000000000000000000" pitchFamily="2" charset="-78"/>
                <a:cs typeface="Sakkal Majalla" panose="02000000000000000000" pitchFamily="2" charset="-78"/>
              </a:endParaRPr>
            </a:p>
          </p:txBody>
        </p:sp>
        <p:sp>
          <p:nvSpPr>
            <p:cNvPr id="39" name="Text 37"/>
            <p:cNvSpPr/>
            <p:nvPr/>
          </p:nvSpPr>
          <p:spPr>
            <a:xfrm>
              <a:off x="4409440" y="4535424"/>
              <a:ext cx="3373120" cy="1341120"/>
            </a:xfrm>
            <a:prstGeom prst="rect">
              <a:avLst/>
            </a:prstGeom>
            <a:noFill/>
            <a:ln/>
          </p:spPr>
          <p:txBody>
            <a:bodyPr wrap="square" rtlCol="0" anchor="t"/>
            <a:lstStyle/>
            <a:p>
              <a:pPr algn="r" rtl="1"/>
              <a:r>
                <a:rPr lang="ar-EG" dirty="0">
                  <a:solidFill>
                    <a:srgbClr val="1C2B22"/>
                  </a:solidFill>
                  <a:latin typeface="Sakkal Majalla" panose="02000000000000000000" pitchFamily="2" charset="-78"/>
                  <a:ea typeface="Arial" pitchFamily="34" charset="-122"/>
                  <a:cs typeface="Sakkal Majalla" panose="02000000000000000000" pitchFamily="2" charset="-78"/>
                </a:rPr>
                <a:t>خيارات المعالجة: تعزيز ضوابط حالية | إضافة ضوابط وقائية جديدة | إعادة تصميم إجراءات العمل | تدريب مستهدف | إعادة النظر في نماذج التشغيل</a:t>
              </a:r>
              <a:endParaRPr lang="ar-EG" dirty="0">
                <a:latin typeface="Sakkal Majalla" panose="02000000000000000000" pitchFamily="2" charset="-78"/>
                <a:cs typeface="Sakkal Majalla" panose="02000000000000000000" pitchFamily="2" charset="-78"/>
              </a:endParaRPr>
            </a:p>
          </p:txBody>
        </p:sp>
        <p:sp>
          <p:nvSpPr>
            <p:cNvPr id="40" name="Shape 38"/>
            <p:cNvSpPr/>
            <p:nvPr/>
          </p:nvSpPr>
          <p:spPr>
            <a:xfrm>
              <a:off x="426720" y="3779520"/>
              <a:ext cx="3616960" cy="225552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ar-EG" sz="3200" dirty="0">
                <a:latin typeface="Sakkal Majalla" panose="02000000000000000000" pitchFamily="2" charset="-78"/>
                <a:cs typeface="Sakkal Majalla" panose="02000000000000000000" pitchFamily="2" charset="-78"/>
              </a:endParaRPr>
            </a:p>
          </p:txBody>
        </p:sp>
        <p:sp>
          <p:nvSpPr>
            <p:cNvPr id="41" name="Shape 39"/>
            <p:cNvSpPr/>
            <p:nvPr/>
          </p:nvSpPr>
          <p:spPr>
            <a:xfrm>
              <a:off x="426720" y="3779520"/>
              <a:ext cx="3616960" cy="73152"/>
            </a:xfrm>
            <a:prstGeom prst="rect">
              <a:avLst/>
            </a:prstGeom>
            <a:solidFill>
              <a:srgbClr val="008658"/>
            </a:solidFill>
            <a:ln/>
          </p:spPr>
          <p:txBody>
            <a:bodyPr/>
            <a:lstStyle/>
            <a:p>
              <a:endParaRPr lang="ar-EG" sz="3200" dirty="0">
                <a:latin typeface="Sakkal Majalla" panose="02000000000000000000" pitchFamily="2" charset="-78"/>
                <a:cs typeface="Sakkal Majalla" panose="02000000000000000000" pitchFamily="2" charset="-78"/>
              </a:endParaRPr>
            </a:p>
          </p:txBody>
        </p:sp>
        <p:sp>
          <p:nvSpPr>
            <p:cNvPr id="42" name="Shape 40"/>
            <p:cNvSpPr/>
            <p:nvPr/>
          </p:nvSpPr>
          <p:spPr>
            <a:xfrm>
              <a:off x="3409696" y="3925824"/>
              <a:ext cx="463296" cy="463296"/>
            </a:xfrm>
            <a:prstGeom prst="ellipse">
              <a:avLst/>
            </a:prstGeom>
            <a:solidFill>
              <a:srgbClr val="008658"/>
            </a:solidFill>
            <a:ln w="12700">
              <a:solidFill>
                <a:srgbClr val="154F31"/>
              </a:solidFill>
              <a:prstDash val="solid"/>
            </a:ln>
          </p:spPr>
          <p:txBody>
            <a:bodyPr/>
            <a:lstStyle/>
            <a:p>
              <a:endParaRPr lang="ar-EG" sz="3200" dirty="0">
                <a:latin typeface="Sakkal Majalla" panose="02000000000000000000" pitchFamily="2" charset="-78"/>
                <a:cs typeface="Sakkal Majalla" panose="02000000000000000000" pitchFamily="2" charset="-78"/>
              </a:endParaRPr>
            </a:p>
          </p:txBody>
        </p:sp>
        <p:sp>
          <p:nvSpPr>
            <p:cNvPr id="43" name="Text 41"/>
            <p:cNvSpPr/>
            <p:nvPr/>
          </p:nvSpPr>
          <p:spPr>
            <a:xfrm>
              <a:off x="3409696" y="3938016"/>
              <a:ext cx="463296" cy="438912"/>
            </a:xfrm>
            <a:prstGeom prst="rect">
              <a:avLst/>
            </a:prstGeom>
            <a:noFill/>
            <a:ln/>
          </p:spPr>
          <p:txBody>
            <a:bodyPr wrap="square" rtlCol="0" anchor="ctr"/>
            <a:lstStyle/>
            <a:p>
              <a:pPr algn="ctr"/>
              <a:r>
                <a:rPr lang="ar-EG" sz="2000" b="1" dirty="0">
                  <a:solidFill>
                    <a:srgbClr val="FFFFFF"/>
                  </a:solidFill>
                  <a:latin typeface="Sakkal Majalla" panose="02000000000000000000" pitchFamily="2" charset="-78"/>
                  <a:ea typeface="Calibri" pitchFamily="34" charset="-122"/>
                  <a:cs typeface="Sakkal Majalla" panose="02000000000000000000" pitchFamily="2" charset="-78"/>
                </a:rPr>
                <a:t>6</a:t>
              </a:r>
              <a:endParaRPr lang="ar-EG" sz="2000" dirty="0">
                <a:latin typeface="Sakkal Majalla" panose="02000000000000000000" pitchFamily="2" charset="-78"/>
                <a:cs typeface="Sakkal Majalla" panose="02000000000000000000" pitchFamily="2" charset="-78"/>
              </a:endParaRPr>
            </a:p>
          </p:txBody>
        </p:sp>
        <p:sp>
          <p:nvSpPr>
            <p:cNvPr id="44" name="Text 42"/>
            <p:cNvSpPr/>
            <p:nvPr/>
          </p:nvSpPr>
          <p:spPr>
            <a:xfrm>
              <a:off x="548640" y="3901440"/>
              <a:ext cx="2763520" cy="512064"/>
            </a:xfrm>
            <a:prstGeom prst="rect">
              <a:avLst/>
            </a:prstGeom>
            <a:noFill/>
            <a:ln/>
          </p:spPr>
          <p:txBody>
            <a:bodyPr wrap="square" rtlCol="0" anchor="ctr"/>
            <a:lstStyle/>
            <a:p>
              <a:pPr algn="r" rtl="1"/>
              <a:r>
                <a:rPr lang="ar-EG" sz="2000" b="1" dirty="0">
                  <a:solidFill>
                    <a:srgbClr val="008658"/>
                  </a:solidFill>
                  <a:latin typeface="Sakkal Majalla" panose="02000000000000000000" pitchFamily="2" charset="-78"/>
                  <a:ea typeface="Arial" pitchFamily="34" charset="-122"/>
                  <a:cs typeface="Sakkal Majalla" panose="02000000000000000000" pitchFamily="2" charset="-78"/>
                </a:rPr>
                <a:t>المراقبة والمراجعة والتسجيل</a:t>
              </a:r>
              <a:endParaRPr lang="ar-EG" sz="2000" dirty="0">
                <a:solidFill>
                  <a:srgbClr val="008658"/>
                </a:solidFill>
                <a:latin typeface="Sakkal Majalla" panose="02000000000000000000" pitchFamily="2" charset="-78"/>
                <a:cs typeface="Sakkal Majalla" panose="02000000000000000000" pitchFamily="2" charset="-78"/>
              </a:endParaRPr>
            </a:p>
          </p:txBody>
        </p:sp>
        <p:sp>
          <p:nvSpPr>
            <p:cNvPr id="45" name="Shape 43"/>
            <p:cNvSpPr/>
            <p:nvPr/>
          </p:nvSpPr>
          <p:spPr>
            <a:xfrm>
              <a:off x="548640" y="4450080"/>
              <a:ext cx="3373120" cy="24384"/>
            </a:xfrm>
            <a:prstGeom prst="rect">
              <a:avLst/>
            </a:prstGeom>
            <a:solidFill>
              <a:srgbClr val="E0E8E4"/>
            </a:solidFill>
            <a:ln/>
          </p:spPr>
          <p:txBody>
            <a:bodyPr/>
            <a:lstStyle/>
            <a:p>
              <a:endParaRPr lang="ar-EG" sz="3200" dirty="0">
                <a:latin typeface="Sakkal Majalla" panose="02000000000000000000" pitchFamily="2" charset="-78"/>
                <a:cs typeface="Sakkal Majalla" panose="02000000000000000000" pitchFamily="2" charset="-78"/>
              </a:endParaRPr>
            </a:p>
          </p:txBody>
        </p:sp>
        <p:sp>
          <p:nvSpPr>
            <p:cNvPr id="46" name="Text 44"/>
            <p:cNvSpPr/>
            <p:nvPr/>
          </p:nvSpPr>
          <p:spPr>
            <a:xfrm>
              <a:off x="548640" y="4535424"/>
              <a:ext cx="3373120" cy="1341120"/>
            </a:xfrm>
            <a:prstGeom prst="rect">
              <a:avLst/>
            </a:prstGeom>
            <a:noFill/>
            <a:ln/>
          </p:spPr>
          <p:txBody>
            <a:bodyPr wrap="square" rtlCol="0" anchor="t"/>
            <a:lstStyle/>
            <a:p>
              <a:pPr algn="r" rtl="1"/>
              <a:r>
                <a:rPr lang="ar-EG" dirty="0">
                  <a:solidFill>
                    <a:srgbClr val="1C2B22"/>
                  </a:solidFill>
                  <a:latin typeface="Sakkal Majalla" panose="02000000000000000000" pitchFamily="2" charset="-78"/>
                  <a:ea typeface="Arial" pitchFamily="34" charset="-122"/>
                  <a:cs typeface="Sakkal Majalla" panose="02000000000000000000" pitchFamily="2" charset="-78"/>
                </a:rPr>
                <a:t>مراقبة مستمرة لدورة حياة الخطر، توثيق عملية التعامل مع المخاطر، تقديم التقارير والمردودات للإدارة ولأصحاب المساءلة</a:t>
              </a:r>
              <a:endParaRPr lang="ar-EG" dirty="0">
                <a:latin typeface="Sakkal Majalla" panose="02000000000000000000" pitchFamily="2" charset="-78"/>
                <a:cs typeface="Sakkal Majalla" panose="02000000000000000000" pitchFamily="2" charset="-78"/>
              </a:endParaRPr>
            </a:p>
          </p:txBody>
        </p:sp>
      </p:grpSp>
    </p:spTree>
    <p:extLst>
      <p:ext uri="{BB962C8B-B14F-4D97-AF65-F5344CB8AC3E}">
        <p14:creationId xmlns:p14="http://schemas.microsoft.com/office/powerpoint/2010/main" val="1623990879"/>
      </p:ext>
    </p:extLst>
  </p:cSld>
  <p:clrMapOvr>
    <a:masterClrMapping/>
  </p:clrMapOvr>
  <p:transition spd="me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5CAA61-83DC-9EE6-A23F-CC507481922C}"/>
            </a:ext>
          </a:extLst>
        </p:cNvPr>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FB0A1517-1A48-DFD7-D9BE-5F44193B25EB}"/>
              </a:ext>
            </a:extLst>
          </p:cNvPr>
          <p:cNvGraphicFramePr>
            <a:graphicFrameLocks noChangeAspect="1"/>
          </p:cNvGraphicFramePr>
          <p:nvPr>
            <p:custDataLst>
              <p:tags r:id="rId1"/>
            </p:custDataLst>
          </p:nvPr>
        </p:nvGraphicFramePr>
        <p:xfrm>
          <a:off x="11163" y="1489"/>
          <a:ext cx="1489" cy="1489"/>
        </p:xfrm>
        <a:graphic>
          <a:graphicData uri="http://schemas.openxmlformats.org/presentationml/2006/ole">
            <mc:AlternateContent xmlns:mc="http://schemas.openxmlformats.org/markup-compatibility/2006">
              <mc:Choice xmlns:v="urn:schemas-microsoft-com:vml" Requires="v">
                <p:oleObj name="think-cell Slide" r:id="rId4" imgW="395" imgH="396" progId="TCLayout.ActiveDocument.1">
                  <p:embed/>
                </p:oleObj>
              </mc:Choice>
              <mc:Fallback>
                <p:oleObj name="think-cell Slide" r:id="rId4" imgW="395" imgH="396" progId="TCLayout.ActiveDocument.1">
                  <p:embed/>
                  <p:pic>
                    <p:nvPicPr>
                      <p:cNvPr id="4" name="Object 3" hidden="1">
                        <a:extLst>
                          <a:ext uri="{FF2B5EF4-FFF2-40B4-BE49-F238E27FC236}">
                            <a16:creationId xmlns:a16="http://schemas.microsoft.com/office/drawing/2014/main" id="{4D386A5F-0E4C-5D45-4E2F-3B199CAE0404}"/>
                          </a:ext>
                        </a:extLst>
                      </p:cNvPr>
                      <p:cNvPicPr/>
                      <p:nvPr/>
                    </p:nvPicPr>
                    <p:blipFill>
                      <a:blip r:embed="rId5"/>
                      <a:stretch>
                        <a:fillRect/>
                      </a:stretch>
                    </p:blipFill>
                    <p:spPr>
                      <a:xfrm>
                        <a:off x="11163" y="1489"/>
                        <a:ext cx="1489" cy="1489"/>
                      </a:xfrm>
                      <a:prstGeom prst="rect">
                        <a:avLst/>
                      </a:prstGeom>
                    </p:spPr>
                  </p:pic>
                </p:oleObj>
              </mc:Fallback>
            </mc:AlternateContent>
          </a:graphicData>
        </a:graphic>
      </p:graphicFrame>
      <p:sp>
        <p:nvSpPr>
          <p:cNvPr id="2" name="Text Placeholder 1">
            <a:extLst>
              <a:ext uri="{FF2B5EF4-FFF2-40B4-BE49-F238E27FC236}">
                <a16:creationId xmlns:a16="http://schemas.microsoft.com/office/drawing/2014/main" id="{BC6D5252-9CD7-AAAA-F9FB-BDD509822DC9}"/>
              </a:ext>
            </a:extLst>
          </p:cNvPr>
          <p:cNvSpPr txBox="1">
            <a:spLocks/>
          </p:cNvSpPr>
          <p:nvPr/>
        </p:nvSpPr>
        <p:spPr>
          <a:xfrm>
            <a:off x="5495081" y="159153"/>
            <a:ext cx="6389688" cy="523220"/>
          </a:xfrm>
          <a:prstGeom prst="rect">
            <a:avLst/>
          </a:prstGeom>
        </p:spPr>
        <p:txBody>
          <a:bodyPr vert="horz" lIns="91440" tIns="45720" rIns="91440" bIns="45720" rtlCol="0">
            <a:spAutoFit/>
          </a:bodyPr>
          <a:lstStyle>
            <a:lvl1pPr marL="0" indent="0" algn="r" defTabSz="685800" rtl="1" eaLnBrk="1" latinLnBrk="0" hangingPunct="1">
              <a:lnSpc>
                <a:spcPct val="100000"/>
              </a:lnSpc>
              <a:spcBef>
                <a:spcPts val="750"/>
              </a:spcBef>
              <a:buFont typeface="Arial" panose="020B0604020202020204" pitchFamily="34" charset="0"/>
              <a:buNone/>
              <a:defRPr sz="2000" b="1" kern="1200">
                <a:solidFill>
                  <a:schemeClr val="accent3"/>
                </a:solidFill>
                <a:latin typeface="+mn-lt"/>
                <a:ea typeface="+mn-ea"/>
                <a:cs typeface="+mj-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defRPr/>
            </a:pPr>
            <a:r>
              <a:rPr lang="ar-EG" sz="2800" dirty="0">
                <a:solidFill>
                  <a:srgbClr val="008658"/>
                </a:solidFill>
                <a:latin typeface="Calibri" pitchFamily="34" charset="0"/>
                <a:cs typeface="Calibri" pitchFamily="34" charset="-120"/>
              </a:rPr>
              <a:t>سجل المخاطر وإعداد التقارير التحليلية</a:t>
            </a:r>
          </a:p>
        </p:txBody>
      </p:sp>
      <p:grpSp>
        <p:nvGrpSpPr>
          <p:cNvPr id="49" name="Group 48">
            <a:extLst>
              <a:ext uri="{FF2B5EF4-FFF2-40B4-BE49-F238E27FC236}">
                <a16:creationId xmlns:a16="http://schemas.microsoft.com/office/drawing/2014/main" id="{589B683A-3F3F-5714-D17B-BD3B17B51D65}"/>
              </a:ext>
            </a:extLst>
          </p:cNvPr>
          <p:cNvGrpSpPr/>
          <p:nvPr/>
        </p:nvGrpSpPr>
        <p:grpSpPr>
          <a:xfrm>
            <a:off x="426720" y="1276468"/>
            <a:ext cx="11266516" cy="4693920"/>
            <a:chOff x="426720" y="1341120"/>
            <a:chExt cx="11338560" cy="4693920"/>
          </a:xfrm>
        </p:grpSpPr>
        <p:sp>
          <p:nvSpPr>
            <p:cNvPr id="5" name="Shape 3"/>
            <p:cNvSpPr/>
            <p:nvPr/>
          </p:nvSpPr>
          <p:spPr>
            <a:xfrm>
              <a:off x="8148320" y="1341120"/>
              <a:ext cx="3616960" cy="225552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ar-EG" sz="3200" dirty="0">
                <a:latin typeface="Sakkal Majalla" panose="02000000000000000000" pitchFamily="2" charset="-78"/>
                <a:cs typeface="Sakkal Majalla" panose="02000000000000000000" pitchFamily="2" charset="-78"/>
              </a:endParaRPr>
            </a:p>
          </p:txBody>
        </p:sp>
        <p:sp>
          <p:nvSpPr>
            <p:cNvPr id="6" name="Shape 4"/>
            <p:cNvSpPr/>
            <p:nvPr/>
          </p:nvSpPr>
          <p:spPr>
            <a:xfrm>
              <a:off x="8148320" y="1341120"/>
              <a:ext cx="3616960" cy="73152"/>
            </a:xfrm>
            <a:prstGeom prst="rect">
              <a:avLst/>
            </a:prstGeom>
            <a:solidFill>
              <a:srgbClr val="008658"/>
            </a:solidFill>
            <a:ln/>
          </p:spPr>
          <p:txBody>
            <a:bodyPr/>
            <a:lstStyle/>
            <a:p>
              <a:endParaRPr lang="ar-EG" sz="3200" dirty="0">
                <a:solidFill>
                  <a:srgbClr val="008658"/>
                </a:solidFill>
                <a:latin typeface="Sakkal Majalla" panose="02000000000000000000" pitchFamily="2" charset="-78"/>
                <a:cs typeface="Sakkal Majalla" panose="02000000000000000000" pitchFamily="2" charset="-78"/>
              </a:endParaRPr>
            </a:p>
          </p:txBody>
        </p:sp>
        <p:sp>
          <p:nvSpPr>
            <p:cNvPr id="7" name="Shape 5"/>
            <p:cNvSpPr/>
            <p:nvPr/>
          </p:nvSpPr>
          <p:spPr>
            <a:xfrm>
              <a:off x="11131296" y="1487424"/>
              <a:ext cx="463296" cy="463296"/>
            </a:xfrm>
            <a:prstGeom prst="ellipse">
              <a:avLst/>
            </a:prstGeom>
            <a:solidFill>
              <a:srgbClr val="008658"/>
            </a:solidFill>
            <a:ln w="12700">
              <a:solidFill>
                <a:srgbClr val="154F31"/>
              </a:solidFill>
              <a:prstDash val="solid"/>
            </a:ln>
          </p:spPr>
          <p:txBody>
            <a:bodyPr/>
            <a:lstStyle/>
            <a:p>
              <a:endParaRPr lang="ar-EG" sz="3200" dirty="0">
                <a:solidFill>
                  <a:srgbClr val="008658"/>
                </a:solidFill>
                <a:latin typeface="Sakkal Majalla" panose="02000000000000000000" pitchFamily="2" charset="-78"/>
                <a:cs typeface="Sakkal Majalla" panose="02000000000000000000" pitchFamily="2" charset="-78"/>
              </a:endParaRPr>
            </a:p>
          </p:txBody>
        </p:sp>
        <p:sp>
          <p:nvSpPr>
            <p:cNvPr id="8" name="Text 6"/>
            <p:cNvSpPr/>
            <p:nvPr/>
          </p:nvSpPr>
          <p:spPr>
            <a:xfrm>
              <a:off x="11131296" y="1499616"/>
              <a:ext cx="463296" cy="438912"/>
            </a:xfrm>
            <a:prstGeom prst="rect">
              <a:avLst/>
            </a:prstGeom>
            <a:noFill/>
            <a:ln/>
          </p:spPr>
          <p:txBody>
            <a:bodyPr wrap="square" rtlCol="0" anchor="ctr"/>
            <a:lstStyle/>
            <a:p>
              <a:pPr algn="ctr"/>
              <a:r>
                <a:rPr lang="ar-EG" sz="2000" b="1" dirty="0">
                  <a:solidFill>
                    <a:srgbClr val="FFFFFF"/>
                  </a:solidFill>
                  <a:latin typeface="Sakkal Majalla" panose="02000000000000000000" pitchFamily="2" charset="-78"/>
                  <a:ea typeface="Calibri" pitchFamily="34" charset="-122"/>
                  <a:cs typeface="Sakkal Majalla" panose="02000000000000000000" pitchFamily="2" charset="-78"/>
                </a:rPr>
                <a:t>1</a:t>
              </a:r>
              <a:endParaRPr lang="ar-EG" sz="2000" dirty="0">
                <a:latin typeface="Sakkal Majalla" panose="02000000000000000000" pitchFamily="2" charset="-78"/>
                <a:cs typeface="Sakkal Majalla" panose="02000000000000000000" pitchFamily="2" charset="-78"/>
              </a:endParaRPr>
            </a:p>
          </p:txBody>
        </p:sp>
        <p:sp>
          <p:nvSpPr>
            <p:cNvPr id="9" name="Text 7"/>
            <p:cNvSpPr/>
            <p:nvPr/>
          </p:nvSpPr>
          <p:spPr>
            <a:xfrm>
              <a:off x="8270240" y="1463040"/>
              <a:ext cx="2763520" cy="512064"/>
            </a:xfrm>
            <a:prstGeom prst="rect">
              <a:avLst/>
            </a:prstGeom>
            <a:noFill/>
            <a:ln/>
          </p:spPr>
          <p:txBody>
            <a:bodyPr wrap="square" rtlCol="0" anchor="ctr"/>
            <a:lstStyle/>
            <a:p>
              <a:pPr algn="r" rtl="1"/>
              <a:r>
                <a:rPr lang="ar-EG" sz="2000" b="1" dirty="0">
                  <a:solidFill>
                    <a:srgbClr val="008658"/>
                  </a:solidFill>
                  <a:latin typeface="Sakkal Majalla" panose="02000000000000000000" pitchFamily="2" charset="-78"/>
                  <a:ea typeface="Arial" pitchFamily="34" charset="-122"/>
                  <a:cs typeface="Sakkal Majalla" panose="02000000000000000000" pitchFamily="2" charset="-78"/>
                </a:rPr>
                <a:t>سجل المخاطر Risk Register</a:t>
              </a:r>
              <a:endParaRPr lang="ar-EG" sz="2000" dirty="0">
                <a:solidFill>
                  <a:srgbClr val="008658"/>
                </a:solidFill>
                <a:latin typeface="Sakkal Majalla" panose="02000000000000000000" pitchFamily="2" charset="-78"/>
                <a:cs typeface="Sakkal Majalla" panose="02000000000000000000" pitchFamily="2" charset="-78"/>
              </a:endParaRPr>
            </a:p>
          </p:txBody>
        </p:sp>
        <p:sp>
          <p:nvSpPr>
            <p:cNvPr id="10" name="Shape 8"/>
            <p:cNvSpPr/>
            <p:nvPr/>
          </p:nvSpPr>
          <p:spPr>
            <a:xfrm>
              <a:off x="8270240" y="2011680"/>
              <a:ext cx="3373120" cy="24384"/>
            </a:xfrm>
            <a:prstGeom prst="rect">
              <a:avLst/>
            </a:prstGeom>
            <a:solidFill>
              <a:srgbClr val="E0E8E4"/>
            </a:solidFill>
            <a:ln/>
          </p:spPr>
          <p:txBody>
            <a:bodyPr/>
            <a:lstStyle/>
            <a:p>
              <a:endParaRPr lang="ar-EG" sz="3200" dirty="0">
                <a:latin typeface="Sakkal Majalla" panose="02000000000000000000" pitchFamily="2" charset="-78"/>
                <a:cs typeface="Sakkal Majalla" panose="02000000000000000000" pitchFamily="2" charset="-78"/>
              </a:endParaRPr>
            </a:p>
          </p:txBody>
        </p:sp>
        <p:sp>
          <p:nvSpPr>
            <p:cNvPr id="11" name="Text 9"/>
            <p:cNvSpPr/>
            <p:nvPr/>
          </p:nvSpPr>
          <p:spPr>
            <a:xfrm>
              <a:off x="8270240" y="2097024"/>
              <a:ext cx="3373120" cy="1341120"/>
            </a:xfrm>
            <a:prstGeom prst="rect">
              <a:avLst/>
            </a:prstGeom>
            <a:noFill/>
            <a:ln/>
          </p:spPr>
          <p:txBody>
            <a:bodyPr wrap="square" rtlCol="0" anchor="t"/>
            <a:lstStyle/>
            <a:p>
              <a:pPr algn="r" rtl="1"/>
              <a:r>
                <a:rPr lang="ar-EG" dirty="0">
                  <a:solidFill>
                    <a:srgbClr val="1C2B22"/>
                  </a:solidFill>
                  <a:latin typeface="Sakkal Majalla" panose="02000000000000000000" pitchFamily="2" charset="-78"/>
                  <a:ea typeface="Arial" pitchFamily="34" charset="-122"/>
                  <a:cs typeface="Sakkal Majalla" panose="02000000000000000000" pitchFamily="2" charset="-78"/>
                </a:rPr>
                <a:t>أداة توثق المخاطر وتحولها من افتراضات ذهنية إلى مخاطر قابلة للإدارة – يربط كل متطلب تنظيمي بالخطر المحتمل، الأثر، الجهات المتأثرة، مستوى الخطورة</a:t>
              </a:r>
              <a:endParaRPr lang="ar-EG" dirty="0">
                <a:latin typeface="Sakkal Majalla" panose="02000000000000000000" pitchFamily="2" charset="-78"/>
                <a:cs typeface="Sakkal Majalla" panose="02000000000000000000" pitchFamily="2" charset="-78"/>
              </a:endParaRPr>
            </a:p>
          </p:txBody>
        </p:sp>
        <p:sp>
          <p:nvSpPr>
            <p:cNvPr id="12" name="Shape 10"/>
            <p:cNvSpPr/>
            <p:nvPr/>
          </p:nvSpPr>
          <p:spPr>
            <a:xfrm>
              <a:off x="4287520" y="1341120"/>
              <a:ext cx="3616960" cy="225552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ar-EG" sz="3200" dirty="0">
                <a:latin typeface="Sakkal Majalla" panose="02000000000000000000" pitchFamily="2" charset="-78"/>
                <a:cs typeface="Sakkal Majalla" panose="02000000000000000000" pitchFamily="2" charset="-78"/>
              </a:endParaRPr>
            </a:p>
          </p:txBody>
        </p:sp>
        <p:sp>
          <p:nvSpPr>
            <p:cNvPr id="13" name="Shape 11"/>
            <p:cNvSpPr/>
            <p:nvPr/>
          </p:nvSpPr>
          <p:spPr>
            <a:xfrm>
              <a:off x="4287520" y="1341120"/>
              <a:ext cx="3616960" cy="73152"/>
            </a:xfrm>
            <a:prstGeom prst="rect">
              <a:avLst/>
            </a:prstGeom>
            <a:solidFill>
              <a:srgbClr val="008658"/>
            </a:solidFill>
            <a:ln/>
          </p:spPr>
          <p:txBody>
            <a:bodyPr/>
            <a:lstStyle/>
            <a:p>
              <a:endParaRPr lang="ar-EG" sz="3200" dirty="0">
                <a:solidFill>
                  <a:srgbClr val="008658"/>
                </a:solidFill>
                <a:latin typeface="Sakkal Majalla" panose="02000000000000000000" pitchFamily="2" charset="-78"/>
                <a:cs typeface="Sakkal Majalla" panose="02000000000000000000" pitchFamily="2" charset="-78"/>
              </a:endParaRPr>
            </a:p>
          </p:txBody>
        </p:sp>
        <p:sp>
          <p:nvSpPr>
            <p:cNvPr id="14" name="Shape 12"/>
            <p:cNvSpPr/>
            <p:nvPr/>
          </p:nvSpPr>
          <p:spPr>
            <a:xfrm>
              <a:off x="7270496" y="1487424"/>
              <a:ext cx="463296" cy="463296"/>
            </a:xfrm>
            <a:prstGeom prst="ellipse">
              <a:avLst/>
            </a:prstGeom>
            <a:solidFill>
              <a:srgbClr val="008658"/>
            </a:solidFill>
            <a:ln w="12700">
              <a:solidFill>
                <a:srgbClr val="154F31"/>
              </a:solidFill>
              <a:prstDash val="solid"/>
            </a:ln>
          </p:spPr>
          <p:txBody>
            <a:bodyPr/>
            <a:lstStyle/>
            <a:p>
              <a:endParaRPr lang="ar-EG" sz="3200" dirty="0">
                <a:solidFill>
                  <a:srgbClr val="008658"/>
                </a:solidFill>
                <a:latin typeface="Sakkal Majalla" panose="02000000000000000000" pitchFamily="2" charset="-78"/>
                <a:cs typeface="Sakkal Majalla" panose="02000000000000000000" pitchFamily="2" charset="-78"/>
              </a:endParaRPr>
            </a:p>
          </p:txBody>
        </p:sp>
        <p:sp>
          <p:nvSpPr>
            <p:cNvPr id="15" name="Text 13"/>
            <p:cNvSpPr/>
            <p:nvPr/>
          </p:nvSpPr>
          <p:spPr>
            <a:xfrm>
              <a:off x="7270496" y="1499616"/>
              <a:ext cx="463296" cy="438912"/>
            </a:xfrm>
            <a:prstGeom prst="rect">
              <a:avLst/>
            </a:prstGeom>
            <a:noFill/>
            <a:ln/>
          </p:spPr>
          <p:txBody>
            <a:bodyPr wrap="square" rtlCol="0" anchor="ctr"/>
            <a:lstStyle/>
            <a:p>
              <a:pPr algn="ctr"/>
              <a:r>
                <a:rPr lang="ar-EG" sz="2000" b="1" dirty="0">
                  <a:solidFill>
                    <a:srgbClr val="FFFFFF"/>
                  </a:solidFill>
                  <a:latin typeface="Sakkal Majalla" panose="02000000000000000000" pitchFamily="2" charset="-78"/>
                  <a:ea typeface="Calibri" pitchFamily="34" charset="-122"/>
                  <a:cs typeface="Sakkal Majalla" panose="02000000000000000000" pitchFamily="2" charset="-78"/>
                </a:rPr>
                <a:t>2</a:t>
              </a:r>
              <a:endParaRPr lang="ar-EG" sz="2000" dirty="0">
                <a:latin typeface="Sakkal Majalla" panose="02000000000000000000" pitchFamily="2" charset="-78"/>
                <a:cs typeface="Sakkal Majalla" panose="02000000000000000000" pitchFamily="2" charset="-78"/>
              </a:endParaRPr>
            </a:p>
          </p:txBody>
        </p:sp>
        <p:sp>
          <p:nvSpPr>
            <p:cNvPr id="16" name="Text 14"/>
            <p:cNvSpPr/>
            <p:nvPr/>
          </p:nvSpPr>
          <p:spPr>
            <a:xfrm>
              <a:off x="4409440" y="1463040"/>
              <a:ext cx="2763520" cy="512064"/>
            </a:xfrm>
            <a:prstGeom prst="rect">
              <a:avLst/>
            </a:prstGeom>
            <a:noFill/>
            <a:ln/>
          </p:spPr>
          <p:txBody>
            <a:bodyPr wrap="square" rtlCol="0" anchor="ctr"/>
            <a:lstStyle/>
            <a:p>
              <a:pPr algn="r" rtl="1"/>
              <a:r>
                <a:rPr lang="ar-EG" sz="2000" b="1" dirty="0">
                  <a:solidFill>
                    <a:srgbClr val="008658"/>
                  </a:solidFill>
                  <a:latin typeface="Sakkal Majalla" panose="02000000000000000000" pitchFamily="2" charset="-78"/>
                  <a:ea typeface="Arial" pitchFamily="34" charset="-122"/>
                  <a:cs typeface="Sakkal Majalla" panose="02000000000000000000" pitchFamily="2" charset="-78"/>
                </a:rPr>
                <a:t>الخطر الكامن (قبل الضوابط)</a:t>
              </a:r>
              <a:endParaRPr lang="ar-EG" sz="2000" dirty="0">
                <a:solidFill>
                  <a:srgbClr val="008658"/>
                </a:solidFill>
                <a:latin typeface="Sakkal Majalla" panose="02000000000000000000" pitchFamily="2" charset="-78"/>
                <a:cs typeface="Sakkal Majalla" panose="02000000000000000000" pitchFamily="2" charset="-78"/>
              </a:endParaRPr>
            </a:p>
          </p:txBody>
        </p:sp>
        <p:sp>
          <p:nvSpPr>
            <p:cNvPr id="17" name="Shape 15"/>
            <p:cNvSpPr/>
            <p:nvPr/>
          </p:nvSpPr>
          <p:spPr>
            <a:xfrm>
              <a:off x="4409440" y="2011680"/>
              <a:ext cx="3373120" cy="24384"/>
            </a:xfrm>
            <a:prstGeom prst="rect">
              <a:avLst/>
            </a:prstGeom>
            <a:solidFill>
              <a:srgbClr val="E0E8E4"/>
            </a:solidFill>
            <a:ln/>
          </p:spPr>
          <p:txBody>
            <a:bodyPr/>
            <a:lstStyle/>
            <a:p>
              <a:endParaRPr lang="ar-EG" sz="3200" dirty="0">
                <a:latin typeface="Sakkal Majalla" panose="02000000000000000000" pitchFamily="2" charset="-78"/>
                <a:cs typeface="Sakkal Majalla" panose="02000000000000000000" pitchFamily="2" charset="-78"/>
              </a:endParaRPr>
            </a:p>
          </p:txBody>
        </p:sp>
        <p:sp>
          <p:nvSpPr>
            <p:cNvPr id="18" name="Text 16"/>
            <p:cNvSpPr/>
            <p:nvPr/>
          </p:nvSpPr>
          <p:spPr>
            <a:xfrm>
              <a:off x="4409440" y="2097024"/>
              <a:ext cx="3373120" cy="1341120"/>
            </a:xfrm>
            <a:prstGeom prst="rect">
              <a:avLst/>
            </a:prstGeom>
            <a:noFill/>
            <a:ln/>
          </p:spPr>
          <p:txBody>
            <a:bodyPr wrap="square" rtlCol="0" anchor="t"/>
            <a:lstStyle/>
            <a:p>
              <a:pPr algn="r" rtl="1"/>
              <a:r>
                <a:rPr lang="ar-EG" dirty="0">
                  <a:solidFill>
                    <a:srgbClr val="1C2B22"/>
                  </a:solidFill>
                  <a:latin typeface="Sakkal Majalla" panose="02000000000000000000" pitchFamily="2" charset="-78"/>
                  <a:ea typeface="Arial" pitchFamily="34" charset="-122"/>
                  <a:cs typeface="Sakkal Majalla" panose="02000000000000000000" pitchFamily="2" charset="-78"/>
                </a:rPr>
                <a:t>يُقاس ببُعدين: حجم الأثر (ماذا لو حدث عدم الامتثال؟) واحتمالية الحدوث – نظر موضوعي لأسوأ السيناريوهات الممكنة</a:t>
              </a:r>
              <a:endParaRPr lang="ar-EG" dirty="0">
                <a:latin typeface="Sakkal Majalla" panose="02000000000000000000" pitchFamily="2" charset="-78"/>
                <a:cs typeface="Sakkal Majalla" panose="02000000000000000000" pitchFamily="2" charset="-78"/>
              </a:endParaRPr>
            </a:p>
          </p:txBody>
        </p:sp>
        <p:sp>
          <p:nvSpPr>
            <p:cNvPr id="19" name="Shape 17"/>
            <p:cNvSpPr/>
            <p:nvPr/>
          </p:nvSpPr>
          <p:spPr>
            <a:xfrm>
              <a:off x="426720" y="1341120"/>
              <a:ext cx="3616960" cy="225552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ar-EG" sz="3200" dirty="0">
                <a:latin typeface="Sakkal Majalla" panose="02000000000000000000" pitchFamily="2" charset="-78"/>
                <a:cs typeface="Sakkal Majalla" panose="02000000000000000000" pitchFamily="2" charset="-78"/>
              </a:endParaRPr>
            </a:p>
          </p:txBody>
        </p:sp>
        <p:sp>
          <p:nvSpPr>
            <p:cNvPr id="20" name="Shape 18"/>
            <p:cNvSpPr/>
            <p:nvPr/>
          </p:nvSpPr>
          <p:spPr>
            <a:xfrm>
              <a:off x="426720" y="1341120"/>
              <a:ext cx="3616960" cy="73152"/>
            </a:xfrm>
            <a:prstGeom prst="rect">
              <a:avLst/>
            </a:prstGeom>
            <a:solidFill>
              <a:srgbClr val="008658"/>
            </a:solidFill>
            <a:ln/>
          </p:spPr>
          <p:txBody>
            <a:bodyPr/>
            <a:lstStyle/>
            <a:p>
              <a:endParaRPr lang="ar-EG" sz="3200" dirty="0">
                <a:solidFill>
                  <a:srgbClr val="008658"/>
                </a:solidFill>
                <a:latin typeface="Sakkal Majalla" panose="02000000000000000000" pitchFamily="2" charset="-78"/>
                <a:cs typeface="Sakkal Majalla" panose="02000000000000000000" pitchFamily="2" charset="-78"/>
              </a:endParaRPr>
            </a:p>
          </p:txBody>
        </p:sp>
        <p:sp>
          <p:nvSpPr>
            <p:cNvPr id="21" name="Shape 19"/>
            <p:cNvSpPr/>
            <p:nvPr/>
          </p:nvSpPr>
          <p:spPr>
            <a:xfrm>
              <a:off x="3409696" y="1487424"/>
              <a:ext cx="463296" cy="463296"/>
            </a:xfrm>
            <a:prstGeom prst="ellipse">
              <a:avLst/>
            </a:prstGeom>
            <a:solidFill>
              <a:srgbClr val="008658"/>
            </a:solidFill>
            <a:ln w="12700">
              <a:solidFill>
                <a:srgbClr val="154F31"/>
              </a:solidFill>
              <a:prstDash val="solid"/>
            </a:ln>
          </p:spPr>
          <p:txBody>
            <a:bodyPr/>
            <a:lstStyle/>
            <a:p>
              <a:endParaRPr lang="ar-EG" sz="3200" dirty="0">
                <a:solidFill>
                  <a:srgbClr val="008658"/>
                </a:solidFill>
                <a:latin typeface="Sakkal Majalla" panose="02000000000000000000" pitchFamily="2" charset="-78"/>
                <a:cs typeface="Sakkal Majalla" panose="02000000000000000000" pitchFamily="2" charset="-78"/>
              </a:endParaRPr>
            </a:p>
          </p:txBody>
        </p:sp>
        <p:sp>
          <p:nvSpPr>
            <p:cNvPr id="22" name="Text 20"/>
            <p:cNvSpPr/>
            <p:nvPr/>
          </p:nvSpPr>
          <p:spPr>
            <a:xfrm>
              <a:off x="3409696" y="1499616"/>
              <a:ext cx="463296" cy="438912"/>
            </a:xfrm>
            <a:prstGeom prst="rect">
              <a:avLst/>
            </a:prstGeom>
            <a:noFill/>
            <a:ln/>
          </p:spPr>
          <p:txBody>
            <a:bodyPr wrap="square" rtlCol="0" anchor="ctr"/>
            <a:lstStyle/>
            <a:p>
              <a:pPr algn="ctr"/>
              <a:r>
                <a:rPr lang="ar-EG" sz="2000" b="1" dirty="0">
                  <a:solidFill>
                    <a:srgbClr val="FFFFFF"/>
                  </a:solidFill>
                  <a:latin typeface="Sakkal Majalla" panose="02000000000000000000" pitchFamily="2" charset="-78"/>
                  <a:ea typeface="Calibri" pitchFamily="34" charset="-122"/>
                  <a:cs typeface="Sakkal Majalla" panose="02000000000000000000" pitchFamily="2" charset="-78"/>
                </a:rPr>
                <a:t>3</a:t>
              </a:r>
              <a:endParaRPr lang="ar-EG" sz="2000" dirty="0">
                <a:latin typeface="Sakkal Majalla" panose="02000000000000000000" pitchFamily="2" charset="-78"/>
                <a:cs typeface="Sakkal Majalla" panose="02000000000000000000" pitchFamily="2" charset="-78"/>
              </a:endParaRPr>
            </a:p>
          </p:txBody>
        </p:sp>
        <p:sp>
          <p:nvSpPr>
            <p:cNvPr id="23" name="Text 21"/>
            <p:cNvSpPr/>
            <p:nvPr/>
          </p:nvSpPr>
          <p:spPr>
            <a:xfrm>
              <a:off x="548640" y="1463040"/>
              <a:ext cx="2763520" cy="512064"/>
            </a:xfrm>
            <a:prstGeom prst="rect">
              <a:avLst/>
            </a:prstGeom>
            <a:noFill/>
            <a:ln/>
          </p:spPr>
          <p:txBody>
            <a:bodyPr wrap="square" rtlCol="0" anchor="ctr"/>
            <a:lstStyle/>
            <a:p>
              <a:pPr algn="r" rtl="1"/>
              <a:r>
                <a:rPr lang="ar-EG" sz="2000" b="1" dirty="0">
                  <a:solidFill>
                    <a:srgbClr val="008658"/>
                  </a:solidFill>
                  <a:latin typeface="Sakkal Majalla" panose="02000000000000000000" pitchFamily="2" charset="-78"/>
                  <a:ea typeface="Arial" pitchFamily="34" charset="-122"/>
                  <a:cs typeface="Sakkal Majalla" panose="02000000000000000000" pitchFamily="2" charset="-78"/>
                </a:rPr>
                <a:t>الخطر المتبقي (بعد الضوابط)</a:t>
              </a:r>
              <a:endParaRPr lang="ar-EG" sz="2000" dirty="0">
                <a:solidFill>
                  <a:srgbClr val="008658"/>
                </a:solidFill>
                <a:latin typeface="Sakkal Majalla" panose="02000000000000000000" pitchFamily="2" charset="-78"/>
                <a:cs typeface="Sakkal Majalla" panose="02000000000000000000" pitchFamily="2" charset="-78"/>
              </a:endParaRPr>
            </a:p>
          </p:txBody>
        </p:sp>
        <p:sp>
          <p:nvSpPr>
            <p:cNvPr id="24" name="Shape 22"/>
            <p:cNvSpPr/>
            <p:nvPr/>
          </p:nvSpPr>
          <p:spPr>
            <a:xfrm>
              <a:off x="548640" y="2011680"/>
              <a:ext cx="3373120" cy="24384"/>
            </a:xfrm>
            <a:prstGeom prst="rect">
              <a:avLst/>
            </a:prstGeom>
            <a:solidFill>
              <a:srgbClr val="E0E8E4"/>
            </a:solidFill>
            <a:ln/>
          </p:spPr>
          <p:txBody>
            <a:bodyPr/>
            <a:lstStyle/>
            <a:p>
              <a:endParaRPr lang="ar-EG" sz="3200" dirty="0">
                <a:latin typeface="Sakkal Majalla" panose="02000000000000000000" pitchFamily="2" charset="-78"/>
                <a:cs typeface="Sakkal Majalla" panose="02000000000000000000" pitchFamily="2" charset="-78"/>
              </a:endParaRPr>
            </a:p>
          </p:txBody>
        </p:sp>
        <p:sp>
          <p:nvSpPr>
            <p:cNvPr id="25" name="Text 23"/>
            <p:cNvSpPr/>
            <p:nvPr/>
          </p:nvSpPr>
          <p:spPr>
            <a:xfrm>
              <a:off x="548640" y="2097024"/>
              <a:ext cx="3373120" cy="1341120"/>
            </a:xfrm>
            <a:prstGeom prst="rect">
              <a:avLst/>
            </a:prstGeom>
            <a:noFill/>
            <a:ln/>
          </p:spPr>
          <p:txBody>
            <a:bodyPr wrap="square" rtlCol="0" anchor="t"/>
            <a:lstStyle/>
            <a:p>
              <a:pPr algn="r" rtl="1"/>
              <a:r>
                <a:rPr lang="ar-EG" dirty="0">
                  <a:solidFill>
                    <a:srgbClr val="1C2B22"/>
                  </a:solidFill>
                  <a:latin typeface="Sakkal Majalla" panose="02000000000000000000" pitchFamily="2" charset="-78"/>
                  <a:ea typeface="Arial" pitchFamily="34" charset="-122"/>
                  <a:cs typeface="Sakkal Majalla" panose="02000000000000000000" pitchFamily="2" charset="-78"/>
                </a:rPr>
                <a:t>هل ما تبقى من الخطر مقبول؟ – في القطاع الصحي: غير مقبول إطلاقاً للمخاطر المرتبطة بسلامة المرضى أو مرتبطة بالترخيص</a:t>
              </a:r>
              <a:endParaRPr lang="ar-EG" dirty="0">
                <a:latin typeface="Sakkal Majalla" panose="02000000000000000000" pitchFamily="2" charset="-78"/>
                <a:cs typeface="Sakkal Majalla" panose="02000000000000000000" pitchFamily="2" charset="-78"/>
              </a:endParaRPr>
            </a:p>
          </p:txBody>
        </p:sp>
        <p:sp>
          <p:nvSpPr>
            <p:cNvPr id="26" name="Shape 24"/>
            <p:cNvSpPr/>
            <p:nvPr/>
          </p:nvSpPr>
          <p:spPr>
            <a:xfrm>
              <a:off x="8148320" y="3779520"/>
              <a:ext cx="3616960" cy="225552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ar-EG" sz="3200" dirty="0">
                <a:latin typeface="Sakkal Majalla" panose="02000000000000000000" pitchFamily="2" charset="-78"/>
                <a:cs typeface="Sakkal Majalla" panose="02000000000000000000" pitchFamily="2" charset="-78"/>
              </a:endParaRPr>
            </a:p>
          </p:txBody>
        </p:sp>
        <p:sp>
          <p:nvSpPr>
            <p:cNvPr id="27" name="Shape 25"/>
            <p:cNvSpPr/>
            <p:nvPr/>
          </p:nvSpPr>
          <p:spPr>
            <a:xfrm>
              <a:off x="8148320" y="3779520"/>
              <a:ext cx="3616960" cy="73152"/>
            </a:xfrm>
            <a:prstGeom prst="rect">
              <a:avLst/>
            </a:prstGeom>
            <a:solidFill>
              <a:srgbClr val="008658"/>
            </a:solidFill>
            <a:ln/>
          </p:spPr>
          <p:txBody>
            <a:bodyPr/>
            <a:lstStyle/>
            <a:p>
              <a:endParaRPr lang="ar-EG" sz="3200" dirty="0">
                <a:solidFill>
                  <a:srgbClr val="008658"/>
                </a:solidFill>
                <a:latin typeface="Sakkal Majalla" panose="02000000000000000000" pitchFamily="2" charset="-78"/>
                <a:cs typeface="Sakkal Majalla" panose="02000000000000000000" pitchFamily="2" charset="-78"/>
              </a:endParaRPr>
            </a:p>
          </p:txBody>
        </p:sp>
        <p:sp>
          <p:nvSpPr>
            <p:cNvPr id="28" name="Shape 26"/>
            <p:cNvSpPr/>
            <p:nvPr/>
          </p:nvSpPr>
          <p:spPr>
            <a:xfrm>
              <a:off x="11131296" y="3925824"/>
              <a:ext cx="463296" cy="463296"/>
            </a:xfrm>
            <a:prstGeom prst="ellipse">
              <a:avLst/>
            </a:prstGeom>
            <a:solidFill>
              <a:srgbClr val="008658"/>
            </a:solidFill>
            <a:ln w="12700">
              <a:solidFill>
                <a:srgbClr val="154F31"/>
              </a:solidFill>
              <a:prstDash val="solid"/>
            </a:ln>
          </p:spPr>
          <p:txBody>
            <a:bodyPr/>
            <a:lstStyle/>
            <a:p>
              <a:endParaRPr lang="ar-EG" sz="3200" dirty="0">
                <a:solidFill>
                  <a:srgbClr val="008658"/>
                </a:solidFill>
                <a:latin typeface="Sakkal Majalla" panose="02000000000000000000" pitchFamily="2" charset="-78"/>
                <a:cs typeface="Sakkal Majalla" panose="02000000000000000000" pitchFamily="2" charset="-78"/>
              </a:endParaRPr>
            </a:p>
          </p:txBody>
        </p:sp>
        <p:sp>
          <p:nvSpPr>
            <p:cNvPr id="29" name="Text 27"/>
            <p:cNvSpPr/>
            <p:nvPr/>
          </p:nvSpPr>
          <p:spPr>
            <a:xfrm>
              <a:off x="11131296" y="3938016"/>
              <a:ext cx="463296" cy="438912"/>
            </a:xfrm>
            <a:prstGeom prst="rect">
              <a:avLst/>
            </a:prstGeom>
            <a:noFill/>
            <a:ln/>
          </p:spPr>
          <p:txBody>
            <a:bodyPr wrap="square" rtlCol="0" anchor="ctr"/>
            <a:lstStyle/>
            <a:p>
              <a:pPr algn="ctr"/>
              <a:r>
                <a:rPr lang="ar-EG" sz="2000" b="1" dirty="0">
                  <a:solidFill>
                    <a:srgbClr val="FFFFFF"/>
                  </a:solidFill>
                  <a:latin typeface="Sakkal Majalla" panose="02000000000000000000" pitchFamily="2" charset="-78"/>
                  <a:ea typeface="Calibri" pitchFamily="34" charset="-122"/>
                  <a:cs typeface="Sakkal Majalla" panose="02000000000000000000" pitchFamily="2" charset="-78"/>
                </a:rPr>
                <a:t>4</a:t>
              </a:r>
              <a:endParaRPr lang="ar-EG" sz="2000" dirty="0">
                <a:latin typeface="Sakkal Majalla" panose="02000000000000000000" pitchFamily="2" charset="-78"/>
                <a:cs typeface="Sakkal Majalla" panose="02000000000000000000" pitchFamily="2" charset="-78"/>
              </a:endParaRPr>
            </a:p>
          </p:txBody>
        </p:sp>
        <p:sp>
          <p:nvSpPr>
            <p:cNvPr id="30" name="Text 28"/>
            <p:cNvSpPr/>
            <p:nvPr/>
          </p:nvSpPr>
          <p:spPr>
            <a:xfrm>
              <a:off x="8270240" y="3901440"/>
              <a:ext cx="2763520" cy="512064"/>
            </a:xfrm>
            <a:prstGeom prst="rect">
              <a:avLst/>
            </a:prstGeom>
            <a:noFill/>
            <a:ln/>
          </p:spPr>
          <p:txBody>
            <a:bodyPr wrap="square" rtlCol="0" anchor="ctr"/>
            <a:lstStyle/>
            <a:p>
              <a:pPr algn="r" rtl="1"/>
              <a:r>
                <a:rPr lang="ar-EG" sz="2000" b="1" dirty="0">
                  <a:solidFill>
                    <a:srgbClr val="008658"/>
                  </a:solidFill>
                  <a:latin typeface="Sakkal Majalla" panose="02000000000000000000" pitchFamily="2" charset="-78"/>
                  <a:ea typeface="Arial" pitchFamily="34" charset="-122"/>
                  <a:cs typeface="Sakkal Majalla" panose="02000000000000000000" pitchFamily="2" charset="-78"/>
                </a:rPr>
                <a:t>مؤشرات المخاطر KRIs</a:t>
              </a:r>
              <a:endParaRPr lang="ar-EG" sz="2000" dirty="0">
                <a:solidFill>
                  <a:srgbClr val="008658"/>
                </a:solidFill>
                <a:latin typeface="Sakkal Majalla" panose="02000000000000000000" pitchFamily="2" charset="-78"/>
                <a:cs typeface="Sakkal Majalla" panose="02000000000000000000" pitchFamily="2" charset="-78"/>
              </a:endParaRPr>
            </a:p>
          </p:txBody>
        </p:sp>
        <p:sp>
          <p:nvSpPr>
            <p:cNvPr id="31" name="Shape 29"/>
            <p:cNvSpPr/>
            <p:nvPr/>
          </p:nvSpPr>
          <p:spPr>
            <a:xfrm>
              <a:off x="8270240" y="4450080"/>
              <a:ext cx="3373120" cy="24384"/>
            </a:xfrm>
            <a:prstGeom prst="rect">
              <a:avLst/>
            </a:prstGeom>
            <a:solidFill>
              <a:srgbClr val="E0E8E4"/>
            </a:solidFill>
            <a:ln/>
          </p:spPr>
          <p:txBody>
            <a:bodyPr/>
            <a:lstStyle/>
            <a:p>
              <a:endParaRPr lang="ar-EG" sz="3200" dirty="0">
                <a:latin typeface="Sakkal Majalla" panose="02000000000000000000" pitchFamily="2" charset="-78"/>
                <a:cs typeface="Sakkal Majalla" panose="02000000000000000000" pitchFamily="2" charset="-78"/>
              </a:endParaRPr>
            </a:p>
          </p:txBody>
        </p:sp>
        <p:sp>
          <p:nvSpPr>
            <p:cNvPr id="32" name="Text 30"/>
            <p:cNvSpPr/>
            <p:nvPr/>
          </p:nvSpPr>
          <p:spPr>
            <a:xfrm>
              <a:off x="8270240" y="4535424"/>
              <a:ext cx="3373120" cy="1341120"/>
            </a:xfrm>
            <a:prstGeom prst="rect">
              <a:avLst/>
            </a:prstGeom>
            <a:noFill/>
            <a:ln/>
          </p:spPr>
          <p:txBody>
            <a:bodyPr wrap="square" rtlCol="0" anchor="t"/>
            <a:lstStyle/>
            <a:p>
              <a:pPr algn="r" rtl="1"/>
              <a:r>
                <a:rPr lang="ar-EG" dirty="0">
                  <a:solidFill>
                    <a:srgbClr val="1C2B22"/>
                  </a:solidFill>
                  <a:latin typeface="Sakkal Majalla" panose="02000000000000000000" pitchFamily="2" charset="-78"/>
                  <a:ea typeface="Arial" pitchFamily="34" charset="-122"/>
                  <a:cs typeface="Sakkal Majalla" panose="02000000000000000000" pitchFamily="2" charset="-78"/>
                </a:rPr>
                <a:t>نسبة الحوادث الموثقة، معدل تنفيذ خطط التصحيح في الوقت المحدد، نسبة الضوابط الجسيمة المجتازة بنجاح، معدل تكرار نفس المخالفة</a:t>
              </a:r>
              <a:endParaRPr lang="ar-EG" dirty="0">
                <a:latin typeface="Sakkal Majalla" panose="02000000000000000000" pitchFamily="2" charset="-78"/>
                <a:cs typeface="Sakkal Majalla" panose="02000000000000000000" pitchFamily="2" charset="-78"/>
              </a:endParaRPr>
            </a:p>
          </p:txBody>
        </p:sp>
        <p:sp>
          <p:nvSpPr>
            <p:cNvPr id="33" name="Shape 31"/>
            <p:cNvSpPr/>
            <p:nvPr/>
          </p:nvSpPr>
          <p:spPr>
            <a:xfrm>
              <a:off x="4287520" y="3779520"/>
              <a:ext cx="3616960" cy="225552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ar-EG" sz="3200" dirty="0">
                <a:latin typeface="Sakkal Majalla" panose="02000000000000000000" pitchFamily="2" charset="-78"/>
                <a:cs typeface="Sakkal Majalla" panose="02000000000000000000" pitchFamily="2" charset="-78"/>
              </a:endParaRPr>
            </a:p>
          </p:txBody>
        </p:sp>
        <p:sp>
          <p:nvSpPr>
            <p:cNvPr id="34" name="Shape 32"/>
            <p:cNvSpPr/>
            <p:nvPr/>
          </p:nvSpPr>
          <p:spPr>
            <a:xfrm>
              <a:off x="4287520" y="3779520"/>
              <a:ext cx="3616960" cy="73152"/>
            </a:xfrm>
            <a:prstGeom prst="rect">
              <a:avLst/>
            </a:prstGeom>
            <a:solidFill>
              <a:srgbClr val="008658"/>
            </a:solidFill>
            <a:ln/>
          </p:spPr>
          <p:txBody>
            <a:bodyPr/>
            <a:lstStyle/>
            <a:p>
              <a:endParaRPr lang="ar-EG" sz="3200" dirty="0">
                <a:solidFill>
                  <a:srgbClr val="008658"/>
                </a:solidFill>
                <a:latin typeface="Sakkal Majalla" panose="02000000000000000000" pitchFamily="2" charset="-78"/>
                <a:cs typeface="Sakkal Majalla" panose="02000000000000000000" pitchFamily="2" charset="-78"/>
              </a:endParaRPr>
            </a:p>
          </p:txBody>
        </p:sp>
        <p:sp>
          <p:nvSpPr>
            <p:cNvPr id="35" name="Shape 33"/>
            <p:cNvSpPr/>
            <p:nvPr/>
          </p:nvSpPr>
          <p:spPr>
            <a:xfrm>
              <a:off x="7270496" y="3925824"/>
              <a:ext cx="463296" cy="463296"/>
            </a:xfrm>
            <a:prstGeom prst="ellipse">
              <a:avLst/>
            </a:prstGeom>
            <a:solidFill>
              <a:srgbClr val="008658"/>
            </a:solidFill>
            <a:ln w="12700">
              <a:solidFill>
                <a:srgbClr val="154F31"/>
              </a:solidFill>
              <a:prstDash val="solid"/>
            </a:ln>
          </p:spPr>
          <p:txBody>
            <a:bodyPr/>
            <a:lstStyle/>
            <a:p>
              <a:endParaRPr lang="ar-EG" sz="3200" dirty="0">
                <a:solidFill>
                  <a:srgbClr val="008658"/>
                </a:solidFill>
                <a:latin typeface="Sakkal Majalla" panose="02000000000000000000" pitchFamily="2" charset="-78"/>
                <a:cs typeface="Sakkal Majalla" panose="02000000000000000000" pitchFamily="2" charset="-78"/>
              </a:endParaRPr>
            </a:p>
          </p:txBody>
        </p:sp>
        <p:sp>
          <p:nvSpPr>
            <p:cNvPr id="36" name="Text 34"/>
            <p:cNvSpPr/>
            <p:nvPr/>
          </p:nvSpPr>
          <p:spPr>
            <a:xfrm>
              <a:off x="7270496" y="3938016"/>
              <a:ext cx="463296" cy="438912"/>
            </a:xfrm>
            <a:prstGeom prst="rect">
              <a:avLst/>
            </a:prstGeom>
            <a:noFill/>
            <a:ln/>
          </p:spPr>
          <p:txBody>
            <a:bodyPr wrap="square" rtlCol="0" anchor="ctr"/>
            <a:lstStyle/>
            <a:p>
              <a:pPr algn="ctr"/>
              <a:r>
                <a:rPr lang="ar-EG" sz="2000" b="1" dirty="0">
                  <a:solidFill>
                    <a:srgbClr val="FFFFFF"/>
                  </a:solidFill>
                  <a:latin typeface="Sakkal Majalla" panose="02000000000000000000" pitchFamily="2" charset="-78"/>
                  <a:ea typeface="Calibri" pitchFamily="34" charset="-122"/>
                  <a:cs typeface="Sakkal Majalla" panose="02000000000000000000" pitchFamily="2" charset="-78"/>
                </a:rPr>
                <a:t>5</a:t>
              </a:r>
              <a:endParaRPr lang="ar-EG" sz="2000" dirty="0">
                <a:latin typeface="Sakkal Majalla" panose="02000000000000000000" pitchFamily="2" charset="-78"/>
                <a:cs typeface="Sakkal Majalla" panose="02000000000000000000" pitchFamily="2" charset="-78"/>
              </a:endParaRPr>
            </a:p>
          </p:txBody>
        </p:sp>
        <p:sp>
          <p:nvSpPr>
            <p:cNvPr id="37" name="Text 35"/>
            <p:cNvSpPr/>
            <p:nvPr/>
          </p:nvSpPr>
          <p:spPr>
            <a:xfrm>
              <a:off x="4409440" y="3901440"/>
              <a:ext cx="2763520" cy="512064"/>
            </a:xfrm>
            <a:prstGeom prst="rect">
              <a:avLst/>
            </a:prstGeom>
            <a:noFill/>
            <a:ln/>
          </p:spPr>
          <p:txBody>
            <a:bodyPr wrap="square" rtlCol="0" anchor="ctr"/>
            <a:lstStyle/>
            <a:p>
              <a:pPr algn="r" rtl="1"/>
              <a:r>
                <a:rPr lang="ar-EG" sz="2000" b="1" dirty="0">
                  <a:solidFill>
                    <a:srgbClr val="008658"/>
                  </a:solidFill>
                  <a:latin typeface="Sakkal Majalla" panose="02000000000000000000" pitchFamily="2" charset="-78"/>
                  <a:ea typeface="Arial" pitchFamily="34" charset="-122"/>
                  <a:cs typeface="Sakkal Majalla" panose="02000000000000000000" pitchFamily="2" charset="-78"/>
                </a:rPr>
                <a:t>إعداد التقارير التحليلية</a:t>
              </a:r>
              <a:endParaRPr lang="ar-EG" sz="2000" dirty="0">
                <a:solidFill>
                  <a:srgbClr val="008658"/>
                </a:solidFill>
                <a:latin typeface="Sakkal Majalla" panose="02000000000000000000" pitchFamily="2" charset="-78"/>
                <a:cs typeface="Sakkal Majalla" panose="02000000000000000000" pitchFamily="2" charset="-78"/>
              </a:endParaRPr>
            </a:p>
          </p:txBody>
        </p:sp>
        <p:sp>
          <p:nvSpPr>
            <p:cNvPr id="38" name="Shape 36"/>
            <p:cNvSpPr/>
            <p:nvPr/>
          </p:nvSpPr>
          <p:spPr>
            <a:xfrm>
              <a:off x="4409440" y="4450080"/>
              <a:ext cx="3373120" cy="24384"/>
            </a:xfrm>
            <a:prstGeom prst="rect">
              <a:avLst/>
            </a:prstGeom>
            <a:solidFill>
              <a:srgbClr val="E0E8E4"/>
            </a:solidFill>
            <a:ln/>
          </p:spPr>
          <p:txBody>
            <a:bodyPr/>
            <a:lstStyle/>
            <a:p>
              <a:endParaRPr lang="ar-EG" sz="3200" dirty="0">
                <a:latin typeface="Sakkal Majalla" panose="02000000000000000000" pitchFamily="2" charset="-78"/>
                <a:cs typeface="Sakkal Majalla" panose="02000000000000000000" pitchFamily="2" charset="-78"/>
              </a:endParaRPr>
            </a:p>
          </p:txBody>
        </p:sp>
        <p:sp>
          <p:nvSpPr>
            <p:cNvPr id="39" name="Text 37"/>
            <p:cNvSpPr/>
            <p:nvPr/>
          </p:nvSpPr>
          <p:spPr>
            <a:xfrm>
              <a:off x="4409440" y="4535424"/>
              <a:ext cx="3373120" cy="1341120"/>
            </a:xfrm>
            <a:prstGeom prst="rect">
              <a:avLst/>
            </a:prstGeom>
            <a:noFill/>
            <a:ln/>
          </p:spPr>
          <p:txBody>
            <a:bodyPr wrap="square" rtlCol="0" anchor="t"/>
            <a:lstStyle/>
            <a:p>
              <a:pPr algn="r" rtl="1"/>
              <a:r>
                <a:rPr lang="ar-EG" dirty="0">
                  <a:solidFill>
                    <a:srgbClr val="1C2B22"/>
                  </a:solidFill>
                  <a:latin typeface="Sakkal Majalla" panose="02000000000000000000" pitchFamily="2" charset="-78"/>
                  <a:ea typeface="Arial" pitchFamily="34" charset="-122"/>
                  <a:cs typeface="Sakkal Majalla" panose="02000000000000000000" pitchFamily="2" charset="-78"/>
                </a:rPr>
                <a:t>تقارير تشغيلية للإدارات، تقارير دورية للإدارة العليا، تقارير مختصرة للجان ومجلس الإدارة مع أبرز 5 مخاطر، حالة الضوابط، والقرارات المطلوبة</a:t>
              </a:r>
              <a:endParaRPr lang="ar-EG" dirty="0">
                <a:latin typeface="Sakkal Majalla" panose="02000000000000000000" pitchFamily="2" charset="-78"/>
                <a:cs typeface="Sakkal Majalla" panose="02000000000000000000" pitchFamily="2" charset="-78"/>
              </a:endParaRPr>
            </a:p>
          </p:txBody>
        </p:sp>
        <p:sp>
          <p:nvSpPr>
            <p:cNvPr id="40" name="Shape 38"/>
            <p:cNvSpPr/>
            <p:nvPr/>
          </p:nvSpPr>
          <p:spPr>
            <a:xfrm>
              <a:off x="426720" y="3779520"/>
              <a:ext cx="3616960" cy="225552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ar-EG" sz="3200" dirty="0">
                <a:latin typeface="Sakkal Majalla" panose="02000000000000000000" pitchFamily="2" charset="-78"/>
                <a:cs typeface="Sakkal Majalla" panose="02000000000000000000" pitchFamily="2" charset="-78"/>
              </a:endParaRPr>
            </a:p>
          </p:txBody>
        </p:sp>
        <p:sp>
          <p:nvSpPr>
            <p:cNvPr id="41" name="Shape 39"/>
            <p:cNvSpPr/>
            <p:nvPr/>
          </p:nvSpPr>
          <p:spPr>
            <a:xfrm>
              <a:off x="426720" y="3779520"/>
              <a:ext cx="3616960" cy="73152"/>
            </a:xfrm>
            <a:prstGeom prst="rect">
              <a:avLst/>
            </a:prstGeom>
            <a:solidFill>
              <a:srgbClr val="008658"/>
            </a:solidFill>
            <a:ln/>
          </p:spPr>
          <p:txBody>
            <a:bodyPr/>
            <a:lstStyle/>
            <a:p>
              <a:endParaRPr lang="ar-EG" sz="3200" dirty="0">
                <a:solidFill>
                  <a:srgbClr val="008658"/>
                </a:solidFill>
                <a:latin typeface="Sakkal Majalla" panose="02000000000000000000" pitchFamily="2" charset="-78"/>
                <a:cs typeface="Sakkal Majalla" panose="02000000000000000000" pitchFamily="2" charset="-78"/>
              </a:endParaRPr>
            </a:p>
          </p:txBody>
        </p:sp>
        <p:sp>
          <p:nvSpPr>
            <p:cNvPr id="42" name="Shape 40"/>
            <p:cNvSpPr/>
            <p:nvPr/>
          </p:nvSpPr>
          <p:spPr>
            <a:xfrm>
              <a:off x="3409696" y="3925824"/>
              <a:ext cx="463296" cy="463296"/>
            </a:xfrm>
            <a:prstGeom prst="ellipse">
              <a:avLst/>
            </a:prstGeom>
            <a:solidFill>
              <a:srgbClr val="008658"/>
            </a:solidFill>
            <a:ln w="12700">
              <a:solidFill>
                <a:srgbClr val="154F31"/>
              </a:solidFill>
              <a:prstDash val="solid"/>
            </a:ln>
          </p:spPr>
          <p:txBody>
            <a:bodyPr/>
            <a:lstStyle/>
            <a:p>
              <a:endParaRPr lang="ar-EG" sz="3200" dirty="0">
                <a:solidFill>
                  <a:srgbClr val="008658"/>
                </a:solidFill>
                <a:latin typeface="Sakkal Majalla" panose="02000000000000000000" pitchFamily="2" charset="-78"/>
                <a:cs typeface="Sakkal Majalla" panose="02000000000000000000" pitchFamily="2" charset="-78"/>
              </a:endParaRPr>
            </a:p>
          </p:txBody>
        </p:sp>
        <p:sp>
          <p:nvSpPr>
            <p:cNvPr id="43" name="Text 41"/>
            <p:cNvSpPr/>
            <p:nvPr/>
          </p:nvSpPr>
          <p:spPr>
            <a:xfrm>
              <a:off x="3409696" y="3938016"/>
              <a:ext cx="463296" cy="438912"/>
            </a:xfrm>
            <a:prstGeom prst="rect">
              <a:avLst/>
            </a:prstGeom>
            <a:noFill/>
            <a:ln/>
          </p:spPr>
          <p:txBody>
            <a:bodyPr wrap="square" rtlCol="0" anchor="ctr"/>
            <a:lstStyle/>
            <a:p>
              <a:pPr algn="ctr"/>
              <a:r>
                <a:rPr lang="ar-EG" sz="2000" b="1" dirty="0">
                  <a:solidFill>
                    <a:srgbClr val="FFFFFF"/>
                  </a:solidFill>
                  <a:latin typeface="Sakkal Majalla" panose="02000000000000000000" pitchFamily="2" charset="-78"/>
                  <a:ea typeface="Calibri" pitchFamily="34" charset="-122"/>
                  <a:cs typeface="Sakkal Majalla" panose="02000000000000000000" pitchFamily="2" charset="-78"/>
                </a:rPr>
                <a:t>6</a:t>
              </a:r>
              <a:endParaRPr lang="ar-EG" sz="2000" dirty="0">
                <a:latin typeface="Sakkal Majalla" panose="02000000000000000000" pitchFamily="2" charset="-78"/>
                <a:cs typeface="Sakkal Majalla" panose="02000000000000000000" pitchFamily="2" charset="-78"/>
              </a:endParaRPr>
            </a:p>
          </p:txBody>
        </p:sp>
        <p:sp>
          <p:nvSpPr>
            <p:cNvPr id="44" name="Text 42"/>
            <p:cNvSpPr/>
            <p:nvPr/>
          </p:nvSpPr>
          <p:spPr>
            <a:xfrm>
              <a:off x="548640" y="3901440"/>
              <a:ext cx="2763520" cy="512064"/>
            </a:xfrm>
            <a:prstGeom prst="rect">
              <a:avLst/>
            </a:prstGeom>
            <a:noFill/>
            <a:ln/>
          </p:spPr>
          <p:txBody>
            <a:bodyPr wrap="square" rtlCol="0" anchor="ctr"/>
            <a:lstStyle/>
            <a:p>
              <a:pPr algn="r" rtl="1"/>
              <a:r>
                <a:rPr lang="ar-EG" sz="2000" b="1" dirty="0">
                  <a:solidFill>
                    <a:srgbClr val="008658"/>
                  </a:solidFill>
                  <a:latin typeface="Sakkal Majalla" panose="02000000000000000000" pitchFamily="2" charset="-78"/>
                  <a:ea typeface="Arial" pitchFamily="34" charset="-122"/>
                  <a:cs typeface="Sakkal Majalla" panose="02000000000000000000" pitchFamily="2" charset="-78"/>
                </a:rPr>
                <a:t>ربط السجل بالحوكمة</a:t>
              </a:r>
              <a:endParaRPr lang="ar-EG" sz="2000" dirty="0">
                <a:solidFill>
                  <a:srgbClr val="008658"/>
                </a:solidFill>
                <a:latin typeface="Sakkal Majalla" panose="02000000000000000000" pitchFamily="2" charset="-78"/>
                <a:cs typeface="Sakkal Majalla" panose="02000000000000000000" pitchFamily="2" charset="-78"/>
              </a:endParaRPr>
            </a:p>
          </p:txBody>
        </p:sp>
        <p:sp>
          <p:nvSpPr>
            <p:cNvPr id="45" name="Shape 43"/>
            <p:cNvSpPr/>
            <p:nvPr/>
          </p:nvSpPr>
          <p:spPr>
            <a:xfrm>
              <a:off x="548640" y="4450080"/>
              <a:ext cx="3373120" cy="24384"/>
            </a:xfrm>
            <a:prstGeom prst="rect">
              <a:avLst/>
            </a:prstGeom>
            <a:solidFill>
              <a:srgbClr val="E0E8E4"/>
            </a:solidFill>
            <a:ln/>
          </p:spPr>
          <p:txBody>
            <a:bodyPr/>
            <a:lstStyle/>
            <a:p>
              <a:endParaRPr lang="ar-EG" sz="3200" dirty="0">
                <a:latin typeface="Sakkal Majalla" panose="02000000000000000000" pitchFamily="2" charset="-78"/>
                <a:cs typeface="Sakkal Majalla" panose="02000000000000000000" pitchFamily="2" charset="-78"/>
              </a:endParaRPr>
            </a:p>
          </p:txBody>
        </p:sp>
        <p:sp>
          <p:nvSpPr>
            <p:cNvPr id="46" name="Text 44"/>
            <p:cNvSpPr/>
            <p:nvPr/>
          </p:nvSpPr>
          <p:spPr>
            <a:xfrm>
              <a:off x="548640" y="4535424"/>
              <a:ext cx="3373120" cy="1341120"/>
            </a:xfrm>
            <a:prstGeom prst="rect">
              <a:avLst/>
            </a:prstGeom>
            <a:noFill/>
            <a:ln/>
          </p:spPr>
          <p:txBody>
            <a:bodyPr wrap="square" rtlCol="0" anchor="t"/>
            <a:lstStyle/>
            <a:p>
              <a:pPr algn="r" rtl="1"/>
              <a:r>
                <a:rPr lang="ar-EG" dirty="0">
                  <a:solidFill>
                    <a:srgbClr val="1C2B22"/>
                  </a:solidFill>
                  <a:latin typeface="Sakkal Majalla" panose="02000000000000000000" pitchFamily="2" charset="-78"/>
                  <a:ea typeface="Arial" pitchFamily="34" charset="-122"/>
                  <a:cs typeface="Sakkal Majalla" panose="02000000000000000000" pitchFamily="2" charset="-78"/>
                </a:rPr>
                <a:t>يُستخدم كأداة حية لمعلومات مجلس الإدارة، توجيه لجان الجودة والامتثال، تحديد أولويات المراجعة والتدقيق، وربط الامتثال بالأداء المؤسسي</a:t>
              </a:r>
              <a:endParaRPr lang="ar-EG" dirty="0">
                <a:latin typeface="Sakkal Majalla" panose="02000000000000000000" pitchFamily="2" charset="-78"/>
                <a:cs typeface="Sakkal Majalla" panose="02000000000000000000" pitchFamily="2" charset="-78"/>
              </a:endParaRPr>
            </a:p>
          </p:txBody>
        </p:sp>
      </p:grpSp>
    </p:spTree>
    <p:extLst>
      <p:ext uri="{BB962C8B-B14F-4D97-AF65-F5344CB8AC3E}">
        <p14:creationId xmlns:p14="http://schemas.microsoft.com/office/powerpoint/2010/main" val="2355785345"/>
      </p:ext>
    </p:extLst>
  </p:cSld>
  <p:clrMapOvr>
    <a:masterClrMapping/>
  </p:clrMapOvr>
  <p:transition spd="me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299111-CAF3-6882-9680-90AD590458AC}"/>
            </a:ext>
          </a:extLst>
        </p:cNvPr>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7504EFB4-4A85-1726-BEE3-FB47FB236889}"/>
              </a:ext>
            </a:extLst>
          </p:cNvPr>
          <p:cNvGraphicFramePr>
            <a:graphicFrameLocks noChangeAspect="1"/>
          </p:cNvGraphicFramePr>
          <p:nvPr>
            <p:custDataLst>
              <p:tags r:id="rId1"/>
            </p:custDataLst>
          </p:nvPr>
        </p:nvGraphicFramePr>
        <p:xfrm>
          <a:off x="11163" y="1489"/>
          <a:ext cx="1489" cy="1489"/>
        </p:xfrm>
        <a:graphic>
          <a:graphicData uri="http://schemas.openxmlformats.org/presentationml/2006/ole">
            <mc:AlternateContent xmlns:mc="http://schemas.openxmlformats.org/markup-compatibility/2006">
              <mc:Choice xmlns:v="urn:schemas-microsoft-com:vml" Requires="v">
                <p:oleObj name="think-cell Slide" r:id="rId4" imgW="395" imgH="396" progId="TCLayout.ActiveDocument.1">
                  <p:embed/>
                </p:oleObj>
              </mc:Choice>
              <mc:Fallback>
                <p:oleObj name="think-cell Slide" r:id="rId4" imgW="395" imgH="396" progId="TCLayout.ActiveDocument.1">
                  <p:embed/>
                  <p:pic>
                    <p:nvPicPr>
                      <p:cNvPr id="4" name="Object 3" hidden="1">
                        <a:extLst>
                          <a:ext uri="{FF2B5EF4-FFF2-40B4-BE49-F238E27FC236}">
                            <a16:creationId xmlns:a16="http://schemas.microsoft.com/office/drawing/2014/main" id="{4D386A5F-0E4C-5D45-4E2F-3B199CAE0404}"/>
                          </a:ext>
                        </a:extLst>
                      </p:cNvPr>
                      <p:cNvPicPr/>
                      <p:nvPr/>
                    </p:nvPicPr>
                    <p:blipFill>
                      <a:blip r:embed="rId5"/>
                      <a:stretch>
                        <a:fillRect/>
                      </a:stretch>
                    </p:blipFill>
                    <p:spPr>
                      <a:xfrm>
                        <a:off x="11163" y="1489"/>
                        <a:ext cx="1489" cy="1489"/>
                      </a:xfrm>
                      <a:prstGeom prst="rect">
                        <a:avLst/>
                      </a:prstGeom>
                    </p:spPr>
                  </p:pic>
                </p:oleObj>
              </mc:Fallback>
            </mc:AlternateContent>
          </a:graphicData>
        </a:graphic>
      </p:graphicFrame>
      <p:sp>
        <p:nvSpPr>
          <p:cNvPr id="2" name="Text Placeholder 1">
            <a:extLst>
              <a:ext uri="{FF2B5EF4-FFF2-40B4-BE49-F238E27FC236}">
                <a16:creationId xmlns:a16="http://schemas.microsoft.com/office/drawing/2014/main" id="{FC6D18B0-CE5B-8B19-94A6-BB6F63E48DAE}"/>
              </a:ext>
            </a:extLst>
          </p:cNvPr>
          <p:cNvSpPr txBox="1">
            <a:spLocks/>
          </p:cNvSpPr>
          <p:nvPr/>
        </p:nvSpPr>
        <p:spPr>
          <a:xfrm>
            <a:off x="5495081" y="159153"/>
            <a:ext cx="6389688" cy="523220"/>
          </a:xfrm>
          <a:prstGeom prst="rect">
            <a:avLst/>
          </a:prstGeom>
        </p:spPr>
        <p:txBody>
          <a:bodyPr vert="horz" lIns="91440" tIns="45720" rIns="91440" bIns="45720" rtlCol="0">
            <a:spAutoFit/>
          </a:bodyPr>
          <a:lstStyle>
            <a:lvl1pPr marL="0" indent="0" algn="r" defTabSz="685800" rtl="1" eaLnBrk="1" latinLnBrk="0" hangingPunct="1">
              <a:lnSpc>
                <a:spcPct val="100000"/>
              </a:lnSpc>
              <a:spcBef>
                <a:spcPts val="750"/>
              </a:spcBef>
              <a:buFont typeface="Arial" panose="020B0604020202020204" pitchFamily="34" charset="0"/>
              <a:buNone/>
              <a:defRPr sz="2000" b="1" kern="1200">
                <a:solidFill>
                  <a:schemeClr val="accent3"/>
                </a:solidFill>
                <a:latin typeface="+mn-lt"/>
                <a:ea typeface="+mn-ea"/>
                <a:cs typeface="+mj-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defRPr/>
            </a:pPr>
            <a:r>
              <a:rPr lang="ar-EG" sz="2800" dirty="0">
                <a:solidFill>
                  <a:srgbClr val="008658"/>
                </a:solidFill>
                <a:latin typeface="Calibri" pitchFamily="34" charset="0"/>
                <a:cs typeface="Calibri" pitchFamily="34" charset="-120"/>
              </a:rPr>
              <a:t>نشاط: إعداد سجل المخاطر وتقارير المخاطر</a:t>
            </a:r>
          </a:p>
        </p:txBody>
      </p:sp>
      <p:grpSp>
        <p:nvGrpSpPr>
          <p:cNvPr id="3" name="Group 2">
            <a:extLst>
              <a:ext uri="{FF2B5EF4-FFF2-40B4-BE49-F238E27FC236}">
                <a16:creationId xmlns:a16="http://schemas.microsoft.com/office/drawing/2014/main" id="{08F24EC8-40E9-9286-963E-9F149F84E5AB}"/>
              </a:ext>
            </a:extLst>
          </p:cNvPr>
          <p:cNvGrpSpPr/>
          <p:nvPr/>
        </p:nvGrpSpPr>
        <p:grpSpPr>
          <a:xfrm>
            <a:off x="365760" y="1280160"/>
            <a:ext cx="11460480" cy="4194048"/>
            <a:chOff x="365760" y="1280160"/>
            <a:chExt cx="11460480" cy="4194048"/>
          </a:xfrm>
        </p:grpSpPr>
        <p:sp>
          <p:nvSpPr>
            <p:cNvPr id="5" name="Shape 3"/>
            <p:cNvSpPr/>
            <p:nvPr/>
          </p:nvSpPr>
          <p:spPr>
            <a:xfrm>
              <a:off x="8152384" y="1280160"/>
              <a:ext cx="3673856" cy="4194048"/>
            </a:xfrm>
            <a:prstGeom prst="rect">
              <a:avLst/>
            </a:prstGeom>
            <a:solidFill>
              <a:srgbClr val="FFFFFF"/>
            </a:solidFill>
            <a:ln/>
            <a:effectLst>
              <a:outerShdw blurRad="63500" dist="25400" dir="8100000" algn="bl" rotWithShape="0">
                <a:srgbClr val="000000">
                  <a:alpha val="10000"/>
                </a:srgbClr>
              </a:outerShdw>
            </a:effectLst>
          </p:spPr>
          <p:txBody>
            <a:bodyPr/>
            <a:lstStyle/>
            <a:p>
              <a:endParaRPr lang="ar-EG" sz="2800" dirty="0">
                <a:latin typeface="Sakkal Majalla" panose="02000000000000000000" pitchFamily="2" charset="-78"/>
                <a:cs typeface="Sakkal Majalla" panose="02000000000000000000" pitchFamily="2" charset="-78"/>
              </a:endParaRPr>
            </a:p>
          </p:txBody>
        </p:sp>
        <p:sp>
          <p:nvSpPr>
            <p:cNvPr id="6" name="Shape 4"/>
            <p:cNvSpPr/>
            <p:nvPr/>
          </p:nvSpPr>
          <p:spPr>
            <a:xfrm>
              <a:off x="8152384" y="1280160"/>
              <a:ext cx="3673856" cy="85344"/>
            </a:xfrm>
            <a:prstGeom prst="rect">
              <a:avLst/>
            </a:prstGeom>
            <a:solidFill>
              <a:srgbClr val="B8963E"/>
            </a:solidFill>
            <a:ln/>
          </p:spPr>
          <p:txBody>
            <a:bodyPr/>
            <a:lstStyle/>
            <a:p>
              <a:endParaRPr lang="ar-EG" sz="2800" dirty="0">
                <a:latin typeface="Sakkal Majalla" panose="02000000000000000000" pitchFamily="2" charset="-78"/>
                <a:cs typeface="Sakkal Majalla" panose="02000000000000000000" pitchFamily="2" charset="-78"/>
              </a:endParaRPr>
            </a:p>
          </p:txBody>
        </p:sp>
        <p:sp>
          <p:nvSpPr>
            <p:cNvPr id="7" name="Shape 5"/>
            <p:cNvSpPr/>
            <p:nvPr/>
          </p:nvSpPr>
          <p:spPr>
            <a:xfrm>
              <a:off x="11277600" y="1402080"/>
              <a:ext cx="414528" cy="414528"/>
            </a:xfrm>
            <a:prstGeom prst="rect">
              <a:avLst/>
            </a:prstGeom>
            <a:solidFill>
              <a:srgbClr val="B8963E"/>
            </a:solidFill>
            <a:ln w="12700">
              <a:solidFill>
                <a:srgbClr val="B8963E"/>
              </a:solidFill>
              <a:prstDash val="solid"/>
            </a:ln>
          </p:spPr>
          <p:txBody>
            <a:bodyPr/>
            <a:lstStyle/>
            <a:p>
              <a:endParaRPr lang="ar-EG" sz="2800" dirty="0">
                <a:latin typeface="Sakkal Majalla" panose="02000000000000000000" pitchFamily="2" charset="-78"/>
                <a:cs typeface="Sakkal Majalla" panose="02000000000000000000" pitchFamily="2" charset="-78"/>
              </a:endParaRPr>
            </a:p>
          </p:txBody>
        </p:sp>
        <p:sp>
          <p:nvSpPr>
            <p:cNvPr id="8" name="Text 6"/>
            <p:cNvSpPr/>
            <p:nvPr/>
          </p:nvSpPr>
          <p:spPr>
            <a:xfrm>
              <a:off x="11277600" y="1402080"/>
              <a:ext cx="414528" cy="414528"/>
            </a:xfrm>
            <a:prstGeom prst="rect">
              <a:avLst/>
            </a:prstGeom>
            <a:noFill/>
            <a:ln/>
          </p:spPr>
          <p:txBody>
            <a:bodyPr wrap="square" rtlCol="0" anchor="ctr"/>
            <a:lstStyle/>
            <a:p>
              <a:pPr algn="ctr"/>
              <a:r>
                <a:rPr lang="ar-EG" b="1" dirty="0">
                  <a:solidFill>
                    <a:srgbClr val="FFFFFF"/>
                  </a:solidFill>
                  <a:latin typeface="Sakkal Majalla" panose="02000000000000000000" pitchFamily="2" charset="-78"/>
                  <a:ea typeface="Calibri" pitchFamily="34" charset="-122"/>
                  <a:cs typeface="Sakkal Majalla" panose="02000000000000000000" pitchFamily="2" charset="-78"/>
                </a:rPr>
                <a:t>1</a:t>
              </a:r>
              <a:endParaRPr lang="ar-EG" dirty="0">
                <a:latin typeface="Sakkal Majalla" panose="02000000000000000000" pitchFamily="2" charset="-78"/>
                <a:cs typeface="Sakkal Majalla" panose="02000000000000000000" pitchFamily="2" charset="-78"/>
              </a:endParaRPr>
            </a:p>
          </p:txBody>
        </p:sp>
        <p:sp>
          <p:nvSpPr>
            <p:cNvPr id="9" name="Text 7"/>
            <p:cNvSpPr/>
            <p:nvPr/>
          </p:nvSpPr>
          <p:spPr>
            <a:xfrm>
              <a:off x="8249920" y="1402080"/>
              <a:ext cx="2966720" cy="463296"/>
            </a:xfrm>
            <a:prstGeom prst="rect">
              <a:avLst/>
            </a:prstGeom>
            <a:noFill/>
            <a:ln/>
          </p:spPr>
          <p:txBody>
            <a:bodyPr wrap="square" rtlCol="0" anchor="ctr"/>
            <a:lstStyle/>
            <a:p>
              <a:pPr algn="r" rtl="1"/>
              <a:r>
                <a:rPr lang="ar-EG" b="1" dirty="0">
                  <a:solidFill>
                    <a:srgbClr val="154F31"/>
                  </a:solidFill>
                  <a:latin typeface="Sakkal Majalla" panose="02000000000000000000" pitchFamily="2" charset="-78"/>
                  <a:ea typeface="Arial" pitchFamily="34" charset="-122"/>
                  <a:cs typeface="Sakkal Majalla" panose="02000000000000000000" pitchFamily="2" charset="-78"/>
                </a:rPr>
                <a:t>السيناريو</a:t>
              </a:r>
              <a:endParaRPr lang="ar-EG" dirty="0">
                <a:latin typeface="Sakkal Majalla" panose="02000000000000000000" pitchFamily="2" charset="-78"/>
                <a:cs typeface="Sakkal Majalla" panose="02000000000000000000" pitchFamily="2" charset="-78"/>
              </a:endParaRPr>
            </a:p>
          </p:txBody>
        </p:sp>
        <p:sp>
          <p:nvSpPr>
            <p:cNvPr id="10" name="Shape 8"/>
            <p:cNvSpPr/>
            <p:nvPr/>
          </p:nvSpPr>
          <p:spPr>
            <a:xfrm>
              <a:off x="8249920" y="1914144"/>
              <a:ext cx="3478784" cy="24384"/>
            </a:xfrm>
            <a:prstGeom prst="rect">
              <a:avLst/>
            </a:prstGeom>
            <a:solidFill>
              <a:srgbClr val="E0E8E4"/>
            </a:solidFill>
            <a:ln/>
          </p:spPr>
          <p:txBody>
            <a:bodyPr/>
            <a:lstStyle/>
            <a:p>
              <a:endParaRPr lang="ar-EG" sz="2800" dirty="0">
                <a:latin typeface="Sakkal Majalla" panose="02000000000000000000" pitchFamily="2" charset="-78"/>
                <a:cs typeface="Sakkal Majalla" panose="02000000000000000000" pitchFamily="2" charset="-78"/>
              </a:endParaRPr>
            </a:p>
          </p:txBody>
        </p:sp>
        <p:sp>
          <p:nvSpPr>
            <p:cNvPr id="11" name="Text 9"/>
            <p:cNvSpPr/>
            <p:nvPr/>
          </p:nvSpPr>
          <p:spPr>
            <a:xfrm>
              <a:off x="8249920" y="2130460"/>
              <a:ext cx="3478784" cy="2527993"/>
            </a:xfrm>
            <a:prstGeom prst="rect">
              <a:avLst/>
            </a:prstGeom>
            <a:noFill/>
            <a:ln/>
          </p:spPr>
          <p:txBody>
            <a:bodyPr wrap="square" rtlCol="0" anchor="t"/>
            <a:lstStyle/>
            <a:p>
              <a:pPr algn="r" rtl="1"/>
              <a:r>
                <a:rPr lang="ar-EG" dirty="0">
                  <a:solidFill>
                    <a:srgbClr val="1C2B22"/>
                  </a:solidFill>
                  <a:latin typeface="Sakkal Majalla" panose="02000000000000000000" pitchFamily="2" charset="-78"/>
                  <a:ea typeface="Arial" pitchFamily="34" charset="-122"/>
                  <a:cs typeface="Sakkal Majalla" panose="02000000000000000000" pitchFamily="2" charset="-78"/>
                </a:rPr>
                <a:t>منشأة صحية تواجه مخاطر في مجال خصوصية بيانات المرضى (أيزو 27001 / سياسة الخصوصية)</a:t>
              </a:r>
              <a:endParaRPr lang="ar-EG" dirty="0">
                <a:latin typeface="Sakkal Majalla" panose="02000000000000000000" pitchFamily="2" charset="-78"/>
                <a:cs typeface="Sakkal Majalla" panose="02000000000000000000" pitchFamily="2" charset="-78"/>
              </a:endParaRPr>
            </a:p>
          </p:txBody>
        </p:sp>
        <p:sp>
          <p:nvSpPr>
            <p:cNvPr id="12" name="Shape 10"/>
            <p:cNvSpPr/>
            <p:nvPr/>
          </p:nvSpPr>
          <p:spPr>
            <a:xfrm>
              <a:off x="4259072" y="1280160"/>
              <a:ext cx="3673856" cy="4194048"/>
            </a:xfrm>
            <a:prstGeom prst="rect">
              <a:avLst/>
            </a:prstGeom>
            <a:solidFill>
              <a:srgbClr val="FFFFFF"/>
            </a:solidFill>
            <a:ln/>
            <a:effectLst>
              <a:outerShdw blurRad="63500" dist="25400" dir="8100000" algn="bl" rotWithShape="0">
                <a:srgbClr val="000000">
                  <a:alpha val="10000"/>
                </a:srgbClr>
              </a:outerShdw>
            </a:effectLst>
          </p:spPr>
          <p:txBody>
            <a:bodyPr/>
            <a:lstStyle/>
            <a:p>
              <a:endParaRPr lang="ar-EG" sz="2800" dirty="0">
                <a:latin typeface="Sakkal Majalla" panose="02000000000000000000" pitchFamily="2" charset="-78"/>
                <a:cs typeface="Sakkal Majalla" panose="02000000000000000000" pitchFamily="2" charset="-78"/>
              </a:endParaRPr>
            </a:p>
          </p:txBody>
        </p:sp>
        <p:sp>
          <p:nvSpPr>
            <p:cNvPr id="13" name="Shape 11"/>
            <p:cNvSpPr/>
            <p:nvPr/>
          </p:nvSpPr>
          <p:spPr>
            <a:xfrm>
              <a:off x="4259072" y="1280160"/>
              <a:ext cx="3673856" cy="85344"/>
            </a:xfrm>
            <a:prstGeom prst="rect">
              <a:avLst/>
            </a:prstGeom>
            <a:solidFill>
              <a:srgbClr val="B8963E"/>
            </a:solidFill>
            <a:ln/>
          </p:spPr>
          <p:txBody>
            <a:bodyPr/>
            <a:lstStyle/>
            <a:p>
              <a:endParaRPr lang="ar-EG" sz="2800" dirty="0">
                <a:latin typeface="Sakkal Majalla" panose="02000000000000000000" pitchFamily="2" charset="-78"/>
                <a:cs typeface="Sakkal Majalla" panose="02000000000000000000" pitchFamily="2" charset="-78"/>
              </a:endParaRPr>
            </a:p>
          </p:txBody>
        </p:sp>
        <p:sp>
          <p:nvSpPr>
            <p:cNvPr id="14" name="Shape 12"/>
            <p:cNvSpPr/>
            <p:nvPr/>
          </p:nvSpPr>
          <p:spPr>
            <a:xfrm>
              <a:off x="7384288" y="1402080"/>
              <a:ext cx="414528" cy="414528"/>
            </a:xfrm>
            <a:prstGeom prst="rect">
              <a:avLst/>
            </a:prstGeom>
            <a:solidFill>
              <a:srgbClr val="B8963E"/>
            </a:solidFill>
            <a:ln w="12700">
              <a:solidFill>
                <a:srgbClr val="B8963E"/>
              </a:solidFill>
              <a:prstDash val="solid"/>
            </a:ln>
          </p:spPr>
          <p:txBody>
            <a:bodyPr/>
            <a:lstStyle/>
            <a:p>
              <a:endParaRPr lang="ar-EG" sz="2800" dirty="0">
                <a:latin typeface="Sakkal Majalla" panose="02000000000000000000" pitchFamily="2" charset="-78"/>
                <a:cs typeface="Sakkal Majalla" panose="02000000000000000000" pitchFamily="2" charset="-78"/>
              </a:endParaRPr>
            </a:p>
          </p:txBody>
        </p:sp>
        <p:sp>
          <p:nvSpPr>
            <p:cNvPr id="15" name="Text 13"/>
            <p:cNvSpPr/>
            <p:nvPr/>
          </p:nvSpPr>
          <p:spPr>
            <a:xfrm>
              <a:off x="7384288" y="1402080"/>
              <a:ext cx="414528" cy="414528"/>
            </a:xfrm>
            <a:prstGeom prst="rect">
              <a:avLst/>
            </a:prstGeom>
            <a:noFill/>
            <a:ln/>
          </p:spPr>
          <p:txBody>
            <a:bodyPr wrap="square" rtlCol="0" anchor="ctr"/>
            <a:lstStyle/>
            <a:p>
              <a:pPr algn="ctr"/>
              <a:r>
                <a:rPr lang="ar-EG" b="1" dirty="0">
                  <a:solidFill>
                    <a:srgbClr val="FFFFFF"/>
                  </a:solidFill>
                  <a:latin typeface="Sakkal Majalla" panose="02000000000000000000" pitchFamily="2" charset="-78"/>
                  <a:ea typeface="Calibri" pitchFamily="34" charset="-122"/>
                  <a:cs typeface="Sakkal Majalla" panose="02000000000000000000" pitchFamily="2" charset="-78"/>
                </a:rPr>
                <a:t>2</a:t>
              </a:r>
              <a:endParaRPr lang="ar-EG" dirty="0">
                <a:latin typeface="Sakkal Majalla" panose="02000000000000000000" pitchFamily="2" charset="-78"/>
                <a:cs typeface="Sakkal Majalla" panose="02000000000000000000" pitchFamily="2" charset="-78"/>
              </a:endParaRPr>
            </a:p>
          </p:txBody>
        </p:sp>
        <p:sp>
          <p:nvSpPr>
            <p:cNvPr id="16" name="Text 14"/>
            <p:cNvSpPr/>
            <p:nvPr/>
          </p:nvSpPr>
          <p:spPr>
            <a:xfrm>
              <a:off x="4356608" y="1402080"/>
              <a:ext cx="2966720" cy="463296"/>
            </a:xfrm>
            <a:prstGeom prst="rect">
              <a:avLst/>
            </a:prstGeom>
            <a:noFill/>
            <a:ln/>
          </p:spPr>
          <p:txBody>
            <a:bodyPr wrap="square" rtlCol="0" anchor="ctr"/>
            <a:lstStyle/>
            <a:p>
              <a:pPr algn="r" rtl="1"/>
              <a:r>
                <a:rPr lang="ar-EG" b="1" dirty="0">
                  <a:solidFill>
                    <a:srgbClr val="154F31"/>
                  </a:solidFill>
                  <a:latin typeface="Sakkal Majalla" panose="02000000000000000000" pitchFamily="2" charset="-78"/>
                  <a:ea typeface="Arial" pitchFamily="34" charset="-122"/>
                  <a:cs typeface="Sakkal Majalla" panose="02000000000000000000" pitchFamily="2" charset="-78"/>
                </a:rPr>
                <a:t>تعبئة سجل المخاطر</a:t>
              </a:r>
              <a:endParaRPr lang="ar-EG" dirty="0">
                <a:latin typeface="Sakkal Majalla" panose="02000000000000000000" pitchFamily="2" charset="-78"/>
                <a:cs typeface="Sakkal Majalla" panose="02000000000000000000" pitchFamily="2" charset="-78"/>
              </a:endParaRPr>
            </a:p>
          </p:txBody>
        </p:sp>
        <p:sp>
          <p:nvSpPr>
            <p:cNvPr id="17" name="Shape 15"/>
            <p:cNvSpPr/>
            <p:nvPr/>
          </p:nvSpPr>
          <p:spPr>
            <a:xfrm>
              <a:off x="4356608" y="1914144"/>
              <a:ext cx="3478784" cy="24384"/>
            </a:xfrm>
            <a:prstGeom prst="rect">
              <a:avLst/>
            </a:prstGeom>
            <a:solidFill>
              <a:srgbClr val="E0E8E4"/>
            </a:solidFill>
            <a:ln/>
          </p:spPr>
          <p:txBody>
            <a:bodyPr/>
            <a:lstStyle/>
            <a:p>
              <a:endParaRPr lang="ar-EG" sz="2800" dirty="0">
                <a:latin typeface="Sakkal Majalla" panose="02000000000000000000" pitchFamily="2" charset="-78"/>
                <a:cs typeface="Sakkal Majalla" panose="02000000000000000000" pitchFamily="2" charset="-78"/>
              </a:endParaRPr>
            </a:p>
          </p:txBody>
        </p:sp>
        <p:sp>
          <p:nvSpPr>
            <p:cNvPr id="18" name="Text 16"/>
            <p:cNvSpPr/>
            <p:nvPr/>
          </p:nvSpPr>
          <p:spPr>
            <a:xfrm>
              <a:off x="4356608" y="2130460"/>
              <a:ext cx="3478784" cy="2527993"/>
            </a:xfrm>
            <a:prstGeom prst="rect">
              <a:avLst/>
            </a:prstGeom>
            <a:noFill/>
            <a:ln/>
          </p:spPr>
          <p:txBody>
            <a:bodyPr wrap="square" rtlCol="0" anchor="t"/>
            <a:lstStyle/>
            <a:p>
              <a:pPr algn="r" rtl="1"/>
              <a:r>
                <a:rPr lang="ar-EG" dirty="0">
                  <a:solidFill>
                    <a:srgbClr val="1C2B22"/>
                  </a:solidFill>
                  <a:latin typeface="Sakkal Majalla" panose="02000000000000000000" pitchFamily="2" charset="-78"/>
                  <a:ea typeface="Arial" pitchFamily="34" charset="-122"/>
                  <a:cs typeface="Sakkal Majalla" panose="02000000000000000000" pitchFamily="2" charset="-78"/>
                </a:rPr>
                <a:t>المتطلب - الخطر (تسريب البيانات) - الأثر (قانوني/سمعة) - الاحتمالية - الضابط الحالي (صلاحيات وصول) - الخطر المتبقي - القرار - المعالجة - المسؤول</a:t>
              </a:r>
              <a:endParaRPr lang="ar-EG" dirty="0">
                <a:latin typeface="Sakkal Majalla" panose="02000000000000000000" pitchFamily="2" charset="-78"/>
                <a:cs typeface="Sakkal Majalla" panose="02000000000000000000" pitchFamily="2" charset="-78"/>
              </a:endParaRPr>
            </a:p>
          </p:txBody>
        </p:sp>
        <p:sp>
          <p:nvSpPr>
            <p:cNvPr id="19" name="Shape 17"/>
            <p:cNvSpPr/>
            <p:nvPr/>
          </p:nvSpPr>
          <p:spPr>
            <a:xfrm>
              <a:off x="365760" y="1280160"/>
              <a:ext cx="3673856" cy="4194048"/>
            </a:xfrm>
            <a:prstGeom prst="rect">
              <a:avLst/>
            </a:prstGeom>
            <a:solidFill>
              <a:srgbClr val="FFFFFF"/>
            </a:solidFill>
            <a:ln/>
            <a:effectLst>
              <a:outerShdw blurRad="63500" dist="25400" dir="8100000" algn="bl" rotWithShape="0">
                <a:srgbClr val="000000">
                  <a:alpha val="10000"/>
                </a:srgbClr>
              </a:outerShdw>
            </a:effectLst>
          </p:spPr>
          <p:txBody>
            <a:bodyPr/>
            <a:lstStyle/>
            <a:p>
              <a:endParaRPr lang="ar-EG" sz="2800" dirty="0">
                <a:latin typeface="Sakkal Majalla" panose="02000000000000000000" pitchFamily="2" charset="-78"/>
                <a:cs typeface="Sakkal Majalla" panose="02000000000000000000" pitchFamily="2" charset="-78"/>
              </a:endParaRPr>
            </a:p>
          </p:txBody>
        </p:sp>
        <p:sp>
          <p:nvSpPr>
            <p:cNvPr id="20" name="Shape 18"/>
            <p:cNvSpPr/>
            <p:nvPr/>
          </p:nvSpPr>
          <p:spPr>
            <a:xfrm>
              <a:off x="365760" y="1280160"/>
              <a:ext cx="3673856" cy="85344"/>
            </a:xfrm>
            <a:prstGeom prst="rect">
              <a:avLst/>
            </a:prstGeom>
            <a:solidFill>
              <a:srgbClr val="B8963E"/>
            </a:solidFill>
            <a:ln/>
          </p:spPr>
          <p:txBody>
            <a:bodyPr/>
            <a:lstStyle/>
            <a:p>
              <a:endParaRPr lang="ar-EG" sz="2800" dirty="0">
                <a:latin typeface="Sakkal Majalla" panose="02000000000000000000" pitchFamily="2" charset="-78"/>
                <a:cs typeface="Sakkal Majalla" panose="02000000000000000000" pitchFamily="2" charset="-78"/>
              </a:endParaRPr>
            </a:p>
          </p:txBody>
        </p:sp>
        <p:sp>
          <p:nvSpPr>
            <p:cNvPr id="21" name="Shape 19"/>
            <p:cNvSpPr/>
            <p:nvPr/>
          </p:nvSpPr>
          <p:spPr>
            <a:xfrm>
              <a:off x="3490976" y="1402080"/>
              <a:ext cx="414528" cy="414528"/>
            </a:xfrm>
            <a:prstGeom prst="rect">
              <a:avLst/>
            </a:prstGeom>
            <a:solidFill>
              <a:srgbClr val="B8963E"/>
            </a:solidFill>
            <a:ln w="12700">
              <a:solidFill>
                <a:srgbClr val="B8963E"/>
              </a:solidFill>
              <a:prstDash val="solid"/>
            </a:ln>
          </p:spPr>
          <p:txBody>
            <a:bodyPr/>
            <a:lstStyle/>
            <a:p>
              <a:endParaRPr lang="ar-EG" sz="2800" dirty="0">
                <a:latin typeface="Sakkal Majalla" panose="02000000000000000000" pitchFamily="2" charset="-78"/>
                <a:cs typeface="Sakkal Majalla" panose="02000000000000000000" pitchFamily="2" charset="-78"/>
              </a:endParaRPr>
            </a:p>
          </p:txBody>
        </p:sp>
        <p:sp>
          <p:nvSpPr>
            <p:cNvPr id="22" name="Text 20"/>
            <p:cNvSpPr/>
            <p:nvPr/>
          </p:nvSpPr>
          <p:spPr>
            <a:xfrm>
              <a:off x="3490976" y="1402080"/>
              <a:ext cx="414528" cy="414528"/>
            </a:xfrm>
            <a:prstGeom prst="rect">
              <a:avLst/>
            </a:prstGeom>
            <a:noFill/>
            <a:ln/>
          </p:spPr>
          <p:txBody>
            <a:bodyPr wrap="square" rtlCol="0" anchor="ctr"/>
            <a:lstStyle/>
            <a:p>
              <a:pPr algn="ctr"/>
              <a:r>
                <a:rPr lang="ar-EG" b="1" dirty="0">
                  <a:solidFill>
                    <a:srgbClr val="FFFFFF"/>
                  </a:solidFill>
                  <a:latin typeface="Sakkal Majalla" panose="02000000000000000000" pitchFamily="2" charset="-78"/>
                  <a:ea typeface="Calibri" pitchFamily="34" charset="-122"/>
                  <a:cs typeface="Sakkal Majalla" panose="02000000000000000000" pitchFamily="2" charset="-78"/>
                </a:rPr>
                <a:t>3</a:t>
              </a:r>
              <a:endParaRPr lang="ar-EG" dirty="0">
                <a:latin typeface="Sakkal Majalla" panose="02000000000000000000" pitchFamily="2" charset="-78"/>
                <a:cs typeface="Sakkal Majalla" panose="02000000000000000000" pitchFamily="2" charset="-78"/>
              </a:endParaRPr>
            </a:p>
          </p:txBody>
        </p:sp>
        <p:sp>
          <p:nvSpPr>
            <p:cNvPr id="23" name="Text 21"/>
            <p:cNvSpPr/>
            <p:nvPr/>
          </p:nvSpPr>
          <p:spPr>
            <a:xfrm>
              <a:off x="463296" y="1402080"/>
              <a:ext cx="2966720" cy="463296"/>
            </a:xfrm>
            <a:prstGeom prst="rect">
              <a:avLst/>
            </a:prstGeom>
            <a:noFill/>
            <a:ln/>
          </p:spPr>
          <p:txBody>
            <a:bodyPr wrap="square" rtlCol="0" anchor="ctr"/>
            <a:lstStyle/>
            <a:p>
              <a:pPr algn="r" rtl="1"/>
              <a:r>
                <a:rPr lang="ar-EG" b="1" dirty="0">
                  <a:solidFill>
                    <a:srgbClr val="154F31"/>
                  </a:solidFill>
                  <a:latin typeface="Sakkal Majalla" panose="02000000000000000000" pitchFamily="2" charset="-78"/>
                  <a:ea typeface="Arial" pitchFamily="34" charset="-122"/>
                  <a:cs typeface="Sakkal Majalla" panose="02000000000000000000" pitchFamily="2" charset="-78"/>
                </a:rPr>
                <a:t>إعداد التقرير للإدارة</a:t>
              </a:r>
              <a:endParaRPr lang="ar-EG" dirty="0">
                <a:latin typeface="Sakkal Majalla" panose="02000000000000000000" pitchFamily="2" charset="-78"/>
                <a:cs typeface="Sakkal Majalla" panose="02000000000000000000" pitchFamily="2" charset="-78"/>
              </a:endParaRPr>
            </a:p>
          </p:txBody>
        </p:sp>
        <p:sp>
          <p:nvSpPr>
            <p:cNvPr id="24" name="Shape 22"/>
            <p:cNvSpPr/>
            <p:nvPr/>
          </p:nvSpPr>
          <p:spPr>
            <a:xfrm>
              <a:off x="463296" y="1914144"/>
              <a:ext cx="3478784" cy="24384"/>
            </a:xfrm>
            <a:prstGeom prst="rect">
              <a:avLst/>
            </a:prstGeom>
            <a:solidFill>
              <a:srgbClr val="E0E8E4"/>
            </a:solidFill>
            <a:ln/>
          </p:spPr>
          <p:txBody>
            <a:bodyPr/>
            <a:lstStyle/>
            <a:p>
              <a:endParaRPr lang="ar-EG" sz="2800" dirty="0">
                <a:latin typeface="Sakkal Majalla" panose="02000000000000000000" pitchFamily="2" charset="-78"/>
                <a:cs typeface="Sakkal Majalla" panose="02000000000000000000" pitchFamily="2" charset="-78"/>
              </a:endParaRPr>
            </a:p>
          </p:txBody>
        </p:sp>
        <p:sp>
          <p:nvSpPr>
            <p:cNvPr id="25" name="Text 23"/>
            <p:cNvSpPr/>
            <p:nvPr/>
          </p:nvSpPr>
          <p:spPr>
            <a:xfrm>
              <a:off x="463296" y="2130460"/>
              <a:ext cx="3478784" cy="2527993"/>
            </a:xfrm>
            <a:prstGeom prst="rect">
              <a:avLst/>
            </a:prstGeom>
            <a:noFill/>
            <a:ln/>
          </p:spPr>
          <p:txBody>
            <a:bodyPr wrap="square" rtlCol="0" anchor="t"/>
            <a:lstStyle/>
            <a:p>
              <a:pPr algn="r" rtl="1"/>
              <a:r>
                <a:rPr lang="ar-EG" dirty="0">
                  <a:solidFill>
                    <a:srgbClr val="1C2B22"/>
                  </a:solidFill>
                  <a:latin typeface="Sakkal Majalla" panose="02000000000000000000" pitchFamily="2" charset="-78"/>
                  <a:ea typeface="Arial" pitchFamily="34" charset="-122"/>
                  <a:cs typeface="Sakkal Majalla" panose="02000000000000000000" pitchFamily="2" charset="-78"/>
                </a:rPr>
                <a:t>أبرز 5 مخاطر عدم الامتثال | حالة الضوابط الجسيمة | مؤشرات الامتثال والاتجاهات | القضايا غير المغلقة وأسباب التأخير | القرارات المطلوبة من القيادة</a:t>
              </a:r>
              <a:endParaRPr lang="ar-EG" dirty="0">
                <a:latin typeface="Sakkal Majalla" panose="02000000000000000000" pitchFamily="2" charset="-78"/>
                <a:cs typeface="Sakkal Majalla" panose="02000000000000000000" pitchFamily="2" charset="-78"/>
              </a:endParaRPr>
            </a:p>
          </p:txBody>
        </p:sp>
      </p:grpSp>
    </p:spTree>
    <p:extLst>
      <p:ext uri="{BB962C8B-B14F-4D97-AF65-F5344CB8AC3E}">
        <p14:creationId xmlns:p14="http://schemas.microsoft.com/office/powerpoint/2010/main" val="1320297437"/>
      </p:ext>
    </p:extLst>
  </p:cSld>
  <p:clrMapOvr>
    <a:masterClrMapping/>
  </p:clrMapOvr>
  <p:transition spd="me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CD392C-74A5-DF4D-75AC-A15B756FF004}"/>
            </a:ext>
          </a:extLst>
        </p:cNvPr>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6EFF3470-5B4F-976E-6476-79ABCD7110F0}"/>
              </a:ext>
            </a:extLst>
          </p:cNvPr>
          <p:cNvGraphicFramePr>
            <a:graphicFrameLocks noChangeAspect="1"/>
          </p:cNvGraphicFramePr>
          <p:nvPr>
            <p:custDataLst>
              <p:tags r:id="rId1"/>
            </p:custDataLst>
          </p:nvPr>
        </p:nvGraphicFramePr>
        <p:xfrm>
          <a:off x="11163" y="1489"/>
          <a:ext cx="1489" cy="1489"/>
        </p:xfrm>
        <a:graphic>
          <a:graphicData uri="http://schemas.openxmlformats.org/presentationml/2006/ole">
            <mc:AlternateContent xmlns:mc="http://schemas.openxmlformats.org/markup-compatibility/2006">
              <mc:Choice xmlns:v="urn:schemas-microsoft-com:vml" Requires="v">
                <p:oleObj name="think-cell Slide" r:id="rId4" imgW="395" imgH="396" progId="TCLayout.ActiveDocument.1">
                  <p:embed/>
                </p:oleObj>
              </mc:Choice>
              <mc:Fallback>
                <p:oleObj name="think-cell Slide" r:id="rId4" imgW="395" imgH="396" progId="TCLayout.ActiveDocument.1">
                  <p:embed/>
                  <p:pic>
                    <p:nvPicPr>
                      <p:cNvPr id="4" name="Object 3" hidden="1">
                        <a:extLst>
                          <a:ext uri="{FF2B5EF4-FFF2-40B4-BE49-F238E27FC236}">
                            <a16:creationId xmlns:a16="http://schemas.microsoft.com/office/drawing/2014/main" id="{4D386A5F-0E4C-5D45-4E2F-3B199CAE0404}"/>
                          </a:ext>
                        </a:extLst>
                      </p:cNvPr>
                      <p:cNvPicPr/>
                      <p:nvPr/>
                    </p:nvPicPr>
                    <p:blipFill>
                      <a:blip r:embed="rId5"/>
                      <a:stretch>
                        <a:fillRect/>
                      </a:stretch>
                    </p:blipFill>
                    <p:spPr>
                      <a:xfrm>
                        <a:off x="11163" y="1489"/>
                        <a:ext cx="1489" cy="1489"/>
                      </a:xfrm>
                      <a:prstGeom prst="rect">
                        <a:avLst/>
                      </a:prstGeom>
                    </p:spPr>
                  </p:pic>
                </p:oleObj>
              </mc:Fallback>
            </mc:AlternateContent>
          </a:graphicData>
        </a:graphic>
      </p:graphicFrame>
      <p:sp>
        <p:nvSpPr>
          <p:cNvPr id="2" name="Text Placeholder 1">
            <a:extLst>
              <a:ext uri="{FF2B5EF4-FFF2-40B4-BE49-F238E27FC236}">
                <a16:creationId xmlns:a16="http://schemas.microsoft.com/office/drawing/2014/main" id="{93CC10BC-BE0B-4BFE-95B8-C7FA1959E1FC}"/>
              </a:ext>
            </a:extLst>
          </p:cNvPr>
          <p:cNvSpPr txBox="1">
            <a:spLocks/>
          </p:cNvSpPr>
          <p:nvPr/>
        </p:nvSpPr>
        <p:spPr>
          <a:xfrm>
            <a:off x="5495081" y="159153"/>
            <a:ext cx="6389688" cy="523220"/>
          </a:xfrm>
          <a:prstGeom prst="rect">
            <a:avLst/>
          </a:prstGeom>
        </p:spPr>
        <p:txBody>
          <a:bodyPr vert="horz" lIns="91440" tIns="45720" rIns="91440" bIns="45720" rtlCol="0">
            <a:spAutoFit/>
          </a:bodyPr>
          <a:lstStyle>
            <a:lvl1pPr marL="0" indent="0" algn="r" defTabSz="685800" rtl="1" eaLnBrk="1" latinLnBrk="0" hangingPunct="1">
              <a:lnSpc>
                <a:spcPct val="100000"/>
              </a:lnSpc>
              <a:spcBef>
                <a:spcPts val="750"/>
              </a:spcBef>
              <a:buFont typeface="Arial" panose="020B0604020202020204" pitchFamily="34" charset="0"/>
              <a:buNone/>
              <a:defRPr sz="2000" b="1" kern="1200">
                <a:solidFill>
                  <a:schemeClr val="accent3"/>
                </a:solidFill>
                <a:latin typeface="+mn-lt"/>
                <a:ea typeface="+mn-ea"/>
                <a:cs typeface="+mj-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defRPr/>
            </a:pPr>
            <a:r>
              <a:rPr lang="ar-EG" sz="2800" dirty="0">
                <a:solidFill>
                  <a:srgbClr val="008658"/>
                </a:solidFill>
                <a:latin typeface="Calibri" pitchFamily="34" charset="0"/>
                <a:cs typeface="Calibri" pitchFamily="34" charset="-120"/>
              </a:rPr>
              <a:t>الخلاصة – أبرز ما تعلمناه</a:t>
            </a:r>
          </a:p>
        </p:txBody>
      </p:sp>
      <p:grpSp>
        <p:nvGrpSpPr>
          <p:cNvPr id="3" name="Group 2">
            <a:extLst>
              <a:ext uri="{FF2B5EF4-FFF2-40B4-BE49-F238E27FC236}">
                <a16:creationId xmlns:a16="http://schemas.microsoft.com/office/drawing/2014/main" id="{83D234B1-00B5-7374-9111-0429CD1E6DA9}"/>
              </a:ext>
            </a:extLst>
          </p:cNvPr>
          <p:cNvGrpSpPr/>
          <p:nvPr/>
        </p:nvGrpSpPr>
        <p:grpSpPr>
          <a:xfrm>
            <a:off x="544945" y="1219200"/>
            <a:ext cx="11143674" cy="4584192"/>
            <a:chOff x="268224" y="1219200"/>
            <a:chExt cx="11655552" cy="4584192"/>
          </a:xfrm>
        </p:grpSpPr>
        <p:sp>
          <p:nvSpPr>
            <p:cNvPr id="5" name="Shape 3"/>
            <p:cNvSpPr/>
            <p:nvPr/>
          </p:nvSpPr>
          <p:spPr>
            <a:xfrm>
              <a:off x="268224" y="1219200"/>
              <a:ext cx="11655552" cy="1414272"/>
            </a:xfrm>
            <a:prstGeom prst="rect">
              <a:avLst/>
            </a:prstGeom>
            <a:solidFill>
              <a:srgbClr val="DFF0E6"/>
            </a:solidFill>
            <a:ln w="12700">
              <a:solidFill>
                <a:srgbClr val="D0E8DA"/>
              </a:solidFill>
              <a:prstDash val="solid"/>
            </a:ln>
          </p:spPr>
          <p:txBody>
            <a:bodyPr/>
            <a:lstStyle/>
            <a:p>
              <a:endParaRPr lang="ar-EG" sz="2400" dirty="0">
                <a:latin typeface="Sakkal Majalla" panose="02000000000000000000" pitchFamily="2" charset="-78"/>
                <a:cs typeface="Sakkal Majalla" panose="02000000000000000000" pitchFamily="2" charset="-78"/>
              </a:endParaRPr>
            </a:p>
          </p:txBody>
        </p:sp>
        <p:sp>
          <p:nvSpPr>
            <p:cNvPr id="6" name="Shape 4"/>
            <p:cNvSpPr/>
            <p:nvPr/>
          </p:nvSpPr>
          <p:spPr>
            <a:xfrm>
              <a:off x="9485376" y="1219200"/>
              <a:ext cx="2438400" cy="1414272"/>
            </a:xfrm>
            <a:prstGeom prst="rect">
              <a:avLst/>
            </a:prstGeom>
            <a:solidFill>
              <a:srgbClr val="154F31"/>
            </a:solidFill>
            <a:ln w="12700">
              <a:solidFill>
                <a:srgbClr val="154F31"/>
              </a:solidFill>
              <a:prstDash val="solid"/>
            </a:ln>
          </p:spPr>
          <p:txBody>
            <a:bodyPr/>
            <a:lstStyle/>
            <a:p>
              <a:endParaRPr lang="ar-EG" sz="2400" dirty="0">
                <a:latin typeface="Sakkal Majalla" panose="02000000000000000000" pitchFamily="2" charset="-78"/>
                <a:cs typeface="Sakkal Majalla" panose="02000000000000000000" pitchFamily="2" charset="-78"/>
              </a:endParaRPr>
            </a:p>
          </p:txBody>
        </p:sp>
        <p:sp>
          <p:nvSpPr>
            <p:cNvPr id="7" name="Text 5"/>
            <p:cNvSpPr/>
            <p:nvPr/>
          </p:nvSpPr>
          <p:spPr>
            <a:xfrm>
              <a:off x="9485376" y="1341120"/>
              <a:ext cx="2438400" cy="1170432"/>
            </a:xfrm>
            <a:prstGeom prst="rect">
              <a:avLst/>
            </a:prstGeom>
            <a:noFill/>
            <a:ln/>
          </p:spPr>
          <p:txBody>
            <a:bodyPr wrap="square" rtlCol="0" anchor="ctr"/>
            <a:lstStyle/>
            <a:p>
              <a:pPr algn="ctr" rtl="1"/>
              <a:r>
                <a:rPr lang="ar-EG" sz="2133" b="1" dirty="0">
                  <a:solidFill>
                    <a:srgbClr val="FFFFFF"/>
                  </a:solidFill>
                  <a:latin typeface="Sakkal Majalla" panose="02000000000000000000" pitchFamily="2" charset="-78"/>
                  <a:ea typeface="Arial" pitchFamily="34" charset="-122"/>
                  <a:cs typeface="Sakkal Majalla" panose="02000000000000000000" pitchFamily="2" charset="-78"/>
                </a:rPr>
                <a:t>الفصل الأول</a:t>
              </a:r>
              <a:endParaRPr lang="ar-EG" sz="2133" dirty="0">
                <a:latin typeface="Sakkal Majalla" panose="02000000000000000000" pitchFamily="2" charset="-78"/>
                <a:cs typeface="Sakkal Majalla" panose="02000000000000000000" pitchFamily="2" charset="-78"/>
              </a:endParaRPr>
            </a:p>
          </p:txBody>
        </p:sp>
        <p:sp>
          <p:nvSpPr>
            <p:cNvPr id="8" name="Text 6"/>
            <p:cNvSpPr/>
            <p:nvPr/>
          </p:nvSpPr>
          <p:spPr>
            <a:xfrm>
              <a:off x="365760" y="1341120"/>
              <a:ext cx="9144000" cy="1170432"/>
            </a:xfrm>
            <a:prstGeom prst="rect">
              <a:avLst/>
            </a:prstGeom>
            <a:noFill/>
            <a:ln/>
          </p:spPr>
          <p:txBody>
            <a:bodyPr wrap="square" rtlCol="0" anchor="ctr"/>
            <a:lstStyle/>
            <a:p>
              <a:pPr algn="r" rtl="1"/>
              <a:r>
                <a:rPr lang="ar-EG" sz="2000" dirty="0">
                  <a:solidFill>
                    <a:srgbClr val="1C2B22"/>
                  </a:solidFill>
                  <a:latin typeface="Sakkal Majalla" panose="02000000000000000000" pitchFamily="2" charset="-78"/>
                  <a:ea typeface="Arial" pitchFamily="34" charset="-122"/>
                  <a:cs typeface="Sakkal Majalla" panose="02000000000000000000" pitchFamily="2" charset="-78"/>
                </a:rPr>
                <a:t>الحوكمة ليست وثائق – بل إطار حي يُوزّع الأدوار ويضمن المساءلة ويحمي القرار من التأثيرات غير المهنية.</a:t>
              </a:r>
              <a:endParaRPr lang="ar-EG" sz="2000" dirty="0">
                <a:latin typeface="Sakkal Majalla" panose="02000000000000000000" pitchFamily="2" charset="-78"/>
                <a:cs typeface="Sakkal Majalla" panose="02000000000000000000" pitchFamily="2" charset="-78"/>
              </a:endParaRPr>
            </a:p>
          </p:txBody>
        </p:sp>
        <p:sp>
          <p:nvSpPr>
            <p:cNvPr id="9" name="Shape 7"/>
            <p:cNvSpPr/>
            <p:nvPr/>
          </p:nvSpPr>
          <p:spPr>
            <a:xfrm>
              <a:off x="268224" y="2804160"/>
              <a:ext cx="11655552" cy="1414272"/>
            </a:xfrm>
            <a:prstGeom prst="rect">
              <a:avLst/>
            </a:prstGeom>
            <a:solidFill>
              <a:srgbClr val="DFF0E6"/>
            </a:solidFill>
            <a:ln w="12700">
              <a:solidFill>
                <a:srgbClr val="D0E8DA"/>
              </a:solidFill>
              <a:prstDash val="solid"/>
            </a:ln>
          </p:spPr>
          <p:txBody>
            <a:bodyPr/>
            <a:lstStyle/>
            <a:p>
              <a:endParaRPr lang="ar-EG" sz="2400" dirty="0">
                <a:latin typeface="Sakkal Majalla" panose="02000000000000000000" pitchFamily="2" charset="-78"/>
                <a:cs typeface="Sakkal Majalla" panose="02000000000000000000" pitchFamily="2" charset="-78"/>
              </a:endParaRPr>
            </a:p>
          </p:txBody>
        </p:sp>
        <p:sp>
          <p:nvSpPr>
            <p:cNvPr id="10" name="Shape 8"/>
            <p:cNvSpPr/>
            <p:nvPr/>
          </p:nvSpPr>
          <p:spPr>
            <a:xfrm>
              <a:off x="9485376" y="2804160"/>
              <a:ext cx="2438400" cy="1414272"/>
            </a:xfrm>
            <a:prstGeom prst="rect">
              <a:avLst/>
            </a:prstGeom>
            <a:solidFill>
              <a:srgbClr val="2E7D52"/>
            </a:solidFill>
            <a:ln w="12700">
              <a:solidFill>
                <a:srgbClr val="2E7D52"/>
              </a:solidFill>
              <a:prstDash val="solid"/>
            </a:ln>
          </p:spPr>
          <p:txBody>
            <a:bodyPr/>
            <a:lstStyle/>
            <a:p>
              <a:endParaRPr lang="ar-EG" sz="2400" dirty="0">
                <a:latin typeface="Sakkal Majalla" panose="02000000000000000000" pitchFamily="2" charset="-78"/>
                <a:cs typeface="Sakkal Majalla" panose="02000000000000000000" pitchFamily="2" charset="-78"/>
              </a:endParaRPr>
            </a:p>
          </p:txBody>
        </p:sp>
        <p:sp>
          <p:nvSpPr>
            <p:cNvPr id="11" name="Text 9"/>
            <p:cNvSpPr/>
            <p:nvPr/>
          </p:nvSpPr>
          <p:spPr>
            <a:xfrm>
              <a:off x="9485376" y="2926080"/>
              <a:ext cx="2438400" cy="1170432"/>
            </a:xfrm>
            <a:prstGeom prst="rect">
              <a:avLst/>
            </a:prstGeom>
            <a:noFill/>
            <a:ln/>
          </p:spPr>
          <p:txBody>
            <a:bodyPr wrap="square" rtlCol="0" anchor="ctr"/>
            <a:lstStyle/>
            <a:p>
              <a:pPr algn="ctr" rtl="1"/>
              <a:r>
                <a:rPr lang="ar-EG" sz="2133" b="1" dirty="0">
                  <a:solidFill>
                    <a:srgbClr val="FFFFFF"/>
                  </a:solidFill>
                  <a:latin typeface="Sakkal Majalla" panose="02000000000000000000" pitchFamily="2" charset="-78"/>
                  <a:ea typeface="Arial" pitchFamily="34" charset="-122"/>
                  <a:cs typeface="Sakkal Majalla" panose="02000000000000000000" pitchFamily="2" charset="-78"/>
                </a:rPr>
                <a:t>الفصل الثاني</a:t>
              </a:r>
              <a:endParaRPr lang="ar-EG" sz="2133" dirty="0">
                <a:latin typeface="Sakkal Majalla" panose="02000000000000000000" pitchFamily="2" charset="-78"/>
                <a:cs typeface="Sakkal Majalla" panose="02000000000000000000" pitchFamily="2" charset="-78"/>
              </a:endParaRPr>
            </a:p>
          </p:txBody>
        </p:sp>
        <p:sp>
          <p:nvSpPr>
            <p:cNvPr id="12" name="Text 10"/>
            <p:cNvSpPr/>
            <p:nvPr/>
          </p:nvSpPr>
          <p:spPr>
            <a:xfrm>
              <a:off x="365760" y="2926080"/>
              <a:ext cx="9144000" cy="1170432"/>
            </a:xfrm>
            <a:prstGeom prst="rect">
              <a:avLst/>
            </a:prstGeom>
            <a:noFill/>
            <a:ln/>
          </p:spPr>
          <p:txBody>
            <a:bodyPr wrap="square" rtlCol="0" anchor="ctr"/>
            <a:lstStyle/>
            <a:p>
              <a:pPr algn="r" rtl="1"/>
              <a:r>
                <a:rPr lang="ar-EG" sz="2000" dirty="0">
                  <a:solidFill>
                    <a:srgbClr val="1C2B22"/>
                  </a:solidFill>
                  <a:latin typeface="Sakkal Majalla" panose="02000000000000000000" pitchFamily="2" charset="-78"/>
                  <a:ea typeface="Arial" pitchFamily="34" charset="-122"/>
                  <a:cs typeface="Sakkal Majalla" panose="02000000000000000000" pitchFamily="2" charset="-78"/>
                </a:rPr>
                <a:t>الامتثال الحقيقي يبدأ من الثقافة لا من السياسات – ومن يراقب بروح الحماية المبكرة يحمي المنشأة قبل الأزمة.</a:t>
              </a:r>
              <a:endParaRPr lang="ar-EG" sz="2000" dirty="0">
                <a:latin typeface="Sakkal Majalla" panose="02000000000000000000" pitchFamily="2" charset="-78"/>
                <a:cs typeface="Sakkal Majalla" panose="02000000000000000000" pitchFamily="2" charset="-78"/>
              </a:endParaRPr>
            </a:p>
          </p:txBody>
        </p:sp>
        <p:sp>
          <p:nvSpPr>
            <p:cNvPr id="13" name="Shape 11"/>
            <p:cNvSpPr/>
            <p:nvPr/>
          </p:nvSpPr>
          <p:spPr>
            <a:xfrm>
              <a:off x="268224" y="4389120"/>
              <a:ext cx="11655552" cy="1414272"/>
            </a:xfrm>
            <a:prstGeom prst="rect">
              <a:avLst/>
            </a:prstGeom>
            <a:solidFill>
              <a:srgbClr val="DFF0E6"/>
            </a:solidFill>
            <a:ln w="12700">
              <a:solidFill>
                <a:srgbClr val="D0E8DA"/>
              </a:solidFill>
              <a:prstDash val="solid"/>
            </a:ln>
          </p:spPr>
          <p:txBody>
            <a:bodyPr/>
            <a:lstStyle/>
            <a:p>
              <a:endParaRPr lang="ar-EG" sz="2400" dirty="0">
                <a:latin typeface="Sakkal Majalla" panose="02000000000000000000" pitchFamily="2" charset="-78"/>
                <a:cs typeface="Sakkal Majalla" panose="02000000000000000000" pitchFamily="2" charset="-78"/>
              </a:endParaRPr>
            </a:p>
          </p:txBody>
        </p:sp>
        <p:sp>
          <p:nvSpPr>
            <p:cNvPr id="14" name="Shape 12"/>
            <p:cNvSpPr/>
            <p:nvPr/>
          </p:nvSpPr>
          <p:spPr>
            <a:xfrm>
              <a:off x="9485376" y="4389120"/>
              <a:ext cx="2438400" cy="1414272"/>
            </a:xfrm>
            <a:prstGeom prst="rect">
              <a:avLst/>
            </a:prstGeom>
            <a:solidFill>
              <a:srgbClr val="B8963E"/>
            </a:solidFill>
            <a:ln w="12700">
              <a:solidFill>
                <a:srgbClr val="B8963E"/>
              </a:solidFill>
              <a:prstDash val="solid"/>
            </a:ln>
          </p:spPr>
          <p:txBody>
            <a:bodyPr/>
            <a:lstStyle/>
            <a:p>
              <a:endParaRPr lang="ar-EG" sz="2400" dirty="0">
                <a:latin typeface="Sakkal Majalla" panose="02000000000000000000" pitchFamily="2" charset="-78"/>
                <a:cs typeface="Sakkal Majalla" panose="02000000000000000000" pitchFamily="2" charset="-78"/>
              </a:endParaRPr>
            </a:p>
          </p:txBody>
        </p:sp>
        <p:sp>
          <p:nvSpPr>
            <p:cNvPr id="15" name="Text 13"/>
            <p:cNvSpPr/>
            <p:nvPr/>
          </p:nvSpPr>
          <p:spPr>
            <a:xfrm>
              <a:off x="9485376" y="4511040"/>
              <a:ext cx="2438400" cy="1170432"/>
            </a:xfrm>
            <a:prstGeom prst="rect">
              <a:avLst/>
            </a:prstGeom>
            <a:noFill/>
            <a:ln/>
          </p:spPr>
          <p:txBody>
            <a:bodyPr wrap="square" rtlCol="0" anchor="ctr"/>
            <a:lstStyle/>
            <a:p>
              <a:pPr algn="ctr" rtl="1"/>
              <a:r>
                <a:rPr lang="ar-EG" sz="2133" b="1" dirty="0">
                  <a:solidFill>
                    <a:srgbClr val="FFFFFF"/>
                  </a:solidFill>
                  <a:latin typeface="Sakkal Majalla" panose="02000000000000000000" pitchFamily="2" charset="-78"/>
                  <a:ea typeface="Arial" pitchFamily="34" charset="-122"/>
                  <a:cs typeface="Sakkal Majalla" panose="02000000000000000000" pitchFamily="2" charset="-78"/>
                </a:rPr>
                <a:t>الفصل الثالث</a:t>
              </a:r>
              <a:endParaRPr lang="ar-EG" sz="2133" dirty="0">
                <a:latin typeface="Sakkal Majalla" panose="02000000000000000000" pitchFamily="2" charset="-78"/>
                <a:cs typeface="Sakkal Majalla" panose="02000000000000000000" pitchFamily="2" charset="-78"/>
              </a:endParaRPr>
            </a:p>
          </p:txBody>
        </p:sp>
        <p:sp>
          <p:nvSpPr>
            <p:cNvPr id="16" name="Text 14"/>
            <p:cNvSpPr/>
            <p:nvPr/>
          </p:nvSpPr>
          <p:spPr>
            <a:xfrm>
              <a:off x="365760" y="4511040"/>
              <a:ext cx="9144000" cy="1170432"/>
            </a:xfrm>
            <a:prstGeom prst="rect">
              <a:avLst/>
            </a:prstGeom>
            <a:noFill/>
            <a:ln/>
          </p:spPr>
          <p:txBody>
            <a:bodyPr wrap="square" rtlCol="0" anchor="ctr"/>
            <a:lstStyle/>
            <a:p>
              <a:pPr algn="r" rtl="1"/>
              <a:r>
                <a:rPr lang="ar-EG" sz="2000" dirty="0">
                  <a:solidFill>
                    <a:srgbClr val="1C2B22"/>
                  </a:solidFill>
                  <a:latin typeface="Sakkal Majalla" panose="02000000000000000000" pitchFamily="2" charset="-78"/>
                  <a:ea typeface="Arial" pitchFamily="34" charset="-122"/>
                  <a:cs typeface="Sakkal Majalla" panose="02000000000000000000" pitchFamily="2" charset="-78"/>
                </a:rPr>
                <a:t>إدارة المخاطر ليست تسجيل أرقام في سجل – بل قرار قيادي يُحدد أين تتركز الجهود وأين يكمن الخطر الحقيقي.</a:t>
              </a:r>
              <a:endParaRPr lang="ar-EG" sz="2000" dirty="0">
                <a:latin typeface="Sakkal Majalla" panose="02000000000000000000" pitchFamily="2" charset="-78"/>
                <a:cs typeface="Sakkal Majalla" panose="02000000000000000000" pitchFamily="2" charset="-78"/>
              </a:endParaRPr>
            </a:p>
          </p:txBody>
        </p:sp>
      </p:grpSp>
    </p:spTree>
    <p:extLst>
      <p:ext uri="{BB962C8B-B14F-4D97-AF65-F5344CB8AC3E}">
        <p14:creationId xmlns:p14="http://schemas.microsoft.com/office/powerpoint/2010/main" val="2200945360"/>
      </p:ext>
    </p:extLst>
  </p:cSld>
  <p:clrMapOvr>
    <a:masterClrMapping/>
  </p:clrMapOvr>
  <p:transition spd="me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3C8C8F-9A46-9B71-DCBD-072120E451EA}"/>
            </a:ext>
          </a:extLst>
        </p:cNvPr>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3247543A-3F40-CC0C-E1AE-E8B3AB1282E7}"/>
              </a:ext>
            </a:extLst>
          </p:cNvPr>
          <p:cNvGraphicFramePr>
            <a:graphicFrameLocks noChangeAspect="1"/>
          </p:cNvGraphicFramePr>
          <p:nvPr>
            <p:custDataLst>
              <p:tags r:id="rId1"/>
            </p:custDataLst>
          </p:nvPr>
        </p:nvGraphicFramePr>
        <p:xfrm>
          <a:off x="11163" y="1489"/>
          <a:ext cx="1489" cy="1489"/>
        </p:xfrm>
        <a:graphic>
          <a:graphicData uri="http://schemas.openxmlformats.org/presentationml/2006/ole">
            <mc:AlternateContent xmlns:mc="http://schemas.openxmlformats.org/markup-compatibility/2006">
              <mc:Choice xmlns:v="urn:schemas-microsoft-com:vml" Requires="v">
                <p:oleObj name="think-cell Slide" r:id="rId4" imgW="395" imgH="396" progId="TCLayout.ActiveDocument.1">
                  <p:embed/>
                </p:oleObj>
              </mc:Choice>
              <mc:Fallback>
                <p:oleObj name="think-cell Slide" r:id="rId4" imgW="395" imgH="396" progId="TCLayout.ActiveDocument.1">
                  <p:embed/>
                  <p:pic>
                    <p:nvPicPr>
                      <p:cNvPr id="4" name="Object 3" hidden="1">
                        <a:extLst>
                          <a:ext uri="{FF2B5EF4-FFF2-40B4-BE49-F238E27FC236}">
                            <a16:creationId xmlns:a16="http://schemas.microsoft.com/office/drawing/2014/main" id="{6EFF3470-5B4F-976E-6476-79ABCD7110F0}"/>
                          </a:ext>
                        </a:extLst>
                      </p:cNvPr>
                      <p:cNvPicPr/>
                      <p:nvPr/>
                    </p:nvPicPr>
                    <p:blipFill>
                      <a:blip r:embed="rId5"/>
                      <a:stretch>
                        <a:fillRect/>
                      </a:stretch>
                    </p:blipFill>
                    <p:spPr>
                      <a:xfrm>
                        <a:off x="11163" y="1489"/>
                        <a:ext cx="1489" cy="1489"/>
                      </a:xfrm>
                      <a:prstGeom prst="rect">
                        <a:avLst/>
                      </a:prstGeom>
                    </p:spPr>
                  </p:pic>
                </p:oleObj>
              </mc:Fallback>
            </mc:AlternateContent>
          </a:graphicData>
        </a:graphic>
      </p:graphicFrame>
      <p:grpSp>
        <p:nvGrpSpPr>
          <p:cNvPr id="21" name="Group 20">
            <a:extLst>
              <a:ext uri="{FF2B5EF4-FFF2-40B4-BE49-F238E27FC236}">
                <a16:creationId xmlns:a16="http://schemas.microsoft.com/office/drawing/2014/main" id="{096B18C0-ED0A-765E-2FA3-D24FF2F93B22}"/>
              </a:ext>
            </a:extLst>
          </p:cNvPr>
          <p:cNvGrpSpPr/>
          <p:nvPr/>
        </p:nvGrpSpPr>
        <p:grpSpPr>
          <a:xfrm>
            <a:off x="670560" y="965202"/>
            <a:ext cx="10850880" cy="4927600"/>
            <a:chOff x="670560" y="762000"/>
            <a:chExt cx="10850880" cy="4927600"/>
          </a:xfrm>
        </p:grpSpPr>
        <p:sp>
          <p:nvSpPr>
            <p:cNvPr id="17" name="Shape 0"/>
            <p:cNvSpPr/>
            <p:nvPr/>
          </p:nvSpPr>
          <p:spPr>
            <a:xfrm>
              <a:off x="670560" y="762000"/>
              <a:ext cx="10850880" cy="4927600"/>
            </a:xfrm>
            <a:prstGeom prst="rect">
              <a:avLst/>
            </a:prstGeom>
            <a:solidFill>
              <a:srgbClr val="008658"/>
            </a:solidFill>
            <a:ln w="12700">
              <a:solidFill>
                <a:srgbClr val="B8963E"/>
              </a:solidFill>
              <a:prstDash val="solid"/>
            </a:ln>
          </p:spPr>
          <p:txBody>
            <a:bodyPr/>
            <a:lstStyle/>
            <a:p>
              <a:endParaRPr lang="ar-EG" sz="2400" dirty="0">
                <a:latin typeface="Sakkal Majalla" panose="02000000000000000000" pitchFamily="2" charset="-78"/>
                <a:cs typeface="Sakkal Majalla" panose="02000000000000000000" pitchFamily="2" charset="-78"/>
              </a:endParaRPr>
            </a:p>
          </p:txBody>
        </p:sp>
        <p:sp>
          <p:nvSpPr>
            <p:cNvPr id="18" name="Text 1"/>
            <p:cNvSpPr/>
            <p:nvPr/>
          </p:nvSpPr>
          <p:spPr>
            <a:xfrm>
              <a:off x="914400" y="1097280"/>
              <a:ext cx="10363200" cy="1828800"/>
            </a:xfrm>
            <a:prstGeom prst="rect">
              <a:avLst/>
            </a:prstGeom>
            <a:noFill/>
            <a:ln/>
          </p:spPr>
          <p:txBody>
            <a:bodyPr wrap="square" rtlCol="0" anchor="ctr"/>
            <a:lstStyle/>
            <a:p>
              <a:pPr algn="ctr" rtl="1"/>
              <a:r>
                <a:rPr lang="ar-EG" sz="4533" b="1" dirty="0">
                  <a:solidFill>
                    <a:srgbClr val="FFFFFF"/>
                  </a:solidFill>
                  <a:latin typeface="Sakkal Majalla" panose="02000000000000000000" pitchFamily="2" charset="-78"/>
                  <a:ea typeface="Arial" pitchFamily="34" charset="-122"/>
                  <a:cs typeface="Sakkal Majalla" panose="02000000000000000000" pitchFamily="2" charset="-78"/>
                </a:rPr>
                <a:t>الامتثال بلا حوكمة.. شكلٌ بلا روح</a:t>
              </a:r>
              <a:endParaRPr lang="ar-EG" sz="4533" dirty="0">
                <a:latin typeface="Sakkal Majalla" panose="02000000000000000000" pitchFamily="2" charset="-78"/>
                <a:cs typeface="Sakkal Majalla" panose="02000000000000000000" pitchFamily="2" charset="-78"/>
              </a:endParaRPr>
            </a:p>
          </p:txBody>
        </p:sp>
        <p:sp>
          <p:nvSpPr>
            <p:cNvPr id="19" name="Shape 2"/>
            <p:cNvSpPr/>
            <p:nvPr/>
          </p:nvSpPr>
          <p:spPr>
            <a:xfrm>
              <a:off x="3048000" y="3048000"/>
              <a:ext cx="6096000" cy="60960"/>
            </a:xfrm>
            <a:prstGeom prst="rect">
              <a:avLst/>
            </a:prstGeom>
            <a:solidFill>
              <a:srgbClr val="B8963E"/>
            </a:solidFill>
            <a:ln/>
          </p:spPr>
          <p:txBody>
            <a:bodyPr/>
            <a:lstStyle/>
            <a:p>
              <a:endParaRPr lang="ar-EG" sz="2400" dirty="0">
                <a:latin typeface="Sakkal Majalla" panose="02000000000000000000" pitchFamily="2" charset="-78"/>
                <a:cs typeface="Sakkal Majalla" panose="02000000000000000000" pitchFamily="2" charset="-78"/>
              </a:endParaRPr>
            </a:p>
          </p:txBody>
        </p:sp>
        <p:sp>
          <p:nvSpPr>
            <p:cNvPr id="20" name="Text 3"/>
            <p:cNvSpPr/>
            <p:nvPr/>
          </p:nvSpPr>
          <p:spPr>
            <a:xfrm>
              <a:off x="914400" y="3194304"/>
              <a:ext cx="10363200" cy="2011680"/>
            </a:xfrm>
            <a:prstGeom prst="rect">
              <a:avLst/>
            </a:prstGeom>
            <a:noFill/>
            <a:ln/>
          </p:spPr>
          <p:txBody>
            <a:bodyPr wrap="square" rtlCol="0" anchor="ctr"/>
            <a:lstStyle/>
            <a:p>
              <a:pPr algn="ctr" rtl="1"/>
              <a:r>
                <a:rPr lang="ar-EG" sz="2667" i="1" dirty="0">
                  <a:solidFill>
                    <a:srgbClr val="D4AF6A"/>
                  </a:solidFill>
                  <a:latin typeface="Sakkal Majalla" panose="02000000000000000000" pitchFamily="2" charset="-78"/>
                  <a:ea typeface="Arial" pitchFamily="34" charset="-122"/>
                  <a:cs typeface="Sakkal Majalla" panose="02000000000000000000" pitchFamily="2" charset="-78"/>
                </a:rPr>
                <a:t>والحوكمة بلا امتثال.. سلطةٌ بلا أثر</a:t>
              </a:r>
              <a:endParaRPr lang="ar-EG" sz="2667" dirty="0">
                <a:latin typeface="Sakkal Majalla" panose="02000000000000000000" pitchFamily="2" charset="-78"/>
                <a:cs typeface="Sakkal Majalla" panose="02000000000000000000" pitchFamily="2" charset="-78"/>
              </a:endParaRPr>
            </a:p>
            <a:p>
              <a:pPr algn="ctr" rtl="1"/>
              <a:r>
                <a:rPr lang="ar-EG" sz="2667" i="1" dirty="0">
                  <a:solidFill>
                    <a:srgbClr val="D4AF6A"/>
                  </a:solidFill>
                  <a:latin typeface="Sakkal Majalla" panose="02000000000000000000" pitchFamily="2" charset="-78"/>
                  <a:ea typeface="Arial" pitchFamily="34" charset="-122"/>
                  <a:cs typeface="Sakkal Majalla" panose="02000000000000000000" pitchFamily="2" charset="-78"/>
                </a:rPr>
                <a:t>وإدارة المخاطر بلا قرار.. تحليلٌ بلا قيمة</a:t>
              </a:r>
              <a:endParaRPr lang="ar-EG" sz="2667" dirty="0">
                <a:latin typeface="Sakkal Majalla" panose="02000000000000000000" pitchFamily="2" charset="-78"/>
                <a:cs typeface="Sakkal Majalla" panose="02000000000000000000" pitchFamily="2" charset="-78"/>
              </a:endParaRPr>
            </a:p>
          </p:txBody>
        </p:sp>
      </p:grpSp>
    </p:spTree>
    <p:extLst>
      <p:ext uri="{BB962C8B-B14F-4D97-AF65-F5344CB8AC3E}">
        <p14:creationId xmlns:p14="http://schemas.microsoft.com/office/powerpoint/2010/main" val="1022751003"/>
      </p:ext>
    </p:extLst>
  </p:cSld>
  <p:clrMapOvr>
    <a:masterClrMapping/>
  </p:clrMapOvr>
  <p:transition spd="me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7C592A-BA43-4E49-1012-5F8B01D8E1B4}"/>
            </a:ext>
          </a:extLst>
        </p:cNvPr>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DAB701CE-09F5-0681-813C-362C0E249318}"/>
              </a:ext>
            </a:extLst>
          </p:cNvPr>
          <p:cNvGraphicFramePr>
            <a:graphicFrameLocks noChangeAspect="1"/>
          </p:cNvGraphicFramePr>
          <p:nvPr>
            <p:custDataLst>
              <p:tags r:id="rId1"/>
            </p:custDataLst>
          </p:nvPr>
        </p:nvGraphicFramePr>
        <p:xfrm>
          <a:off x="11163" y="1489"/>
          <a:ext cx="1489" cy="1489"/>
        </p:xfrm>
        <a:graphic>
          <a:graphicData uri="http://schemas.openxmlformats.org/presentationml/2006/ole">
            <mc:AlternateContent xmlns:mc="http://schemas.openxmlformats.org/markup-compatibility/2006">
              <mc:Choice xmlns:v="urn:schemas-microsoft-com:vml" Requires="v">
                <p:oleObj name="think-cell Slide" r:id="rId4" imgW="395" imgH="396" progId="TCLayout.ActiveDocument.1">
                  <p:embed/>
                </p:oleObj>
              </mc:Choice>
              <mc:Fallback>
                <p:oleObj name="think-cell Slide" r:id="rId4" imgW="395" imgH="396" progId="TCLayout.ActiveDocument.1">
                  <p:embed/>
                  <p:pic>
                    <p:nvPicPr>
                      <p:cNvPr id="4" name="Object 3" hidden="1">
                        <a:extLst>
                          <a:ext uri="{FF2B5EF4-FFF2-40B4-BE49-F238E27FC236}">
                            <a16:creationId xmlns:a16="http://schemas.microsoft.com/office/drawing/2014/main" id="{3247543A-3F40-CC0C-E1AE-E8B3AB1282E7}"/>
                          </a:ext>
                        </a:extLst>
                      </p:cNvPr>
                      <p:cNvPicPr/>
                      <p:nvPr/>
                    </p:nvPicPr>
                    <p:blipFill>
                      <a:blip r:embed="rId5"/>
                      <a:stretch>
                        <a:fillRect/>
                      </a:stretch>
                    </p:blipFill>
                    <p:spPr>
                      <a:xfrm>
                        <a:off x="11163" y="1489"/>
                        <a:ext cx="1489" cy="1489"/>
                      </a:xfrm>
                      <a:prstGeom prst="rect">
                        <a:avLst/>
                      </a:prstGeom>
                    </p:spPr>
                  </p:pic>
                </p:oleObj>
              </mc:Fallback>
            </mc:AlternateContent>
          </a:graphicData>
        </a:graphic>
      </p:graphicFrame>
      <p:sp>
        <p:nvSpPr>
          <p:cNvPr id="2" name="Text Placeholder 1">
            <a:extLst>
              <a:ext uri="{FF2B5EF4-FFF2-40B4-BE49-F238E27FC236}">
                <a16:creationId xmlns:a16="http://schemas.microsoft.com/office/drawing/2014/main" id="{F74DF961-98D5-0329-DBB8-B8401F247258}"/>
              </a:ext>
            </a:extLst>
          </p:cNvPr>
          <p:cNvSpPr txBox="1">
            <a:spLocks/>
          </p:cNvSpPr>
          <p:nvPr/>
        </p:nvSpPr>
        <p:spPr>
          <a:xfrm>
            <a:off x="5495081" y="159153"/>
            <a:ext cx="6389688" cy="523220"/>
          </a:xfrm>
          <a:prstGeom prst="rect">
            <a:avLst/>
          </a:prstGeom>
        </p:spPr>
        <p:txBody>
          <a:bodyPr vert="horz" lIns="91440" tIns="45720" rIns="91440" bIns="45720" rtlCol="0">
            <a:spAutoFit/>
          </a:bodyPr>
          <a:lstStyle>
            <a:lvl1pPr marL="0" indent="0" algn="r" defTabSz="685800" rtl="1" eaLnBrk="1" latinLnBrk="0" hangingPunct="1">
              <a:lnSpc>
                <a:spcPct val="100000"/>
              </a:lnSpc>
              <a:spcBef>
                <a:spcPts val="750"/>
              </a:spcBef>
              <a:buFont typeface="Arial" panose="020B0604020202020204" pitchFamily="34" charset="0"/>
              <a:buNone/>
              <a:defRPr sz="2000" b="1" kern="1200">
                <a:solidFill>
                  <a:schemeClr val="accent3"/>
                </a:solidFill>
                <a:latin typeface="+mn-lt"/>
                <a:ea typeface="+mn-ea"/>
                <a:cs typeface="+mj-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defRPr/>
            </a:pPr>
            <a:r>
              <a:rPr lang="ar-EG" sz="2800" dirty="0">
                <a:solidFill>
                  <a:srgbClr val="008658"/>
                </a:solidFill>
                <a:latin typeface="Calibri" pitchFamily="34" charset="0"/>
                <a:cs typeface="Calibri" pitchFamily="34" charset="-120"/>
              </a:rPr>
              <a:t>ما بعد التدريب – ثلاثة أسئلة قيادية</a:t>
            </a:r>
          </a:p>
        </p:txBody>
      </p:sp>
      <p:sp>
        <p:nvSpPr>
          <p:cNvPr id="5" name="Text 3"/>
          <p:cNvSpPr/>
          <p:nvPr/>
        </p:nvSpPr>
        <p:spPr>
          <a:xfrm>
            <a:off x="365760" y="1121664"/>
            <a:ext cx="11460480" cy="512064"/>
          </a:xfrm>
          <a:prstGeom prst="rect">
            <a:avLst/>
          </a:prstGeom>
          <a:noFill/>
          <a:ln/>
        </p:spPr>
        <p:txBody>
          <a:bodyPr wrap="square" rtlCol="0" anchor="ctr"/>
          <a:lstStyle/>
          <a:p>
            <a:pPr algn="r" rtl="1"/>
            <a:r>
              <a:rPr lang="ar-EG" sz="2400" b="1" i="1" dirty="0">
                <a:solidFill>
                  <a:srgbClr val="B8963E"/>
                </a:solidFill>
                <a:latin typeface="Sakkal Majalla" panose="02000000000000000000" pitchFamily="2" charset="-78"/>
                <a:ea typeface="Arial" pitchFamily="34" charset="-122"/>
                <a:cs typeface="Sakkal Majalla" panose="02000000000000000000" pitchFamily="2" charset="-78"/>
              </a:rPr>
              <a:t>خذ دقيقة قبل أن تغادر القاعة وأجب بصدق:</a:t>
            </a:r>
            <a:endParaRPr lang="ar-EG" sz="2400" b="1" dirty="0">
              <a:latin typeface="Sakkal Majalla" panose="02000000000000000000" pitchFamily="2" charset="-78"/>
              <a:cs typeface="Sakkal Majalla" panose="02000000000000000000" pitchFamily="2" charset="-78"/>
            </a:endParaRPr>
          </a:p>
        </p:txBody>
      </p:sp>
      <p:grpSp>
        <p:nvGrpSpPr>
          <p:cNvPr id="23" name="Group 22">
            <a:extLst>
              <a:ext uri="{FF2B5EF4-FFF2-40B4-BE49-F238E27FC236}">
                <a16:creationId xmlns:a16="http://schemas.microsoft.com/office/drawing/2014/main" id="{B001AA93-E352-48AC-4271-076B31B1162C}"/>
              </a:ext>
            </a:extLst>
          </p:cNvPr>
          <p:cNvGrpSpPr/>
          <p:nvPr/>
        </p:nvGrpSpPr>
        <p:grpSpPr>
          <a:xfrm flipH="1">
            <a:off x="517236" y="1892901"/>
            <a:ext cx="11245273" cy="3930627"/>
            <a:chOff x="268224" y="1731264"/>
            <a:chExt cx="11655552" cy="4340352"/>
          </a:xfrm>
        </p:grpSpPr>
        <p:sp>
          <p:nvSpPr>
            <p:cNvPr id="6" name="Shape 4"/>
            <p:cNvSpPr/>
            <p:nvPr/>
          </p:nvSpPr>
          <p:spPr>
            <a:xfrm>
              <a:off x="268224" y="1731264"/>
              <a:ext cx="11655552" cy="1341120"/>
            </a:xfrm>
            <a:prstGeom prst="rect">
              <a:avLst/>
            </a:prstGeom>
            <a:solidFill>
              <a:srgbClr val="DFF0E6"/>
            </a:solidFill>
            <a:ln w="12700">
              <a:solidFill>
                <a:srgbClr val="D0E8DA"/>
              </a:solidFill>
              <a:prstDash val="solid"/>
            </a:ln>
          </p:spPr>
          <p:txBody>
            <a:bodyPr/>
            <a:lstStyle/>
            <a:p>
              <a:endParaRPr lang="ar-EG" sz="2800" dirty="0">
                <a:latin typeface="Sakkal Majalla" panose="02000000000000000000" pitchFamily="2" charset="-78"/>
                <a:cs typeface="Sakkal Majalla" panose="02000000000000000000" pitchFamily="2" charset="-78"/>
              </a:endParaRPr>
            </a:p>
          </p:txBody>
        </p:sp>
        <p:sp>
          <p:nvSpPr>
            <p:cNvPr id="7" name="Shape 5"/>
            <p:cNvSpPr/>
            <p:nvPr/>
          </p:nvSpPr>
          <p:spPr>
            <a:xfrm>
              <a:off x="268224" y="1731264"/>
              <a:ext cx="877824" cy="1341120"/>
            </a:xfrm>
            <a:prstGeom prst="rect">
              <a:avLst/>
            </a:prstGeom>
            <a:solidFill>
              <a:srgbClr val="154F31"/>
            </a:solidFill>
            <a:ln/>
          </p:spPr>
          <p:txBody>
            <a:bodyPr/>
            <a:lstStyle/>
            <a:p>
              <a:endParaRPr lang="ar-EG" sz="2800" dirty="0">
                <a:latin typeface="Sakkal Majalla" panose="02000000000000000000" pitchFamily="2" charset="-78"/>
                <a:cs typeface="Sakkal Majalla" panose="02000000000000000000" pitchFamily="2" charset="-78"/>
              </a:endParaRPr>
            </a:p>
          </p:txBody>
        </p:sp>
        <p:sp>
          <p:nvSpPr>
            <p:cNvPr id="8" name="Text 6"/>
            <p:cNvSpPr/>
            <p:nvPr/>
          </p:nvSpPr>
          <p:spPr>
            <a:xfrm>
              <a:off x="268224" y="1792224"/>
              <a:ext cx="877824" cy="1219200"/>
            </a:xfrm>
            <a:prstGeom prst="rect">
              <a:avLst/>
            </a:prstGeom>
            <a:noFill/>
            <a:ln/>
          </p:spPr>
          <p:txBody>
            <a:bodyPr wrap="square" rtlCol="0" anchor="ctr"/>
            <a:lstStyle/>
            <a:p>
              <a:pPr algn="ctr"/>
              <a:r>
                <a:rPr lang="ar-EG" sz="3200" b="1" dirty="0">
                  <a:solidFill>
                    <a:srgbClr val="FFFFFF"/>
                  </a:solidFill>
                  <a:latin typeface="Sakkal Majalla" panose="02000000000000000000" pitchFamily="2" charset="-78"/>
                  <a:ea typeface="Calibri" pitchFamily="34" charset="-122"/>
                  <a:cs typeface="Sakkal Majalla" panose="02000000000000000000" pitchFamily="2" charset="-78"/>
                </a:rPr>
                <a:t>1</a:t>
              </a:r>
              <a:endParaRPr lang="ar-EG" sz="3200" dirty="0">
                <a:latin typeface="Sakkal Majalla" panose="02000000000000000000" pitchFamily="2" charset="-78"/>
                <a:cs typeface="Sakkal Majalla" panose="02000000000000000000" pitchFamily="2" charset="-78"/>
              </a:endParaRPr>
            </a:p>
          </p:txBody>
        </p:sp>
        <p:sp>
          <p:nvSpPr>
            <p:cNvPr id="9" name="Text 7"/>
            <p:cNvSpPr/>
            <p:nvPr/>
          </p:nvSpPr>
          <p:spPr>
            <a:xfrm>
              <a:off x="1280160" y="1853184"/>
              <a:ext cx="10485120" cy="609600"/>
            </a:xfrm>
            <a:prstGeom prst="rect">
              <a:avLst/>
            </a:prstGeom>
            <a:noFill/>
            <a:ln/>
          </p:spPr>
          <p:txBody>
            <a:bodyPr wrap="square" rtlCol="0" anchor="ctr"/>
            <a:lstStyle/>
            <a:p>
              <a:pPr algn="r" rtl="1"/>
              <a:r>
                <a:rPr lang="ar-EG" sz="2000" b="1" dirty="0">
                  <a:solidFill>
                    <a:srgbClr val="1C2B22"/>
                  </a:solidFill>
                  <a:latin typeface="Sakkal Majalla" panose="02000000000000000000" pitchFamily="2" charset="-78"/>
                  <a:ea typeface="Arial" pitchFamily="34" charset="-122"/>
                  <a:cs typeface="Sakkal Majalla" panose="02000000000000000000" pitchFamily="2" charset="-78"/>
                </a:rPr>
                <a:t>ما الشيء الواحد الذي ستُغيّره في منشأتك خلال الثلاثين يوماً القادمة؟</a:t>
              </a:r>
              <a:endParaRPr lang="ar-EG" sz="2000" dirty="0">
                <a:latin typeface="Sakkal Majalla" panose="02000000000000000000" pitchFamily="2" charset="-78"/>
                <a:cs typeface="Sakkal Majalla" panose="02000000000000000000" pitchFamily="2" charset="-78"/>
              </a:endParaRPr>
            </a:p>
          </p:txBody>
        </p:sp>
        <p:sp>
          <p:nvSpPr>
            <p:cNvPr id="10" name="Text 8"/>
            <p:cNvSpPr/>
            <p:nvPr/>
          </p:nvSpPr>
          <p:spPr>
            <a:xfrm>
              <a:off x="1280160" y="2438400"/>
              <a:ext cx="10485120" cy="463296"/>
            </a:xfrm>
            <a:prstGeom prst="rect">
              <a:avLst/>
            </a:prstGeom>
            <a:noFill/>
            <a:ln/>
          </p:spPr>
          <p:txBody>
            <a:bodyPr wrap="square" rtlCol="0" anchor="ctr"/>
            <a:lstStyle/>
            <a:p>
              <a:pPr algn="r" rtl="1"/>
              <a:r>
                <a:rPr lang="ar-EG" i="1" dirty="0">
                  <a:solidFill>
                    <a:srgbClr val="B8963E"/>
                  </a:solidFill>
                  <a:latin typeface="Sakkal Majalla" panose="02000000000000000000" pitchFamily="2" charset="-78"/>
                  <a:ea typeface="Arial" pitchFamily="34" charset="-122"/>
                  <a:cs typeface="Sakkal Majalla" panose="02000000000000000000" pitchFamily="2" charset="-78"/>
                </a:rPr>
                <a:t>حوكمة - امتثال - مخاطر – اختر معركتك الأولى</a:t>
              </a:r>
              <a:endParaRPr lang="ar-EG" dirty="0">
                <a:latin typeface="Sakkal Majalla" panose="02000000000000000000" pitchFamily="2" charset="-78"/>
                <a:cs typeface="Sakkal Majalla" panose="02000000000000000000" pitchFamily="2" charset="-78"/>
              </a:endParaRPr>
            </a:p>
          </p:txBody>
        </p:sp>
        <p:sp>
          <p:nvSpPr>
            <p:cNvPr id="11" name="Shape 9"/>
            <p:cNvSpPr/>
            <p:nvPr/>
          </p:nvSpPr>
          <p:spPr>
            <a:xfrm>
              <a:off x="268224" y="3230880"/>
              <a:ext cx="11655552" cy="1341120"/>
            </a:xfrm>
            <a:prstGeom prst="rect">
              <a:avLst/>
            </a:prstGeom>
            <a:solidFill>
              <a:srgbClr val="DFF0E6"/>
            </a:solidFill>
            <a:ln w="12700">
              <a:solidFill>
                <a:srgbClr val="D0E8DA"/>
              </a:solidFill>
              <a:prstDash val="solid"/>
            </a:ln>
          </p:spPr>
          <p:txBody>
            <a:bodyPr/>
            <a:lstStyle/>
            <a:p>
              <a:endParaRPr lang="ar-EG" sz="2800" dirty="0">
                <a:latin typeface="Sakkal Majalla" panose="02000000000000000000" pitchFamily="2" charset="-78"/>
                <a:cs typeface="Sakkal Majalla" panose="02000000000000000000" pitchFamily="2" charset="-78"/>
              </a:endParaRPr>
            </a:p>
          </p:txBody>
        </p:sp>
        <p:sp>
          <p:nvSpPr>
            <p:cNvPr id="12" name="Shape 10"/>
            <p:cNvSpPr/>
            <p:nvPr/>
          </p:nvSpPr>
          <p:spPr>
            <a:xfrm>
              <a:off x="268224" y="3230880"/>
              <a:ext cx="877824" cy="1341120"/>
            </a:xfrm>
            <a:prstGeom prst="rect">
              <a:avLst/>
            </a:prstGeom>
            <a:solidFill>
              <a:srgbClr val="154F31"/>
            </a:solidFill>
            <a:ln/>
          </p:spPr>
          <p:txBody>
            <a:bodyPr/>
            <a:lstStyle/>
            <a:p>
              <a:endParaRPr lang="ar-EG" sz="2800" dirty="0">
                <a:latin typeface="Sakkal Majalla" panose="02000000000000000000" pitchFamily="2" charset="-78"/>
                <a:cs typeface="Sakkal Majalla" panose="02000000000000000000" pitchFamily="2" charset="-78"/>
              </a:endParaRPr>
            </a:p>
          </p:txBody>
        </p:sp>
        <p:sp>
          <p:nvSpPr>
            <p:cNvPr id="13" name="Text 11"/>
            <p:cNvSpPr/>
            <p:nvPr/>
          </p:nvSpPr>
          <p:spPr>
            <a:xfrm>
              <a:off x="268224" y="3291840"/>
              <a:ext cx="877824" cy="1219200"/>
            </a:xfrm>
            <a:prstGeom prst="rect">
              <a:avLst/>
            </a:prstGeom>
            <a:noFill/>
            <a:ln/>
          </p:spPr>
          <p:txBody>
            <a:bodyPr wrap="square" rtlCol="0" anchor="ctr"/>
            <a:lstStyle/>
            <a:p>
              <a:pPr algn="ctr"/>
              <a:r>
                <a:rPr lang="ar-EG" sz="3200" b="1" dirty="0">
                  <a:solidFill>
                    <a:srgbClr val="FFFFFF"/>
                  </a:solidFill>
                  <a:latin typeface="Sakkal Majalla" panose="02000000000000000000" pitchFamily="2" charset="-78"/>
                  <a:ea typeface="Calibri" pitchFamily="34" charset="-122"/>
                  <a:cs typeface="Sakkal Majalla" panose="02000000000000000000" pitchFamily="2" charset="-78"/>
                </a:rPr>
                <a:t>2</a:t>
              </a:r>
              <a:endParaRPr lang="ar-EG" sz="3200" dirty="0">
                <a:latin typeface="Sakkal Majalla" panose="02000000000000000000" pitchFamily="2" charset="-78"/>
                <a:cs typeface="Sakkal Majalla" panose="02000000000000000000" pitchFamily="2" charset="-78"/>
              </a:endParaRPr>
            </a:p>
          </p:txBody>
        </p:sp>
        <p:sp>
          <p:nvSpPr>
            <p:cNvPr id="14" name="Text 12"/>
            <p:cNvSpPr/>
            <p:nvPr/>
          </p:nvSpPr>
          <p:spPr>
            <a:xfrm>
              <a:off x="1280160" y="3352800"/>
              <a:ext cx="10485120" cy="609600"/>
            </a:xfrm>
            <a:prstGeom prst="rect">
              <a:avLst/>
            </a:prstGeom>
            <a:noFill/>
            <a:ln/>
          </p:spPr>
          <p:txBody>
            <a:bodyPr wrap="square" rtlCol="0" anchor="ctr"/>
            <a:lstStyle/>
            <a:p>
              <a:pPr algn="r" rtl="1"/>
              <a:r>
                <a:rPr lang="ar-EG" sz="2000" b="1" dirty="0">
                  <a:solidFill>
                    <a:srgbClr val="1C2B22"/>
                  </a:solidFill>
                  <a:latin typeface="Sakkal Majalla" panose="02000000000000000000" pitchFamily="2" charset="-78"/>
                  <a:ea typeface="Arial" pitchFamily="34" charset="-122"/>
                  <a:cs typeface="Sakkal Majalla" panose="02000000000000000000" pitchFamily="2" charset="-78"/>
                </a:rPr>
                <a:t>أين الفجوة الأكبر بين ما تعلمته اليوم وما يحدث فعلياً في منشأتك؟</a:t>
              </a:r>
              <a:endParaRPr lang="ar-EG" sz="2000" dirty="0">
                <a:latin typeface="Sakkal Majalla" panose="02000000000000000000" pitchFamily="2" charset="-78"/>
                <a:cs typeface="Sakkal Majalla" panose="02000000000000000000" pitchFamily="2" charset="-78"/>
              </a:endParaRPr>
            </a:p>
          </p:txBody>
        </p:sp>
        <p:sp>
          <p:nvSpPr>
            <p:cNvPr id="15" name="Text 13"/>
            <p:cNvSpPr/>
            <p:nvPr/>
          </p:nvSpPr>
          <p:spPr>
            <a:xfrm>
              <a:off x="1280160" y="3938016"/>
              <a:ext cx="10485120" cy="463296"/>
            </a:xfrm>
            <a:prstGeom prst="rect">
              <a:avLst/>
            </a:prstGeom>
            <a:noFill/>
            <a:ln/>
          </p:spPr>
          <p:txBody>
            <a:bodyPr wrap="square" rtlCol="0" anchor="ctr"/>
            <a:lstStyle/>
            <a:p>
              <a:pPr algn="r" rtl="1"/>
              <a:r>
                <a:rPr lang="ar-EG" i="1" dirty="0">
                  <a:solidFill>
                    <a:srgbClr val="B8963E"/>
                  </a:solidFill>
                  <a:latin typeface="Sakkal Majalla" panose="02000000000000000000" pitchFamily="2" charset="-78"/>
                  <a:ea typeface="Arial" pitchFamily="34" charset="-122"/>
                  <a:cs typeface="Sakkal Majalla" panose="02000000000000000000" pitchFamily="2" charset="-78"/>
                </a:rPr>
                <a:t>الفجوة المُعترَف بها هي نقطة البداية الحقيقية</a:t>
              </a:r>
              <a:endParaRPr lang="ar-EG" dirty="0">
                <a:latin typeface="Sakkal Majalla" panose="02000000000000000000" pitchFamily="2" charset="-78"/>
                <a:cs typeface="Sakkal Majalla" panose="02000000000000000000" pitchFamily="2" charset="-78"/>
              </a:endParaRPr>
            </a:p>
          </p:txBody>
        </p:sp>
        <p:sp>
          <p:nvSpPr>
            <p:cNvPr id="16" name="Shape 14"/>
            <p:cNvSpPr/>
            <p:nvPr/>
          </p:nvSpPr>
          <p:spPr>
            <a:xfrm>
              <a:off x="268224" y="4730496"/>
              <a:ext cx="11655552" cy="1341120"/>
            </a:xfrm>
            <a:prstGeom prst="rect">
              <a:avLst/>
            </a:prstGeom>
            <a:solidFill>
              <a:srgbClr val="DFF0E6"/>
            </a:solidFill>
            <a:ln w="12700">
              <a:solidFill>
                <a:srgbClr val="D0E8DA"/>
              </a:solidFill>
              <a:prstDash val="solid"/>
            </a:ln>
          </p:spPr>
          <p:txBody>
            <a:bodyPr/>
            <a:lstStyle/>
            <a:p>
              <a:endParaRPr lang="ar-EG" sz="2800" dirty="0">
                <a:latin typeface="Sakkal Majalla" panose="02000000000000000000" pitchFamily="2" charset="-78"/>
                <a:cs typeface="Sakkal Majalla" panose="02000000000000000000" pitchFamily="2" charset="-78"/>
              </a:endParaRPr>
            </a:p>
          </p:txBody>
        </p:sp>
        <p:sp>
          <p:nvSpPr>
            <p:cNvPr id="17" name="Shape 15"/>
            <p:cNvSpPr/>
            <p:nvPr/>
          </p:nvSpPr>
          <p:spPr>
            <a:xfrm>
              <a:off x="268224" y="4730496"/>
              <a:ext cx="877824" cy="1341120"/>
            </a:xfrm>
            <a:prstGeom prst="rect">
              <a:avLst/>
            </a:prstGeom>
            <a:solidFill>
              <a:srgbClr val="B8963E"/>
            </a:solidFill>
            <a:ln/>
          </p:spPr>
          <p:txBody>
            <a:bodyPr/>
            <a:lstStyle/>
            <a:p>
              <a:endParaRPr lang="ar-EG" sz="2800" dirty="0">
                <a:latin typeface="Sakkal Majalla" panose="02000000000000000000" pitchFamily="2" charset="-78"/>
                <a:cs typeface="Sakkal Majalla" panose="02000000000000000000" pitchFamily="2" charset="-78"/>
              </a:endParaRPr>
            </a:p>
          </p:txBody>
        </p:sp>
        <p:sp>
          <p:nvSpPr>
            <p:cNvPr id="18" name="Text 16"/>
            <p:cNvSpPr/>
            <p:nvPr/>
          </p:nvSpPr>
          <p:spPr>
            <a:xfrm>
              <a:off x="268224" y="4791456"/>
              <a:ext cx="877824" cy="1219200"/>
            </a:xfrm>
            <a:prstGeom prst="rect">
              <a:avLst/>
            </a:prstGeom>
            <a:noFill/>
            <a:ln/>
          </p:spPr>
          <p:txBody>
            <a:bodyPr wrap="square" rtlCol="0" anchor="ctr"/>
            <a:lstStyle/>
            <a:p>
              <a:pPr algn="ctr"/>
              <a:r>
                <a:rPr lang="ar-EG" sz="3200" b="1" dirty="0">
                  <a:solidFill>
                    <a:srgbClr val="FFFFFF"/>
                  </a:solidFill>
                  <a:latin typeface="Sakkal Majalla" panose="02000000000000000000" pitchFamily="2" charset="-78"/>
                  <a:ea typeface="Calibri" pitchFamily="34" charset="-122"/>
                  <a:cs typeface="Sakkal Majalla" panose="02000000000000000000" pitchFamily="2" charset="-78"/>
                </a:rPr>
                <a:t>3</a:t>
              </a:r>
              <a:endParaRPr lang="ar-EG" sz="3200" dirty="0">
                <a:latin typeface="Sakkal Majalla" panose="02000000000000000000" pitchFamily="2" charset="-78"/>
                <a:cs typeface="Sakkal Majalla" panose="02000000000000000000" pitchFamily="2" charset="-78"/>
              </a:endParaRPr>
            </a:p>
          </p:txBody>
        </p:sp>
        <p:sp>
          <p:nvSpPr>
            <p:cNvPr id="19" name="Text 17"/>
            <p:cNvSpPr/>
            <p:nvPr/>
          </p:nvSpPr>
          <p:spPr>
            <a:xfrm>
              <a:off x="1280160" y="4852416"/>
              <a:ext cx="10485120" cy="609600"/>
            </a:xfrm>
            <a:prstGeom prst="rect">
              <a:avLst/>
            </a:prstGeom>
            <a:noFill/>
            <a:ln/>
          </p:spPr>
          <p:txBody>
            <a:bodyPr wrap="square" rtlCol="0" anchor="ctr"/>
            <a:lstStyle/>
            <a:p>
              <a:pPr algn="r" rtl="1"/>
              <a:r>
                <a:rPr lang="ar-EG" sz="2000" b="1" dirty="0">
                  <a:solidFill>
                    <a:srgbClr val="1C2B22"/>
                  </a:solidFill>
                  <a:latin typeface="Sakkal Majalla" panose="02000000000000000000" pitchFamily="2" charset="-78"/>
                  <a:ea typeface="Arial" pitchFamily="34" charset="-122"/>
                  <a:cs typeface="Sakkal Majalla" panose="02000000000000000000" pitchFamily="2" charset="-78"/>
                </a:rPr>
                <a:t>من الشخص الذي ستشارك معه هذا المحتوى اليوم قبل نهاية الدوام؟</a:t>
              </a:r>
              <a:endParaRPr lang="ar-EG" sz="2000" dirty="0">
                <a:latin typeface="Sakkal Majalla" panose="02000000000000000000" pitchFamily="2" charset="-78"/>
                <a:cs typeface="Sakkal Majalla" panose="02000000000000000000" pitchFamily="2" charset="-78"/>
              </a:endParaRPr>
            </a:p>
          </p:txBody>
        </p:sp>
        <p:sp>
          <p:nvSpPr>
            <p:cNvPr id="20" name="Text 18"/>
            <p:cNvSpPr/>
            <p:nvPr/>
          </p:nvSpPr>
          <p:spPr>
            <a:xfrm>
              <a:off x="1280160" y="5437632"/>
              <a:ext cx="10485120" cy="463296"/>
            </a:xfrm>
            <a:prstGeom prst="rect">
              <a:avLst/>
            </a:prstGeom>
            <a:noFill/>
            <a:ln/>
          </p:spPr>
          <p:txBody>
            <a:bodyPr wrap="square" rtlCol="0" anchor="ctr"/>
            <a:lstStyle/>
            <a:p>
              <a:pPr algn="r" rtl="1"/>
              <a:r>
                <a:rPr lang="ar-EG" i="1" dirty="0">
                  <a:solidFill>
                    <a:srgbClr val="B8963E"/>
                  </a:solidFill>
                  <a:latin typeface="Sakkal Majalla" panose="02000000000000000000" pitchFamily="2" charset="-78"/>
                  <a:ea typeface="Arial" pitchFamily="34" charset="-122"/>
                  <a:cs typeface="Sakkal Majalla" panose="02000000000000000000" pitchFamily="2" charset="-78"/>
                </a:rPr>
                <a:t>المعرفة التي لا تنتشر لا تُحدث أثراً مؤسسياً</a:t>
              </a:r>
              <a:endParaRPr lang="ar-EG" dirty="0">
                <a:latin typeface="Sakkal Majalla" panose="02000000000000000000" pitchFamily="2" charset="-78"/>
                <a:cs typeface="Sakkal Majalla" panose="02000000000000000000" pitchFamily="2" charset="-78"/>
              </a:endParaRPr>
            </a:p>
          </p:txBody>
        </p:sp>
      </p:grpSp>
    </p:spTree>
    <p:extLst>
      <p:ext uri="{BB962C8B-B14F-4D97-AF65-F5344CB8AC3E}">
        <p14:creationId xmlns:p14="http://schemas.microsoft.com/office/powerpoint/2010/main" val="4293190602"/>
      </p:ext>
    </p:extLst>
  </p:cSld>
  <p:clrMapOvr>
    <a:masterClrMapping/>
  </p:clrMapOvr>
  <p:transition spd="me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16535"/>
        <p:cNvGrpSpPr/>
        <p:nvPr/>
      </p:nvGrpSpPr>
      <p:grpSpPr>
        <a:xfrm>
          <a:off x="0" y="0"/>
          <a:ext cx="0" cy="0"/>
          <a:chOff x="0" y="0"/>
          <a:chExt cx="0" cy="0"/>
        </a:xfrm>
      </p:grpSpPr>
      <p:sp>
        <p:nvSpPr>
          <p:cNvPr id="16536" name="Google Shape;16536;p421"/>
          <p:cNvSpPr txBox="1"/>
          <p:nvPr/>
        </p:nvSpPr>
        <p:spPr>
          <a:xfrm>
            <a:off x="5762624" y="3676650"/>
            <a:ext cx="4843857" cy="1346745"/>
          </a:xfrm>
          <a:prstGeom prst="rect">
            <a:avLst/>
          </a:prstGeom>
          <a:noFill/>
          <a:ln>
            <a:noFill/>
          </a:ln>
        </p:spPr>
        <p:txBody>
          <a:bodyPr spcFirstLastPara="1" wrap="square" lIns="0" tIns="0" rIns="252000" bIns="0" anchor="ctr" anchorCtr="0">
            <a:noAutofit/>
          </a:bodyPr>
          <a:lstStyle/>
          <a:p>
            <a:pPr marL="0" marR="0" lvl="0" indent="0" algn="r" rtl="1">
              <a:lnSpc>
                <a:spcPct val="100000"/>
              </a:lnSpc>
              <a:spcBef>
                <a:spcPts val="0"/>
              </a:spcBef>
              <a:spcAft>
                <a:spcPts val="0"/>
              </a:spcAft>
              <a:buClr>
                <a:schemeClr val="lt1"/>
              </a:buClr>
              <a:buSzPts val="4400"/>
              <a:buFont typeface="Sakkal Majalla"/>
              <a:buNone/>
            </a:pPr>
            <a:r>
              <a:rPr lang="ar-SA" sz="4400" b="0" i="0" u="none" strike="noStrike" cap="none">
                <a:solidFill>
                  <a:schemeClr val="lt1"/>
                </a:solidFill>
                <a:latin typeface="Sakkal Majalla"/>
                <a:ea typeface="Sakkal Majalla"/>
                <a:cs typeface="Sakkal Majalla"/>
                <a:sym typeface="Sakkal Majalla"/>
              </a:rPr>
              <a:t>نماذج الاستبانة</a:t>
            </a:r>
            <a:endParaRPr/>
          </a:p>
        </p:txBody>
      </p:sp>
      <p:cxnSp>
        <p:nvCxnSpPr>
          <p:cNvPr id="16537" name="Google Shape;16537;p421"/>
          <p:cNvCxnSpPr/>
          <p:nvPr/>
        </p:nvCxnSpPr>
        <p:spPr>
          <a:xfrm>
            <a:off x="10487025" y="3699420"/>
            <a:ext cx="0" cy="1323975"/>
          </a:xfrm>
          <a:prstGeom prst="straightConnector1">
            <a:avLst/>
          </a:prstGeom>
          <a:noFill/>
          <a:ln w="9525" cap="flat" cmpd="sng">
            <a:solidFill>
              <a:srgbClr val="C3BC9C"/>
            </a:solidFill>
            <a:prstDash val="solid"/>
            <a:miter lim="800000"/>
            <a:headEnd type="none" w="sm" len="sm"/>
            <a:tailEnd type="none" w="sm" len="sm"/>
          </a:ln>
        </p:spPr>
      </p:cxn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16542"/>
        <p:cNvGrpSpPr/>
        <p:nvPr/>
      </p:nvGrpSpPr>
      <p:grpSpPr>
        <a:xfrm>
          <a:off x="0" y="0"/>
          <a:ext cx="0" cy="0"/>
          <a:chOff x="0" y="0"/>
          <a:chExt cx="0" cy="0"/>
        </a:xfrm>
      </p:grpSpPr>
      <p:sp>
        <p:nvSpPr>
          <p:cNvPr id="16543" name="Google Shape;16543;p422"/>
          <p:cNvSpPr txBox="1"/>
          <p:nvPr/>
        </p:nvSpPr>
        <p:spPr>
          <a:xfrm flipH="1">
            <a:off x="724415" y="157767"/>
            <a:ext cx="10743169" cy="830045"/>
          </a:xfrm>
          <a:prstGeom prst="rect">
            <a:avLst/>
          </a:prstGeom>
          <a:noFill/>
          <a:ln>
            <a:noFill/>
          </a:ln>
        </p:spPr>
        <p:txBody>
          <a:bodyPr spcFirstLastPara="1" wrap="square" lIns="0" tIns="0" rIns="0" bIns="0" anchor="ctr" anchorCtr="0">
            <a:normAutofit/>
          </a:bodyPr>
          <a:lstStyle/>
          <a:p>
            <a:pPr marL="0" marR="0" lvl="0" indent="0" algn="r" rtl="1">
              <a:lnSpc>
                <a:spcPct val="90000"/>
              </a:lnSpc>
              <a:spcBef>
                <a:spcPts val="0"/>
              </a:spcBef>
              <a:spcAft>
                <a:spcPts val="0"/>
              </a:spcAft>
              <a:buClr>
                <a:srgbClr val="008657"/>
              </a:buClr>
              <a:buSzPts val="2800"/>
              <a:buFont typeface="Helvetica Neue"/>
              <a:buNone/>
            </a:pPr>
            <a:r>
              <a:rPr lang="ar-SA" sz="2600" b="0" i="0" u="none" strike="noStrike" cap="none">
                <a:solidFill>
                  <a:srgbClr val="008657"/>
                </a:solidFill>
                <a:latin typeface="Sakkal Majalla"/>
                <a:ea typeface="Sakkal Majalla"/>
                <a:cs typeface="Sakkal Majalla"/>
                <a:sym typeface="Sakkal Majalla"/>
              </a:rPr>
              <a:t>نموذج الاستبانة</a:t>
            </a:r>
            <a:endParaRPr sz="2600" b="0" i="0" u="none" strike="noStrike" cap="none">
              <a:solidFill>
                <a:srgbClr val="008657"/>
              </a:solidFill>
              <a:latin typeface="Sakkal Majalla"/>
              <a:ea typeface="Sakkal Majalla"/>
              <a:cs typeface="Sakkal Majalla"/>
              <a:sym typeface="Sakkal Majalla"/>
            </a:endParaRPr>
          </a:p>
        </p:txBody>
      </p:sp>
      <p:sp>
        <p:nvSpPr>
          <p:cNvPr id="16544" name="Google Shape;16544;p422"/>
          <p:cNvSpPr txBox="1"/>
          <p:nvPr/>
        </p:nvSpPr>
        <p:spPr>
          <a:xfrm flipH="1">
            <a:off x="5380892" y="720693"/>
            <a:ext cx="6086692" cy="443733"/>
          </a:xfrm>
          <a:prstGeom prst="rect">
            <a:avLst/>
          </a:prstGeom>
          <a:noFill/>
          <a:ln>
            <a:noFill/>
          </a:ln>
        </p:spPr>
        <p:txBody>
          <a:bodyPr spcFirstLastPara="1" wrap="square" lIns="0" tIns="0" rIns="0" bIns="0" anchor="t" anchorCtr="0">
            <a:noAutofit/>
          </a:bodyPr>
          <a:lstStyle/>
          <a:p>
            <a:pPr marL="0" marR="0" lvl="0" indent="0" algn="r" rtl="1">
              <a:lnSpc>
                <a:spcPct val="90000"/>
              </a:lnSpc>
              <a:spcBef>
                <a:spcPts val="1000"/>
              </a:spcBef>
              <a:spcAft>
                <a:spcPts val="0"/>
              </a:spcAft>
              <a:buClr>
                <a:srgbClr val="9D915D"/>
              </a:buClr>
              <a:buSzPts val="2000"/>
              <a:buFont typeface="Arial"/>
              <a:buNone/>
            </a:pPr>
            <a:r>
              <a:rPr lang="ar-SA" sz="2000" b="1" i="0" u="none" strike="noStrike" cap="none">
                <a:solidFill>
                  <a:srgbClr val="9D915D"/>
                </a:solidFill>
                <a:latin typeface="Sakkal Majalla"/>
                <a:ea typeface="Sakkal Majalla"/>
                <a:cs typeface="Sakkal Majalla"/>
                <a:sym typeface="Sakkal Majalla"/>
              </a:rPr>
              <a:t>نموذج عام</a:t>
            </a:r>
            <a:endParaRPr sz="1600" b="1" i="0" u="none" strike="noStrike" cap="none">
              <a:solidFill>
                <a:schemeClr val="dk1"/>
              </a:solidFill>
              <a:latin typeface="Sakkal Majalla"/>
              <a:ea typeface="Sakkal Majalla"/>
              <a:cs typeface="Sakkal Majalla"/>
              <a:sym typeface="Sakkal Majalla"/>
            </a:endParaRPr>
          </a:p>
        </p:txBody>
      </p:sp>
      <p:sp>
        <p:nvSpPr>
          <p:cNvPr id="16545" name="Google Shape;16545;p422"/>
          <p:cNvSpPr/>
          <p:nvPr/>
        </p:nvSpPr>
        <p:spPr>
          <a:xfrm>
            <a:off x="547688" y="1207008"/>
            <a:ext cx="11087100" cy="5101196"/>
          </a:xfrm>
          <a:prstGeom prst="rect">
            <a:avLst/>
          </a:prstGeom>
          <a:solidFill>
            <a:srgbClr val="F0EBE0"/>
          </a:solidFill>
          <a:ln>
            <a:noFill/>
          </a:ln>
        </p:spPr>
        <p:txBody>
          <a:bodyPr spcFirstLastPara="1" wrap="square" lIns="91425" tIns="45700" rIns="91425" bIns="45700" anchor="ctr" anchorCtr="0">
            <a:noAutofit/>
          </a:bodyPr>
          <a:lstStyle/>
          <a:p>
            <a:pPr marL="0" marR="0" lvl="0" indent="0" algn="ctr" rtl="1">
              <a:spcBef>
                <a:spcPts val="0"/>
              </a:spcBef>
              <a:spcAft>
                <a:spcPts val="0"/>
              </a:spcAft>
              <a:buNone/>
            </a:pPr>
            <a:endParaRPr sz="1800" b="0" i="0" u="none" strike="noStrike" cap="none">
              <a:solidFill>
                <a:schemeClr val="dk1"/>
              </a:solidFill>
              <a:latin typeface="Sakkal Majalla"/>
              <a:ea typeface="Sakkal Majalla"/>
              <a:cs typeface="Sakkal Majalla"/>
              <a:sym typeface="Sakkal Majalla"/>
            </a:endParaRPr>
          </a:p>
        </p:txBody>
      </p:sp>
      <p:sp>
        <p:nvSpPr>
          <p:cNvPr id="16546" name="Google Shape;16546;p422"/>
          <p:cNvSpPr txBox="1"/>
          <p:nvPr/>
        </p:nvSpPr>
        <p:spPr>
          <a:xfrm>
            <a:off x="3520440" y="1298448"/>
            <a:ext cx="7415784" cy="3346704"/>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1600"/>
              <a:buFont typeface="Sakkal Majalla"/>
              <a:buNone/>
            </a:pPr>
            <a:endParaRPr sz="1600" b="0" i="0" u="none" strike="noStrike" cap="none">
              <a:solidFill>
                <a:schemeClr val="dk1"/>
              </a:solidFill>
              <a:latin typeface="Sakkal Majalla"/>
              <a:ea typeface="Sakkal Majalla"/>
              <a:cs typeface="Sakkal Majalla"/>
              <a:sym typeface="Sakkal Majalla"/>
            </a:endParaRPr>
          </a:p>
        </p:txBody>
      </p:sp>
      <p:sp>
        <p:nvSpPr>
          <p:cNvPr id="16547" name="Google Shape;16547;p422"/>
          <p:cNvSpPr txBox="1"/>
          <p:nvPr/>
        </p:nvSpPr>
        <p:spPr>
          <a:xfrm>
            <a:off x="6546574" y="1379285"/>
            <a:ext cx="4956313" cy="4654296"/>
          </a:xfrm>
          <a:prstGeom prst="rect">
            <a:avLst/>
          </a:prstGeom>
          <a:noFill/>
          <a:ln>
            <a:noFill/>
          </a:ln>
        </p:spPr>
        <p:txBody>
          <a:bodyPr spcFirstLastPara="1" wrap="square" lIns="0" tIns="0" rIns="0" bIns="0" anchor="t" anchorCtr="0">
            <a:noAutofit/>
          </a:bodyPr>
          <a:lstStyle/>
          <a:p>
            <a:pPr marL="0" marR="0" lvl="0" indent="0" algn="r" rtl="0">
              <a:spcBef>
                <a:spcPts val="0"/>
              </a:spcBef>
              <a:spcAft>
                <a:spcPts val="0"/>
              </a:spcAft>
              <a:buNone/>
            </a:pPr>
            <a:r>
              <a:rPr lang="ar-SA" sz="1200" b="1" i="0" u="none" strike="noStrike" cap="none">
                <a:solidFill>
                  <a:schemeClr val="dk1"/>
                </a:solidFill>
                <a:latin typeface="Sakkal Majalla"/>
                <a:ea typeface="Sakkal Majalla"/>
                <a:cs typeface="Sakkal Majalla"/>
                <a:sym typeface="Sakkal Majalla"/>
              </a:rPr>
              <a:t>مقدمة الاستبانة</a:t>
            </a:r>
            <a:endParaRPr sz="1200" b="0" i="0" u="none" strike="noStrike" cap="none">
              <a:solidFill>
                <a:schemeClr val="dk1"/>
              </a:solidFill>
              <a:latin typeface="Sakkal Majalla"/>
              <a:ea typeface="Sakkal Majalla"/>
              <a:cs typeface="Sakkal Majalla"/>
              <a:sym typeface="Sakkal Majalla"/>
            </a:endParaRPr>
          </a:p>
          <a:p>
            <a:pPr marL="0" marR="0" lvl="0" indent="0" algn="r" rtl="0">
              <a:spcBef>
                <a:spcPts val="0"/>
              </a:spcBef>
              <a:spcAft>
                <a:spcPts val="0"/>
              </a:spcAft>
              <a:buNone/>
            </a:pPr>
            <a:r>
              <a:rPr lang="ar-SA" sz="1200" b="0" i="0" u="none" strike="noStrike" cap="none">
                <a:solidFill>
                  <a:schemeClr val="dk1"/>
                </a:solidFill>
                <a:latin typeface="Sakkal Majalla"/>
                <a:ea typeface="Sakkal Majalla"/>
                <a:cs typeface="Sakkal Majalla"/>
                <a:sym typeface="Sakkal Majalla"/>
              </a:rPr>
              <a:t>نشكرك على مشاركتك في هذا البرنامج التدريبي. يهدف هذا الاستبانة إلى قياس مدى رضاك عن محتوى البرنامج، وأساليب التدريب، ومدى ارتباطه بمهامك الوظيفية. يساعدنا رأيك في تحسين جودة البرامج المستقبلية وتطوير تجربة التعلم في الوزارة.</a:t>
            </a:r>
            <a:endParaRPr/>
          </a:p>
          <a:p>
            <a:pPr marL="0" marR="0" lvl="0" indent="0" algn="r" rtl="0">
              <a:spcBef>
                <a:spcPts val="0"/>
              </a:spcBef>
              <a:spcAft>
                <a:spcPts val="0"/>
              </a:spcAft>
              <a:buNone/>
            </a:pPr>
            <a:r>
              <a:rPr lang="ar-SA" sz="1200" b="0" i="0" u="none" strike="noStrike" cap="none">
                <a:solidFill>
                  <a:schemeClr val="dk1"/>
                </a:solidFill>
                <a:latin typeface="Sakkal Majalla"/>
                <a:ea typeface="Sakkal Majalla"/>
                <a:cs typeface="Sakkal Majalla"/>
                <a:sym typeface="Sakkal Majalla"/>
              </a:rPr>
              <a:t>يرجى اختيار الإجابة التي تعكس رأيك بدقة.</a:t>
            </a:r>
            <a:endParaRPr/>
          </a:p>
          <a:p>
            <a:pPr marL="0" marR="0" lvl="0" indent="0" algn="r" rtl="0">
              <a:spcBef>
                <a:spcPts val="0"/>
              </a:spcBef>
              <a:spcAft>
                <a:spcPts val="0"/>
              </a:spcAft>
              <a:buNone/>
            </a:pPr>
            <a:endParaRPr sz="1200" b="0" i="0" u="none" strike="noStrike" cap="none">
              <a:solidFill>
                <a:schemeClr val="dk1"/>
              </a:solidFill>
              <a:latin typeface="Sakkal Majalla"/>
              <a:ea typeface="Sakkal Majalla"/>
              <a:cs typeface="Sakkal Majalla"/>
              <a:sym typeface="Sakkal Majalla"/>
            </a:endParaRPr>
          </a:p>
          <a:p>
            <a:pPr marL="0" marR="0" lvl="0" indent="0" algn="r" rtl="0">
              <a:spcBef>
                <a:spcPts val="0"/>
              </a:spcBef>
              <a:spcAft>
                <a:spcPts val="0"/>
              </a:spcAft>
              <a:buNone/>
            </a:pPr>
            <a:r>
              <a:rPr lang="ar-SA" sz="1200" b="1" i="0" u="none" strike="noStrike" cap="none">
                <a:solidFill>
                  <a:schemeClr val="dk1"/>
                </a:solidFill>
                <a:latin typeface="Sakkal Majalla"/>
                <a:ea typeface="Sakkal Majalla"/>
                <a:cs typeface="Sakkal Majalla"/>
                <a:sym typeface="Sakkal Majalla"/>
              </a:rPr>
              <a:t>السؤال الأول: مدى وضوح الأهداف التدريبية بالنسبة لك</a:t>
            </a:r>
            <a:br>
              <a:rPr lang="ar-SA" sz="1200" b="0" i="0" u="none" strike="noStrike" cap="none">
                <a:solidFill>
                  <a:schemeClr val="dk1"/>
                </a:solidFill>
                <a:latin typeface="Sakkal Majalla"/>
                <a:ea typeface="Sakkal Majalla"/>
                <a:cs typeface="Sakkal Majalla"/>
                <a:sym typeface="Sakkal Majalla"/>
              </a:rPr>
            </a:br>
            <a:r>
              <a:rPr lang="ar-SA" sz="1200" b="0" i="0" u="none" strike="noStrike" cap="none">
                <a:solidFill>
                  <a:schemeClr val="dk1"/>
                </a:solidFill>
                <a:latin typeface="Sakkal Majalla"/>
                <a:ea typeface="Sakkal Majalla"/>
                <a:cs typeface="Sakkal Majalla"/>
                <a:sym typeface="Sakkal Majalla"/>
              </a:rPr>
              <a:t>1-إلى أي مدى كانت أهداف البرنامج واضحة بالنسبة لك منذ اليوم الأول، وساعدتك في فهم ما تتوقع أن تتعلمه؟</a:t>
            </a:r>
            <a:endParaRPr sz="1200" b="0" i="0" u="none" strike="noStrike" cap="none">
              <a:solidFill>
                <a:schemeClr val="dk1"/>
              </a:solidFill>
              <a:latin typeface="Sakkal Majalla"/>
              <a:ea typeface="Sakkal Majalla"/>
              <a:cs typeface="Sakkal Majalla"/>
              <a:sym typeface="Sakkal Majalla"/>
            </a:endParaRPr>
          </a:p>
          <a:p>
            <a:pPr marL="0" marR="0" lvl="0" indent="0" algn="r" rtl="0">
              <a:spcBef>
                <a:spcPts val="0"/>
              </a:spcBef>
              <a:spcAft>
                <a:spcPts val="0"/>
              </a:spcAft>
              <a:buNone/>
            </a:pPr>
            <a:r>
              <a:rPr lang="ar-SA" sz="1200" b="0" i="0" u="none" strike="noStrike" cap="none">
                <a:solidFill>
                  <a:schemeClr val="dk1"/>
                </a:solidFill>
                <a:latin typeface="Sakkal Majalla"/>
                <a:ea typeface="Sakkal Majalla"/>
                <a:cs typeface="Sakkal Majalla"/>
                <a:sym typeface="Sakkal Majalla"/>
              </a:rPr>
              <a:t>خيارات الإجابة:</a:t>
            </a:r>
            <a:endParaRPr/>
          </a:p>
          <a:p>
            <a:pPr marL="0" marR="0" lvl="0" indent="0" algn="r" rtl="0">
              <a:spcBef>
                <a:spcPts val="0"/>
              </a:spcBef>
              <a:spcAft>
                <a:spcPts val="0"/>
              </a:spcAft>
              <a:buNone/>
            </a:pPr>
            <a:r>
              <a:rPr lang="ar-SA" sz="1200" b="0" i="0" u="none" strike="noStrike" cap="none">
                <a:solidFill>
                  <a:schemeClr val="dk1"/>
                </a:solidFill>
                <a:latin typeface="Sakkal Majalla"/>
                <a:ea typeface="Sakkal Majalla"/>
                <a:cs typeface="Sakkal Majalla"/>
                <a:sym typeface="Sakkal Majalla"/>
              </a:rPr>
              <a:t>غير واضحة إطلاقًا</a:t>
            </a:r>
            <a:endParaRPr sz="1200" b="0" i="0" u="none" strike="noStrike" cap="none">
              <a:solidFill>
                <a:schemeClr val="dk1"/>
              </a:solidFill>
              <a:latin typeface="Sakkal Majalla"/>
              <a:ea typeface="Sakkal Majalla"/>
              <a:cs typeface="Sakkal Majalla"/>
              <a:sym typeface="Sakkal Majalla"/>
            </a:endParaRPr>
          </a:p>
          <a:p>
            <a:pPr marL="0" marR="0" lvl="0" indent="0" algn="r" rtl="0">
              <a:spcBef>
                <a:spcPts val="0"/>
              </a:spcBef>
              <a:spcAft>
                <a:spcPts val="0"/>
              </a:spcAft>
              <a:buNone/>
            </a:pPr>
            <a:r>
              <a:rPr lang="ar-SA" sz="1200" b="0" i="0" u="none" strike="noStrike" cap="none">
                <a:solidFill>
                  <a:schemeClr val="dk1"/>
                </a:solidFill>
                <a:latin typeface="Sakkal Majalla"/>
                <a:ea typeface="Sakkal Majalla"/>
                <a:cs typeface="Sakkal Majalla"/>
                <a:sym typeface="Sakkal Majalla"/>
              </a:rPr>
              <a:t>غير واضحة نوعًا ما</a:t>
            </a:r>
            <a:endParaRPr sz="1200" b="0" i="0" u="none" strike="noStrike" cap="none">
              <a:solidFill>
                <a:schemeClr val="dk1"/>
              </a:solidFill>
              <a:latin typeface="Sakkal Majalla"/>
              <a:ea typeface="Sakkal Majalla"/>
              <a:cs typeface="Sakkal Majalla"/>
              <a:sym typeface="Sakkal Majalla"/>
            </a:endParaRPr>
          </a:p>
          <a:p>
            <a:pPr marL="0" marR="0" lvl="0" indent="0" algn="r" rtl="0">
              <a:spcBef>
                <a:spcPts val="0"/>
              </a:spcBef>
              <a:spcAft>
                <a:spcPts val="0"/>
              </a:spcAft>
              <a:buNone/>
            </a:pPr>
            <a:r>
              <a:rPr lang="ar-SA" sz="1200" b="0" i="0" u="none" strike="noStrike" cap="none">
                <a:solidFill>
                  <a:schemeClr val="dk1"/>
                </a:solidFill>
                <a:latin typeface="Sakkal Majalla"/>
                <a:ea typeface="Sakkal Majalla"/>
                <a:cs typeface="Sakkal Majalla"/>
                <a:sym typeface="Sakkal Majalla"/>
              </a:rPr>
              <a:t>محايد</a:t>
            </a:r>
            <a:endParaRPr sz="1200" b="0" i="0" u="none" strike="noStrike" cap="none">
              <a:solidFill>
                <a:schemeClr val="dk1"/>
              </a:solidFill>
              <a:latin typeface="Sakkal Majalla"/>
              <a:ea typeface="Sakkal Majalla"/>
              <a:cs typeface="Sakkal Majalla"/>
              <a:sym typeface="Sakkal Majalla"/>
            </a:endParaRPr>
          </a:p>
          <a:p>
            <a:pPr marL="0" marR="0" lvl="0" indent="0" algn="r" rtl="0">
              <a:spcBef>
                <a:spcPts val="0"/>
              </a:spcBef>
              <a:spcAft>
                <a:spcPts val="0"/>
              </a:spcAft>
              <a:buNone/>
            </a:pPr>
            <a:r>
              <a:rPr lang="ar-SA" sz="1200" b="0" i="0" u="none" strike="noStrike" cap="none">
                <a:solidFill>
                  <a:schemeClr val="dk1"/>
                </a:solidFill>
                <a:latin typeface="Sakkal Majalla"/>
                <a:ea typeface="Sakkal Majalla"/>
                <a:cs typeface="Sakkal Majalla"/>
                <a:sym typeface="Sakkal Majalla"/>
              </a:rPr>
              <a:t>واضحة</a:t>
            </a:r>
            <a:endParaRPr sz="1200" b="0" i="0" u="none" strike="noStrike" cap="none">
              <a:solidFill>
                <a:schemeClr val="dk1"/>
              </a:solidFill>
              <a:latin typeface="Sakkal Majalla"/>
              <a:ea typeface="Sakkal Majalla"/>
              <a:cs typeface="Sakkal Majalla"/>
              <a:sym typeface="Sakkal Majalla"/>
            </a:endParaRPr>
          </a:p>
          <a:p>
            <a:pPr marL="0" marR="0" lvl="0" indent="0" algn="r" rtl="0">
              <a:spcBef>
                <a:spcPts val="0"/>
              </a:spcBef>
              <a:spcAft>
                <a:spcPts val="0"/>
              </a:spcAft>
              <a:buNone/>
            </a:pPr>
            <a:r>
              <a:rPr lang="ar-SA" sz="1200" b="0" i="0" u="none" strike="noStrike" cap="none">
                <a:solidFill>
                  <a:schemeClr val="dk1"/>
                </a:solidFill>
                <a:latin typeface="Sakkal Majalla"/>
                <a:ea typeface="Sakkal Majalla"/>
                <a:cs typeface="Sakkal Majalla"/>
                <a:sym typeface="Sakkal Majalla"/>
              </a:rPr>
              <a:t>واضحة جدًا</a:t>
            </a:r>
            <a:endParaRPr sz="1200" b="0" i="0" u="none" strike="noStrike" cap="none">
              <a:solidFill>
                <a:schemeClr val="dk1"/>
              </a:solidFill>
              <a:latin typeface="Sakkal Majalla"/>
              <a:ea typeface="Sakkal Majalla"/>
              <a:cs typeface="Sakkal Majalla"/>
              <a:sym typeface="Sakkal Majalla"/>
            </a:endParaRPr>
          </a:p>
          <a:p>
            <a:pPr marL="0" marR="0" lvl="0" indent="0" algn="r" rtl="0">
              <a:spcBef>
                <a:spcPts val="0"/>
              </a:spcBef>
              <a:spcAft>
                <a:spcPts val="0"/>
              </a:spcAft>
              <a:buNone/>
            </a:pPr>
            <a:endParaRPr sz="1200" b="0" i="0" u="none" strike="noStrike" cap="none">
              <a:solidFill>
                <a:schemeClr val="dk1"/>
              </a:solidFill>
              <a:latin typeface="Sakkal Majalla"/>
              <a:ea typeface="Sakkal Majalla"/>
              <a:cs typeface="Sakkal Majalla"/>
              <a:sym typeface="Sakkal Majalla"/>
            </a:endParaRPr>
          </a:p>
          <a:p>
            <a:pPr marL="0" marR="0" lvl="0" indent="0" algn="r" rtl="0">
              <a:spcBef>
                <a:spcPts val="0"/>
              </a:spcBef>
              <a:spcAft>
                <a:spcPts val="0"/>
              </a:spcAft>
              <a:buNone/>
            </a:pPr>
            <a:r>
              <a:rPr lang="ar-SA" sz="1200" b="1" i="0" u="none" strike="noStrike" cap="none">
                <a:solidFill>
                  <a:schemeClr val="dk1"/>
                </a:solidFill>
                <a:latin typeface="Sakkal Majalla"/>
                <a:ea typeface="Sakkal Majalla"/>
                <a:cs typeface="Sakkal Majalla"/>
                <a:sym typeface="Sakkal Majalla"/>
              </a:rPr>
              <a:t>السؤال الثاني: مدى ارتباط محتوى التدريب بمهامك الوظيفية</a:t>
            </a:r>
            <a:br>
              <a:rPr lang="ar-SA" sz="1200" b="0" i="0" u="none" strike="noStrike" cap="none">
                <a:solidFill>
                  <a:schemeClr val="dk1"/>
                </a:solidFill>
                <a:latin typeface="Sakkal Majalla"/>
                <a:ea typeface="Sakkal Majalla"/>
                <a:cs typeface="Sakkal Majalla"/>
                <a:sym typeface="Sakkal Majalla"/>
              </a:rPr>
            </a:br>
            <a:r>
              <a:rPr lang="ar-SA" sz="1200" b="0" i="0" u="none" strike="noStrike" cap="none">
                <a:solidFill>
                  <a:schemeClr val="dk1"/>
                </a:solidFill>
                <a:latin typeface="Sakkal Majalla"/>
                <a:ea typeface="Sakkal Majalla"/>
                <a:cs typeface="Sakkal Majalla"/>
                <a:sym typeface="Sakkal Majalla"/>
              </a:rPr>
              <a:t>2-إلى أي درجة شعرت أن محتوى التدريب يرتبط بشكل مباشر بمهامك ومسؤولياتك اليومية؟</a:t>
            </a:r>
            <a:endParaRPr sz="1200" b="0" i="0" u="none" strike="noStrike" cap="none">
              <a:solidFill>
                <a:schemeClr val="dk1"/>
              </a:solidFill>
              <a:latin typeface="Sakkal Majalla"/>
              <a:ea typeface="Sakkal Majalla"/>
              <a:cs typeface="Sakkal Majalla"/>
              <a:sym typeface="Sakkal Majalla"/>
            </a:endParaRPr>
          </a:p>
          <a:p>
            <a:pPr marL="0" marR="0" lvl="0" indent="0" algn="r" rtl="0">
              <a:spcBef>
                <a:spcPts val="0"/>
              </a:spcBef>
              <a:spcAft>
                <a:spcPts val="0"/>
              </a:spcAft>
              <a:buNone/>
            </a:pPr>
            <a:r>
              <a:rPr lang="ar-SA" sz="1200" b="0" i="0" u="none" strike="noStrike" cap="none">
                <a:solidFill>
                  <a:schemeClr val="dk1"/>
                </a:solidFill>
                <a:latin typeface="Sakkal Majalla"/>
                <a:ea typeface="Sakkal Majalla"/>
                <a:cs typeface="Sakkal Majalla"/>
                <a:sym typeface="Sakkal Majalla"/>
              </a:rPr>
              <a:t>خيارات الإجابة:</a:t>
            </a:r>
            <a:endParaRPr/>
          </a:p>
          <a:p>
            <a:pPr marL="0" marR="0" lvl="0" indent="0" algn="r" rtl="0">
              <a:spcBef>
                <a:spcPts val="0"/>
              </a:spcBef>
              <a:spcAft>
                <a:spcPts val="0"/>
              </a:spcAft>
              <a:buNone/>
            </a:pPr>
            <a:r>
              <a:rPr lang="ar-SA" sz="1200" b="0" i="0" u="none" strike="noStrike" cap="none">
                <a:solidFill>
                  <a:schemeClr val="dk1"/>
                </a:solidFill>
                <a:latin typeface="Sakkal Majalla"/>
                <a:ea typeface="Sakkal Majalla"/>
                <a:cs typeface="Sakkal Majalla"/>
                <a:sym typeface="Sakkal Majalla"/>
              </a:rPr>
              <a:t>لا يرتبط إطلاقًا</a:t>
            </a:r>
            <a:endParaRPr sz="1200" b="0" i="0" u="none" strike="noStrike" cap="none">
              <a:solidFill>
                <a:schemeClr val="dk1"/>
              </a:solidFill>
              <a:latin typeface="Sakkal Majalla"/>
              <a:ea typeface="Sakkal Majalla"/>
              <a:cs typeface="Sakkal Majalla"/>
              <a:sym typeface="Sakkal Majalla"/>
            </a:endParaRPr>
          </a:p>
          <a:p>
            <a:pPr marL="0" marR="0" lvl="0" indent="0" algn="r" rtl="0">
              <a:spcBef>
                <a:spcPts val="0"/>
              </a:spcBef>
              <a:spcAft>
                <a:spcPts val="0"/>
              </a:spcAft>
              <a:buNone/>
            </a:pPr>
            <a:r>
              <a:rPr lang="ar-SA" sz="1200" b="0" i="0" u="none" strike="noStrike" cap="none">
                <a:solidFill>
                  <a:schemeClr val="dk1"/>
                </a:solidFill>
                <a:latin typeface="Sakkal Majalla"/>
                <a:ea typeface="Sakkal Majalla"/>
                <a:cs typeface="Sakkal Majalla"/>
                <a:sym typeface="Sakkal Majalla"/>
              </a:rPr>
              <a:t>يرتبط بدرجة ضعيفة</a:t>
            </a:r>
            <a:endParaRPr sz="1200" b="0" i="0" u="none" strike="noStrike" cap="none">
              <a:solidFill>
                <a:schemeClr val="dk1"/>
              </a:solidFill>
              <a:latin typeface="Sakkal Majalla"/>
              <a:ea typeface="Sakkal Majalla"/>
              <a:cs typeface="Sakkal Majalla"/>
              <a:sym typeface="Sakkal Majalla"/>
            </a:endParaRPr>
          </a:p>
          <a:p>
            <a:pPr marL="0" marR="0" lvl="0" indent="0" algn="r" rtl="0">
              <a:spcBef>
                <a:spcPts val="0"/>
              </a:spcBef>
              <a:spcAft>
                <a:spcPts val="0"/>
              </a:spcAft>
              <a:buNone/>
            </a:pPr>
            <a:r>
              <a:rPr lang="ar-SA" sz="1200" b="0" i="0" u="none" strike="noStrike" cap="none">
                <a:solidFill>
                  <a:schemeClr val="dk1"/>
                </a:solidFill>
                <a:latin typeface="Sakkal Majalla"/>
                <a:ea typeface="Sakkal Majalla"/>
                <a:cs typeface="Sakkal Majalla"/>
                <a:sym typeface="Sakkal Majalla"/>
              </a:rPr>
              <a:t>يرتبط بدرجة متوسطة</a:t>
            </a:r>
            <a:endParaRPr sz="1200" b="0" i="0" u="none" strike="noStrike" cap="none">
              <a:solidFill>
                <a:schemeClr val="dk1"/>
              </a:solidFill>
              <a:latin typeface="Sakkal Majalla"/>
              <a:ea typeface="Sakkal Majalla"/>
              <a:cs typeface="Sakkal Majalla"/>
              <a:sym typeface="Sakkal Majalla"/>
            </a:endParaRPr>
          </a:p>
          <a:p>
            <a:pPr marL="0" marR="0" lvl="0" indent="0" algn="r" rtl="0">
              <a:spcBef>
                <a:spcPts val="0"/>
              </a:spcBef>
              <a:spcAft>
                <a:spcPts val="0"/>
              </a:spcAft>
              <a:buNone/>
            </a:pPr>
            <a:r>
              <a:rPr lang="ar-SA" sz="1200" b="0" i="0" u="none" strike="noStrike" cap="none">
                <a:solidFill>
                  <a:schemeClr val="dk1"/>
                </a:solidFill>
                <a:latin typeface="Sakkal Majalla"/>
                <a:ea typeface="Sakkal Majalla"/>
                <a:cs typeface="Sakkal Majalla"/>
                <a:sym typeface="Sakkal Majalla"/>
              </a:rPr>
              <a:t>يرتبط بدرجة عالية</a:t>
            </a:r>
            <a:endParaRPr sz="1200" b="0" i="0" u="none" strike="noStrike" cap="none">
              <a:solidFill>
                <a:schemeClr val="dk1"/>
              </a:solidFill>
              <a:latin typeface="Sakkal Majalla"/>
              <a:ea typeface="Sakkal Majalla"/>
              <a:cs typeface="Sakkal Majalla"/>
              <a:sym typeface="Sakkal Majalla"/>
            </a:endParaRPr>
          </a:p>
          <a:p>
            <a:pPr marL="0" marR="0" lvl="0" indent="0" algn="r" rtl="0">
              <a:spcBef>
                <a:spcPts val="0"/>
              </a:spcBef>
              <a:spcAft>
                <a:spcPts val="0"/>
              </a:spcAft>
              <a:buNone/>
            </a:pPr>
            <a:r>
              <a:rPr lang="ar-SA" sz="1200" b="0" i="0" u="none" strike="noStrike" cap="none">
                <a:solidFill>
                  <a:schemeClr val="dk1"/>
                </a:solidFill>
                <a:latin typeface="Sakkal Majalla"/>
                <a:ea typeface="Sakkal Majalla"/>
                <a:cs typeface="Sakkal Majalla"/>
                <a:sym typeface="Sakkal Majalla"/>
              </a:rPr>
              <a:t>يرتبط بدرجة عالية جدًا</a:t>
            </a:r>
            <a:endParaRPr sz="1100" b="0" i="0" u="none" strike="noStrike" cap="none">
              <a:solidFill>
                <a:schemeClr val="dk1"/>
              </a:solidFill>
              <a:latin typeface="Sakkal Majalla"/>
              <a:ea typeface="Sakkal Majalla"/>
              <a:cs typeface="Sakkal Majalla"/>
              <a:sym typeface="Sakkal Majalla"/>
            </a:endParaRPr>
          </a:p>
        </p:txBody>
      </p:sp>
      <p:sp>
        <p:nvSpPr>
          <p:cNvPr id="16548" name="Google Shape;16548;p422"/>
          <p:cNvSpPr txBox="1"/>
          <p:nvPr/>
        </p:nvSpPr>
        <p:spPr>
          <a:xfrm>
            <a:off x="242316" y="1379285"/>
            <a:ext cx="5623560" cy="5020056"/>
          </a:xfrm>
          <a:prstGeom prst="rect">
            <a:avLst/>
          </a:prstGeom>
          <a:noFill/>
          <a:ln>
            <a:noFill/>
          </a:ln>
        </p:spPr>
        <p:txBody>
          <a:bodyPr spcFirstLastPara="1" wrap="square" lIns="0" tIns="0" rIns="0" bIns="0" anchor="t" anchorCtr="0">
            <a:noAutofit/>
          </a:bodyPr>
          <a:lstStyle/>
          <a:p>
            <a:pPr marL="0" marR="0" lvl="0" indent="0" algn="r" rtl="0">
              <a:spcBef>
                <a:spcPts val="0"/>
              </a:spcBef>
              <a:spcAft>
                <a:spcPts val="0"/>
              </a:spcAft>
              <a:buNone/>
            </a:pPr>
            <a:r>
              <a:rPr lang="ar-SA" sz="1200" b="1" i="0" u="none" strike="noStrike" cap="none">
                <a:solidFill>
                  <a:schemeClr val="dk1"/>
                </a:solidFill>
                <a:latin typeface="Sakkal Majalla"/>
                <a:ea typeface="Sakkal Majalla"/>
                <a:cs typeface="Sakkal Majalla"/>
                <a:sym typeface="Sakkal Majalla"/>
              </a:rPr>
              <a:t>السؤال الثالث: فعالية أساليب التدريب والتيسير</a:t>
            </a:r>
            <a:br>
              <a:rPr lang="ar-SA" sz="1200" b="0" i="0" u="none" strike="noStrike" cap="none">
                <a:solidFill>
                  <a:schemeClr val="dk1"/>
                </a:solidFill>
                <a:latin typeface="Sakkal Majalla"/>
                <a:ea typeface="Sakkal Majalla"/>
                <a:cs typeface="Sakkal Majalla"/>
                <a:sym typeface="Sakkal Majalla"/>
              </a:rPr>
            </a:br>
            <a:r>
              <a:rPr lang="ar-SA" sz="1200" b="0" i="0" u="none" strike="noStrike" cap="none">
                <a:solidFill>
                  <a:schemeClr val="dk1"/>
                </a:solidFill>
                <a:latin typeface="Sakkal Majalla"/>
                <a:ea typeface="Sakkal Majalla"/>
                <a:cs typeface="Sakkal Majalla"/>
                <a:sym typeface="Sakkal Majalla"/>
              </a:rPr>
              <a:t>3-كيف تقيّم جودة أساليب التدريب المستخدمة مثل:</a:t>
            </a:r>
            <a:br>
              <a:rPr lang="ar-SA" sz="1200" b="0" i="0" u="none" strike="noStrike" cap="none">
                <a:solidFill>
                  <a:schemeClr val="dk1"/>
                </a:solidFill>
                <a:latin typeface="Sakkal Majalla"/>
                <a:ea typeface="Sakkal Majalla"/>
                <a:cs typeface="Sakkal Majalla"/>
                <a:sym typeface="Sakkal Majalla"/>
              </a:rPr>
            </a:br>
            <a:r>
              <a:rPr lang="ar-SA" sz="1200" b="0" i="0" u="none" strike="noStrike" cap="none">
                <a:solidFill>
                  <a:schemeClr val="dk1"/>
                </a:solidFill>
                <a:latin typeface="Sakkal Majalla"/>
                <a:ea typeface="Sakkal Majalla"/>
                <a:cs typeface="Sakkal Majalla"/>
                <a:sym typeface="Sakkal Majalla"/>
              </a:rPr>
              <a:t>العروض التقديمية، المناقشات، الأنشطة التطبيقية، ودراسة الحالات؟</a:t>
            </a:r>
            <a:endParaRPr sz="1200" b="0" i="0" u="none" strike="noStrike" cap="none">
              <a:solidFill>
                <a:schemeClr val="dk1"/>
              </a:solidFill>
              <a:latin typeface="Sakkal Majalla"/>
              <a:ea typeface="Sakkal Majalla"/>
              <a:cs typeface="Sakkal Majalla"/>
              <a:sym typeface="Sakkal Majalla"/>
            </a:endParaRPr>
          </a:p>
          <a:p>
            <a:pPr marL="0" marR="0" lvl="0" indent="0" algn="r" rtl="0">
              <a:spcBef>
                <a:spcPts val="0"/>
              </a:spcBef>
              <a:spcAft>
                <a:spcPts val="0"/>
              </a:spcAft>
              <a:buNone/>
            </a:pPr>
            <a:r>
              <a:rPr lang="ar-SA" sz="1200" b="0" i="0" u="none" strike="noStrike" cap="none">
                <a:solidFill>
                  <a:schemeClr val="dk1"/>
                </a:solidFill>
                <a:latin typeface="Sakkal Majalla"/>
                <a:ea typeface="Sakkal Majalla"/>
                <a:cs typeface="Sakkal Majalla"/>
                <a:sym typeface="Sakkal Majalla"/>
              </a:rPr>
              <a:t>خيارات الإجابة:</a:t>
            </a:r>
            <a:endParaRPr/>
          </a:p>
          <a:p>
            <a:pPr marL="0" marR="0" lvl="0" indent="0" algn="r" rtl="0">
              <a:spcBef>
                <a:spcPts val="0"/>
              </a:spcBef>
              <a:spcAft>
                <a:spcPts val="0"/>
              </a:spcAft>
              <a:buNone/>
            </a:pPr>
            <a:r>
              <a:rPr lang="ar-SA" sz="1200" b="0" i="0" u="none" strike="noStrike" cap="none">
                <a:solidFill>
                  <a:schemeClr val="dk1"/>
                </a:solidFill>
                <a:latin typeface="Sakkal Majalla"/>
                <a:ea typeface="Sakkal Majalla"/>
                <a:cs typeface="Sakkal Majalla"/>
                <a:sym typeface="Sakkal Majalla"/>
              </a:rPr>
              <a:t>غير فعّالة إطلاقًا</a:t>
            </a:r>
            <a:endParaRPr sz="1200" b="0" i="0" u="none" strike="noStrike" cap="none">
              <a:solidFill>
                <a:schemeClr val="dk1"/>
              </a:solidFill>
              <a:latin typeface="Sakkal Majalla"/>
              <a:ea typeface="Sakkal Majalla"/>
              <a:cs typeface="Sakkal Majalla"/>
              <a:sym typeface="Sakkal Majalla"/>
            </a:endParaRPr>
          </a:p>
          <a:p>
            <a:pPr marL="0" marR="0" lvl="0" indent="0" algn="r" rtl="0">
              <a:spcBef>
                <a:spcPts val="0"/>
              </a:spcBef>
              <a:spcAft>
                <a:spcPts val="0"/>
              </a:spcAft>
              <a:buNone/>
            </a:pPr>
            <a:r>
              <a:rPr lang="ar-SA" sz="1200" b="0" i="0" u="none" strike="noStrike" cap="none">
                <a:solidFill>
                  <a:schemeClr val="dk1"/>
                </a:solidFill>
                <a:latin typeface="Sakkal Majalla"/>
                <a:ea typeface="Sakkal Majalla"/>
                <a:cs typeface="Sakkal Majalla"/>
                <a:sym typeface="Sakkal Majalla"/>
              </a:rPr>
              <a:t>غير فعّالة نوعًا ما</a:t>
            </a:r>
            <a:endParaRPr sz="1200" b="0" i="0" u="none" strike="noStrike" cap="none">
              <a:solidFill>
                <a:schemeClr val="dk1"/>
              </a:solidFill>
              <a:latin typeface="Sakkal Majalla"/>
              <a:ea typeface="Sakkal Majalla"/>
              <a:cs typeface="Sakkal Majalla"/>
              <a:sym typeface="Sakkal Majalla"/>
            </a:endParaRPr>
          </a:p>
          <a:p>
            <a:pPr marL="0" marR="0" lvl="0" indent="0" algn="r" rtl="0">
              <a:spcBef>
                <a:spcPts val="0"/>
              </a:spcBef>
              <a:spcAft>
                <a:spcPts val="0"/>
              </a:spcAft>
              <a:buNone/>
            </a:pPr>
            <a:r>
              <a:rPr lang="ar-SA" sz="1200" b="0" i="0" u="none" strike="noStrike" cap="none">
                <a:solidFill>
                  <a:schemeClr val="dk1"/>
                </a:solidFill>
                <a:latin typeface="Sakkal Majalla"/>
                <a:ea typeface="Sakkal Majalla"/>
                <a:cs typeface="Sakkal Majalla"/>
                <a:sym typeface="Sakkal Majalla"/>
              </a:rPr>
              <a:t>متوسطة الفعالية</a:t>
            </a:r>
            <a:endParaRPr sz="1200" b="0" i="0" u="none" strike="noStrike" cap="none">
              <a:solidFill>
                <a:schemeClr val="dk1"/>
              </a:solidFill>
              <a:latin typeface="Sakkal Majalla"/>
              <a:ea typeface="Sakkal Majalla"/>
              <a:cs typeface="Sakkal Majalla"/>
              <a:sym typeface="Sakkal Majalla"/>
            </a:endParaRPr>
          </a:p>
          <a:p>
            <a:pPr marL="0" marR="0" lvl="0" indent="0" algn="r" rtl="0">
              <a:spcBef>
                <a:spcPts val="0"/>
              </a:spcBef>
              <a:spcAft>
                <a:spcPts val="0"/>
              </a:spcAft>
              <a:buNone/>
            </a:pPr>
            <a:r>
              <a:rPr lang="ar-SA" sz="1200" b="0" i="0" u="none" strike="noStrike" cap="none">
                <a:solidFill>
                  <a:schemeClr val="dk1"/>
                </a:solidFill>
                <a:latin typeface="Sakkal Majalla"/>
                <a:ea typeface="Sakkal Majalla"/>
                <a:cs typeface="Sakkal Majalla"/>
                <a:sym typeface="Sakkal Majalla"/>
              </a:rPr>
              <a:t>فعّالة</a:t>
            </a:r>
            <a:endParaRPr sz="1200" b="0" i="0" u="none" strike="noStrike" cap="none">
              <a:solidFill>
                <a:schemeClr val="dk1"/>
              </a:solidFill>
              <a:latin typeface="Sakkal Majalla"/>
              <a:ea typeface="Sakkal Majalla"/>
              <a:cs typeface="Sakkal Majalla"/>
              <a:sym typeface="Sakkal Majalla"/>
            </a:endParaRPr>
          </a:p>
          <a:p>
            <a:pPr marL="0" marR="0" lvl="0" indent="0" algn="r" rtl="0">
              <a:spcBef>
                <a:spcPts val="0"/>
              </a:spcBef>
              <a:spcAft>
                <a:spcPts val="0"/>
              </a:spcAft>
              <a:buNone/>
            </a:pPr>
            <a:r>
              <a:rPr lang="ar-SA" sz="1200" b="0" i="0" u="none" strike="noStrike" cap="none">
                <a:solidFill>
                  <a:schemeClr val="dk1"/>
                </a:solidFill>
                <a:latin typeface="Sakkal Majalla"/>
                <a:ea typeface="Sakkal Majalla"/>
                <a:cs typeface="Sakkal Majalla"/>
                <a:sym typeface="Sakkal Majalla"/>
              </a:rPr>
              <a:t>فعّالة جدًا</a:t>
            </a:r>
            <a:endParaRPr sz="1200" b="0" i="0" u="none" strike="noStrike" cap="none">
              <a:solidFill>
                <a:schemeClr val="dk1"/>
              </a:solidFill>
              <a:latin typeface="Sakkal Majalla"/>
              <a:ea typeface="Sakkal Majalla"/>
              <a:cs typeface="Sakkal Majalla"/>
              <a:sym typeface="Sakkal Majalla"/>
            </a:endParaRPr>
          </a:p>
          <a:p>
            <a:pPr marL="0" marR="0" lvl="0" indent="0" algn="r" rtl="0">
              <a:spcBef>
                <a:spcPts val="0"/>
              </a:spcBef>
              <a:spcAft>
                <a:spcPts val="0"/>
              </a:spcAft>
              <a:buNone/>
            </a:pPr>
            <a:endParaRPr sz="1200" b="0" i="0" u="none" strike="noStrike" cap="none">
              <a:solidFill>
                <a:schemeClr val="dk1"/>
              </a:solidFill>
              <a:latin typeface="Sakkal Majalla"/>
              <a:ea typeface="Sakkal Majalla"/>
              <a:cs typeface="Sakkal Majalla"/>
              <a:sym typeface="Sakkal Majalla"/>
            </a:endParaRPr>
          </a:p>
          <a:p>
            <a:pPr marL="0" marR="0" lvl="0" indent="0" algn="r" rtl="0">
              <a:spcBef>
                <a:spcPts val="0"/>
              </a:spcBef>
              <a:spcAft>
                <a:spcPts val="0"/>
              </a:spcAft>
              <a:buNone/>
            </a:pPr>
            <a:r>
              <a:rPr lang="ar-SA" sz="1200" b="1" i="0" u="none" strike="noStrike" cap="none">
                <a:solidFill>
                  <a:schemeClr val="dk1"/>
                </a:solidFill>
                <a:latin typeface="Sakkal Majalla"/>
                <a:ea typeface="Sakkal Majalla"/>
                <a:cs typeface="Sakkal Majalla"/>
                <a:sym typeface="Sakkal Majalla"/>
              </a:rPr>
              <a:t>السؤال الرابع: جودة الأنشطة التطبيقية والمحاكاة</a:t>
            </a:r>
            <a:br>
              <a:rPr lang="ar-SA" sz="1200" b="0" i="0" u="none" strike="noStrike" cap="none">
                <a:solidFill>
                  <a:schemeClr val="dk1"/>
                </a:solidFill>
                <a:latin typeface="Sakkal Majalla"/>
                <a:ea typeface="Sakkal Majalla"/>
                <a:cs typeface="Sakkal Majalla"/>
                <a:sym typeface="Sakkal Majalla"/>
              </a:rPr>
            </a:br>
            <a:r>
              <a:rPr lang="ar-SA" sz="1200" b="0" i="0" u="none" strike="noStrike" cap="none">
                <a:solidFill>
                  <a:schemeClr val="dk1"/>
                </a:solidFill>
                <a:latin typeface="Sakkal Majalla"/>
                <a:ea typeface="Sakkal Majalla"/>
                <a:cs typeface="Sakkal Majalla"/>
                <a:sym typeface="Sakkal Majalla"/>
              </a:rPr>
              <a:t>4- ما مدى تأثير الأنشطة التطبيقية والمحاكاة على قدرتك على فهم المحتوى وتطبيقه عمليًا؟</a:t>
            </a:r>
            <a:endParaRPr sz="1200" b="0" i="0" u="none" strike="noStrike" cap="none">
              <a:solidFill>
                <a:schemeClr val="dk1"/>
              </a:solidFill>
              <a:latin typeface="Sakkal Majalla"/>
              <a:ea typeface="Sakkal Majalla"/>
              <a:cs typeface="Sakkal Majalla"/>
              <a:sym typeface="Sakkal Majalla"/>
            </a:endParaRPr>
          </a:p>
          <a:p>
            <a:pPr marL="0" marR="0" lvl="0" indent="0" algn="r" rtl="0">
              <a:spcBef>
                <a:spcPts val="0"/>
              </a:spcBef>
              <a:spcAft>
                <a:spcPts val="0"/>
              </a:spcAft>
              <a:buNone/>
            </a:pPr>
            <a:r>
              <a:rPr lang="ar-SA" sz="1200" b="0" i="0" u="none" strike="noStrike" cap="none">
                <a:solidFill>
                  <a:schemeClr val="dk1"/>
                </a:solidFill>
                <a:latin typeface="Sakkal Majalla"/>
                <a:ea typeface="Sakkal Majalla"/>
                <a:cs typeface="Sakkal Majalla"/>
                <a:sym typeface="Sakkal Majalla"/>
              </a:rPr>
              <a:t>خيارات الإجابة:</a:t>
            </a:r>
            <a:endParaRPr/>
          </a:p>
          <a:p>
            <a:pPr marL="0" marR="0" lvl="0" indent="0" algn="r" rtl="0">
              <a:spcBef>
                <a:spcPts val="0"/>
              </a:spcBef>
              <a:spcAft>
                <a:spcPts val="0"/>
              </a:spcAft>
              <a:buNone/>
            </a:pPr>
            <a:r>
              <a:rPr lang="ar-SA" sz="1200" b="0" i="0" u="none" strike="noStrike" cap="none">
                <a:solidFill>
                  <a:schemeClr val="dk1"/>
                </a:solidFill>
                <a:latin typeface="Sakkal Majalla"/>
                <a:ea typeface="Sakkal Majalla"/>
                <a:cs typeface="Sakkal Majalla"/>
                <a:sym typeface="Sakkal Majalla"/>
              </a:rPr>
              <a:t>غير مفيدة إطلاقًا</a:t>
            </a:r>
            <a:endParaRPr sz="1200" b="0" i="0" u="none" strike="noStrike" cap="none">
              <a:solidFill>
                <a:schemeClr val="dk1"/>
              </a:solidFill>
              <a:latin typeface="Sakkal Majalla"/>
              <a:ea typeface="Sakkal Majalla"/>
              <a:cs typeface="Sakkal Majalla"/>
              <a:sym typeface="Sakkal Majalla"/>
            </a:endParaRPr>
          </a:p>
          <a:p>
            <a:pPr marL="0" marR="0" lvl="0" indent="0" algn="r" rtl="0">
              <a:spcBef>
                <a:spcPts val="0"/>
              </a:spcBef>
              <a:spcAft>
                <a:spcPts val="0"/>
              </a:spcAft>
              <a:buNone/>
            </a:pPr>
            <a:r>
              <a:rPr lang="ar-SA" sz="1200" b="0" i="0" u="none" strike="noStrike" cap="none">
                <a:solidFill>
                  <a:schemeClr val="dk1"/>
                </a:solidFill>
                <a:latin typeface="Sakkal Majalla"/>
                <a:ea typeface="Sakkal Majalla"/>
                <a:cs typeface="Sakkal Majalla"/>
                <a:sym typeface="Sakkal Majalla"/>
              </a:rPr>
              <a:t>غير مفيدة نوعًا ما</a:t>
            </a:r>
            <a:endParaRPr sz="1200" b="0" i="0" u="none" strike="noStrike" cap="none">
              <a:solidFill>
                <a:schemeClr val="dk1"/>
              </a:solidFill>
              <a:latin typeface="Sakkal Majalla"/>
              <a:ea typeface="Sakkal Majalla"/>
              <a:cs typeface="Sakkal Majalla"/>
              <a:sym typeface="Sakkal Majalla"/>
            </a:endParaRPr>
          </a:p>
          <a:p>
            <a:pPr marL="0" marR="0" lvl="0" indent="0" algn="r" rtl="0">
              <a:spcBef>
                <a:spcPts val="0"/>
              </a:spcBef>
              <a:spcAft>
                <a:spcPts val="0"/>
              </a:spcAft>
              <a:buNone/>
            </a:pPr>
            <a:r>
              <a:rPr lang="ar-SA" sz="1200" b="0" i="0" u="none" strike="noStrike" cap="none">
                <a:solidFill>
                  <a:schemeClr val="dk1"/>
                </a:solidFill>
                <a:latin typeface="Sakkal Majalla"/>
                <a:ea typeface="Sakkal Majalla"/>
                <a:cs typeface="Sakkal Majalla"/>
                <a:sym typeface="Sakkal Majalla"/>
              </a:rPr>
              <a:t>متوسطة الفائدة</a:t>
            </a:r>
            <a:endParaRPr sz="1200" b="0" i="0" u="none" strike="noStrike" cap="none">
              <a:solidFill>
                <a:schemeClr val="dk1"/>
              </a:solidFill>
              <a:latin typeface="Sakkal Majalla"/>
              <a:ea typeface="Sakkal Majalla"/>
              <a:cs typeface="Sakkal Majalla"/>
              <a:sym typeface="Sakkal Majalla"/>
            </a:endParaRPr>
          </a:p>
          <a:p>
            <a:pPr marL="0" marR="0" lvl="0" indent="0" algn="r" rtl="0">
              <a:spcBef>
                <a:spcPts val="0"/>
              </a:spcBef>
              <a:spcAft>
                <a:spcPts val="0"/>
              </a:spcAft>
              <a:buNone/>
            </a:pPr>
            <a:r>
              <a:rPr lang="ar-SA" sz="1200" b="0" i="0" u="none" strike="noStrike" cap="none">
                <a:solidFill>
                  <a:schemeClr val="dk1"/>
                </a:solidFill>
                <a:latin typeface="Sakkal Majalla"/>
                <a:ea typeface="Sakkal Majalla"/>
                <a:cs typeface="Sakkal Majalla"/>
                <a:sym typeface="Sakkal Majalla"/>
              </a:rPr>
              <a:t>مفيدة</a:t>
            </a:r>
            <a:endParaRPr sz="1200" b="0" i="0" u="none" strike="noStrike" cap="none">
              <a:solidFill>
                <a:schemeClr val="dk1"/>
              </a:solidFill>
              <a:latin typeface="Sakkal Majalla"/>
              <a:ea typeface="Sakkal Majalla"/>
              <a:cs typeface="Sakkal Majalla"/>
              <a:sym typeface="Sakkal Majalla"/>
            </a:endParaRPr>
          </a:p>
          <a:p>
            <a:pPr marL="0" marR="0" lvl="0" indent="0" algn="r" rtl="0">
              <a:spcBef>
                <a:spcPts val="0"/>
              </a:spcBef>
              <a:spcAft>
                <a:spcPts val="0"/>
              </a:spcAft>
              <a:buNone/>
            </a:pPr>
            <a:r>
              <a:rPr lang="ar-SA" sz="1200" b="0" i="0" u="none" strike="noStrike" cap="none">
                <a:solidFill>
                  <a:schemeClr val="dk1"/>
                </a:solidFill>
                <a:latin typeface="Sakkal Majalla"/>
                <a:ea typeface="Sakkal Majalla"/>
                <a:cs typeface="Sakkal Majalla"/>
                <a:sym typeface="Sakkal Majalla"/>
              </a:rPr>
              <a:t>مفيدة جدًا</a:t>
            </a:r>
            <a:endParaRPr sz="1200" b="0" i="0" u="none" strike="noStrike" cap="none">
              <a:solidFill>
                <a:schemeClr val="dk1"/>
              </a:solidFill>
              <a:latin typeface="Sakkal Majalla"/>
              <a:ea typeface="Sakkal Majalla"/>
              <a:cs typeface="Sakkal Majalla"/>
              <a:sym typeface="Sakkal Majalla"/>
            </a:endParaRPr>
          </a:p>
          <a:p>
            <a:pPr marL="0" marR="0" lvl="0" indent="0" algn="r" rtl="0">
              <a:spcBef>
                <a:spcPts val="0"/>
              </a:spcBef>
              <a:spcAft>
                <a:spcPts val="0"/>
              </a:spcAft>
              <a:buNone/>
            </a:pPr>
            <a:endParaRPr sz="1200" b="0" i="0" u="none" strike="noStrike" cap="none">
              <a:solidFill>
                <a:schemeClr val="dk1"/>
              </a:solidFill>
              <a:latin typeface="Sakkal Majalla"/>
              <a:ea typeface="Sakkal Majalla"/>
              <a:cs typeface="Sakkal Majalla"/>
              <a:sym typeface="Sakkal Majalla"/>
            </a:endParaRPr>
          </a:p>
          <a:p>
            <a:pPr marL="0" marR="0" lvl="0" indent="0" algn="r" rtl="0">
              <a:spcBef>
                <a:spcPts val="0"/>
              </a:spcBef>
              <a:spcAft>
                <a:spcPts val="0"/>
              </a:spcAft>
              <a:buNone/>
            </a:pPr>
            <a:r>
              <a:rPr lang="ar-SA" sz="1200" b="1" i="0" u="none" strike="noStrike" cap="none">
                <a:solidFill>
                  <a:schemeClr val="dk1"/>
                </a:solidFill>
                <a:latin typeface="Sakkal Majalla"/>
                <a:ea typeface="Sakkal Majalla"/>
                <a:cs typeface="Sakkal Majalla"/>
                <a:sym typeface="Sakkal Majalla"/>
              </a:rPr>
              <a:t>السؤال الخامس: رضاك العام عن البرنامج التدريبي</a:t>
            </a:r>
            <a:br>
              <a:rPr lang="ar-SA" sz="1200" b="0" i="0" u="none" strike="noStrike" cap="none">
                <a:solidFill>
                  <a:schemeClr val="dk1"/>
                </a:solidFill>
                <a:latin typeface="Sakkal Majalla"/>
                <a:ea typeface="Sakkal Majalla"/>
                <a:cs typeface="Sakkal Majalla"/>
                <a:sym typeface="Sakkal Majalla"/>
              </a:rPr>
            </a:br>
            <a:r>
              <a:rPr lang="ar-SA" sz="1200" b="0" i="0" u="none" strike="noStrike" cap="none">
                <a:solidFill>
                  <a:schemeClr val="dk1"/>
                </a:solidFill>
                <a:latin typeface="Sakkal Majalla"/>
                <a:ea typeface="Sakkal Majalla"/>
                <a:cs typeface="Sakkal Majalla"/>
                <a:sym typeface="Sakkal Majalla"/>
              </a:rPr>
              <a:t>5- بشكل عام، كيف تقيّم جودة البرنامج التدريبي مقارنة بتوقعاتك؟</a:t>
            </a:r>
            <a:endParaRPr sz="1200" b="0" i="0" u="none" strike="noStrike" cap="none">
              <a:solidFill>
                <a:schemeClr val="dk1"/>
              </a:solidFill>
              <a:latin typeface="Sakkal Majalla"/>
              <a:ea typeface="Sakkal Majalla"/>
              <a:cs typeface="Sakkal Majalla"/>
              <a:sym typeface="Sakkal Majalla"/>
            </a:endParaRPr>
          </a:p>
          <a:p>
            <a:pPr marL="0" marR="0" lvl="0" indent="0" algn="r" rtl="0">
              <a:spcBef>
                <a:spcPts val="0"/>
              </a:spcBef>
              <a:spcAft>
                <a:spcPts val="0"/>
              </a:spcAft>
              <a:buNone/>
            </a:pPr>
            <a:r>
              <a:rPr lang="ar-SA" sz="1200" b="0" i="0" u="none" strike="noStrike" cap="none">
                <a:solidFill>
                  <a:schemeClr val="dk1"/>
                </a:solidFill>
                <a:latin typeface="Sakkal Majalla"/>
                <a:ea typeface="Sakkal Majalla"/>
                <a:cs typeface="Sakkal Majalla"/>
                <a:sym typeface="Sakkal Majalla"/>
              </a:rPr>
              <a:t>خيارات الإجابة:</a:t>
            </a:r>
            <a:endParaRPr/>
          </a:p>
          <a:p>
            <a:pPr marL="0" marR="0" lvl="0" indent="0" algn="r" rtl="0">
              <a:spcBef>
                <a:spcPts val="0"/>
              </a:spcBef>
              <a:spcAft>
                <a:spcPts val="0"/>
              </a:spcAft>
              <a:buNone/>
            </a:pPr>
            <a:r>
              <a:rPr lang="ar-SA" sz="1200" b="0" i="0" u="none" strike="noStrike" cap="none">
                <a:solidFill>
                  <a:schemeClr val="dk1"/>
                </a:solidFill>
                <a:latin typeface="Sakkal Majalla"/>
                <a:ea typeface="Sakkal Majalla"/>
                <a:cs typeface="Sakkal Majalla"/>
                <a:sym typeface="Sakkal Majalla"/>
              </a:rPr>
              <a:t>غير راضٍ إطلاقًا</a:t>
            </a:r>
            <a:endParaRPr sz="1200" b="0" i="0" u="none" strike="noStrike" cap="none">
              <a:solidFill>
                <a:schemeClr val="dk1"/>
              </a:solidFill>
              <a:latin typeface="Sakkal Majalla"/>
              <a:ea typeface="Sakkal Majalla"/>
              <a:cs typeface="Sakkal Majalla"/>
              <a:sym typeface="Sakkal Majalla"/>
            </a:endParaRPr>
          </a:p>
          <a:p>
            <a:pPr marL="0" marR="0" lvl="0" indent="0" algn="r" rtl="0">
              <a:spcBef>
                <a:spcPts val="0"/>
              </a:spcBef>
              <a:spcAft>
                <a:spcPts val="0"/>
              </a:spcAft>
              <a:buNone/>
            </a:pPr>
            <a:r>
              <a:rPr lang="ar-SA" sz="1200" b="0" i="0" u="none" strike="noStrike" cap="none">
                <a:solidFill>
                  <a:schemeClr val="dk1"/>
                </a:solidFill>
                <a:latin typeface="Sakkal Majalla"/>
                <a:ea typeface="Sakkal Majalla"/>
                <a:cs typeface="Sakkal Majalla"/>
                <a:sym typeface="Sakkal Majalla"/>
              </a:rPr>
              <a:t>غير راضٍ</a:t>
            </a:r>
            <a:endParaRPr sz="1200" b="0" i="0" u="none" strike="noStrike" cap="none">
              <a:solidFill>
                <a:schemeClr val="dk1"/>
              </a:solidFill>
              <a:latin typeface="Sakkal Majalla"/>
              <a:ea typeface="Sakkal Majalla"/>
              <a:cs typeface="Sakkal Majalla"/>
              <a:sym typeface="Sakkal Majalla"/>
            </a:endParaRPr>
          </a:p>
          <a:p>
            <a:pPr marL="0" marR="0" lvl="0" indent="0" algn="r" rtl="0">
              <a:spcBef>
                <a:spcPts val="0"/>
              </a:spcBef>
              <a:spcAft>
                <a:spcPts val="0"/>
              </a:spcAft>
              <a:buNone/>
            </a:pPr>
            <a:r>
              <a:rPr lang="ar-SA" sz="1200" b="0" i="0" u="none" strike="noStrike" cap="none">
                <a:solidFill>
                  <a:schemeClr val="dk1"/>
                </a:solidFill>
                <a:latin typeface="Sakkal Majalla"/>
                <a:ea typeface="Sakkal Majalla"/>
                <a:cs typeface="Sakkal Majalla"/>
                <a:sym typeface="Sakkal Majalla"/>
              </a:rPr>
              <a:t>محايد</a:t>
            </a:r>
            <a:endParaRPr sz="1200" b="0" i="0" u="none" strike="noStrike" cap="none">
              <a:solidFill>
                <a:schemeClr val="dk1"/>
              </a:solidFill>
              <a:latin typeface="Sakkal Majalla"/>
              <a:ea typeface="Sakkal Majalla"/>
              <a:cs typeface="Sakkal Majalla"/>
              <a:sym typeface="Sakkal Majalla"/>
            </a:endParaRPr>
          </a:p>
          <a:p>
            <a:pPr marL="0" marR="0" lvl="0" indent="0" algn="r" rtl="0">
              <a:spcBef>
                <a:spcPts val="0"/>
              </a:spcBef>
              <a:spcAft>
                <a:spcPts val="0"/>
              </a:spcAft>
              <a:buNone/>
            </a:pPr>
            <a:r>
              <a:rPr lang="ar-SA" sz="1200" b="0" i="0" u="none" strike="noStrike" cap="none">
                <a:solidFill>
                  <a:schemeClr val="dk1"/>
                </a:solidFill>
                <a:latin typeface="Sakkal Majalla"/>
                <a:ea typeface="Sakkal Majalla"/>
                <a:cs typeface="Sakkal Majalla"/>
                <a:sym typeface="Sakkal Majalla"/>
              </a:rPr>
              <a:t>راضٍ</a:t>
            </a:r>
            <a:endParaRPr sz="1200" b="0" i="0" u="none" strike="noStrike" cap="none">
              <a:solidFill>
                <a:schemeClr val="dk1"/>
              </a:solidFill>
              <a:latin typeface="Sakkal Majalla"/>
              <a:ea typeface="Sakkal Majalla"/>
              <a:cs typeface="Sakkal Majalla"/>
              <a:sym typeface="Sakkal Majalla"/>
            </a:endParaRPr>
          </a:p>
          <a:p>
            <a:pPr marL="0" marR="0" lvl="0" indent="0" algn="r" rtl="0">
              <a:spcBef>
                <a:spcPts val="0"/>
              </a:spcBef>
              <a:spcAft>
                <a:spcPts val="0"/>
              </a:spcAft>
              <a:buNone/>
            </a:pPr>
            <a:r>
              <a:rPr lang="ar-SA" sz="1200" b="0" i="0" u="none" strike="noStrike" cap="none">
                <a:solidFill>
                  <a:schemeClr val="dk1"/>
                </a:solidFill>
                <a:latin typeface="Sakkal Majalla"/>
                <a:ea typeface="Sakkal Majalla"/>
                <a:cs typeface="Sakkal Majalla"/>
                <a:sym typeface="Sakkal Majalla"/>
              </a:rPr>
              <a:t>راضٍ جدً</a:t>
            </a:r>
            <a:endParaRPr sz="1200" b="0" i="0" u="none" strike="noStrike" cap="none">
              <a:solidFill>
                <a:schemeClr val="dk1"/>
              </a:solidFill>
              <a:latin typeface="Sakkal Majalla"/>
              <a:ea typeface="Sakkal Majalla"/>
              <a:cs typeface="Sakkal Majalla"/>
              <a:sym typeface="Sakkal Majalla"/>
            </a:endParaRPr>
          </a:p>
        </p:txBody>
      </p:sp>
    </p:spTree>
  </p:cSld>
  <p:clrMapOvr>
    <a:masterClrMapping/>
  </p:clrMapOvr>
  <p:transition spd="med"/>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16553"/>
        <p:cNvGrpSpPr/>
        <p:nvPr/>
      </p:nvGrpSpPr>
      <p:grpSpPr>
        <a:xfrm>
          <a:off x="0" y="0"/>
          <a:ext cx="0" cy="0"/>
          <a:chOff x="0" y="0"/>
          <a:chExt cx="0" cy="0"/>
        </a:xfrm>
      </p:grpSpPr>
      <p:sp>
        <p:nvSpPr>
          <p:cNvPr id="16554" name="Google Shape;16554;p423"/>
          <p:cNvSpPr txBox="1"/>
          <p:nvPr/>
        </p:nvSpPr>
        <p:spPr>
          <a:xfrm flipH="1">
            <a:off x="724415" y="157767"/>
            <a:ext cx="10743169" cy="830045"/>
          </a:xfrm>
          <a:prstGeom prst="rect">
            <a:avLst/>
          </a:prstGeom>
          <a:noFill/>
          <a:ln>
            <a:noFill/>
          </a:ln>
        </p:spPr>
        <p:txBody>
          <a:bodyPr spcFirstLastPara="1" wrap="square" lIns="0" tIns="0" rIns="0" bIns="0" anchor="ctr" anchorCtr="0">
            <a:normAutofit/>
          </a:bodyPr>
          <a:lstStyle/>
          <a:p>
            <a:pPr marL="0" marR="0" lvl="0" indent="0" algn="r" rtl="1">
              <a:lnSpc>
                <a:spcPct val="90000"/>
              </a:lnSpc>
              <a:spcBef>
                <a:spcPts val="0"/>
              </a:spcBef>
              <a:spcAft>
                <a:spcPts val="0"/>
              </a:spcAft>
              <a:buClr>
                <a:srgbClr val="008657"/>
              </a:buClr>
              <a:buSzPts val="2800"/>
              <a:buFont typeface="Helvetica Neue"/>
              <a:buNone/>
            </a:pPr>
            <a:r>
              <a:rPr lang="ar-SA" sz="2600" b="0" i="0" u="none" strike="noStrike" cap="none">
                <a:solidFill>
                  <a:srgbClr val="008657"/>
                </a:solidFill>
                <a:latin typeface="Sakkal Majalla"/>
                <a:ea typeface="Sakkal Majalla"/>
                <a:cs typeface="Sakkal Majalla"/>
                <a:sym typeface="Sakkal Majalla"/>
              </a:rPr>
              <a:t>نموذج الاستبانة</a:t>
            </a:r>
            <a:endParaRPr sz="2600" b="0" i="0" u="none" strike="noStrike" cap="none">
              <a:solidFill>
                <a:srgbClr val="008657"/>
              </a:solidFill>
              <a:latin typeface="Sakkal Majalla"/>
              <a:ea typeface="Sakkal Majalla"/>
              <a:cs typeface="Sakkal Majalla"/>
              <a:sym typeface="Sakkal Majalla"/>
            </a:endParaRPr>
          </a:p>
        </p:txBody>
      </p:sp>
      <p:sp>
        <p:nvSpPr>
          <p:cNvPr id="16555" name="Google Shape;16555;p423"/>
          <p:cNvSpPr txBox="1"/>
          <p:nvPr/>
        </p:nvSpPr>
        <p:spPr>
          <a:xfrm flipH="1">
            <a:off x="5380892" y="720693"/>
            <a:ext cx="6086692" cy="443733"/>
          </a:xfrm>
          <a:prstGeom prst="rect">
            <a:avLst/>
          </a:prstGeom>
          <a:noFill/>
          <a:ln>
            <a:noFill/>
          </a:ln>
        </p:spPr>
        <p:txBody>
          <a:bodyPr spcFirstLastPara="1" wrap="square" lIns="0" tIns="0" rIns="0" bIns="0" anchor="t" anchorCtr="0">
            <a:noAutofit/>
          </a:bodyPr>
          <a:lstStyle/>
          <a:p>
            <a:pPr marL="0" marR="0" lvl="0" indent="0" algn="r" rtl="1">
              <a:lnSpc>
                <a:spcPct val="90000"/>
              </a:lnSpc>
              <a:spcBef>
                <a:spcPts val="1000"/>
              </a:spcBef>
              <a:spcAft>
                <a:spcPts val="0"/>
              </a:spcAft>
              <a:buClr>
                <a:srgbClr val="9D915D"/>
              </a:buClr>
              <a:buSzPts val="2000"/>
              <a:buFont typeface="Arial"/>
              <a:buNone/>
            </a:pPr>
            <a:r>
              <a:rPr lang="ar-SA" sz="2000" b="1" i="0" u="none" strike="noStrike" cap="none">
                <a:solidFill>
                  <a:srgbClr val="9D915D"/>
                </a:solidFill>
                <a:latin typeface="Sakkal Majalla"/>
                <a:ea typeface="Sakkal Majalla"/>
                <a:cs typeface="Sakkal Majalla"/>
                <a:sym typeface="Sakkal Majalla"/>
              </a:rPr>
              <a:t>الاختبارات القبلية والبعدية</a:t>
            </a:r>
            <a:endParaRPr sz="1600" b="1" i="0" u="none" strike="noStrike" cap="none">
              <a:solidFill>
                <a:schemeClr val="dk1"/>
              </a:solidFill>
              <a:latin typeface="Sakkal Majalla"/>
              <a:ea typeface="Sakkal Majalla"/>
              <a:cs typeface="Sakkal Majalla"/>
              <a:sym typeface="Sakkal Majalla"/>
            </a:endParaRPr>
          </a:p>
        </p:txBody>
      </p:sp>
      <p:sp>
        <p:nvSpPr>
          <p:cNvPr id="16556" name="Google Shape;16556;p423"/>
          <p:cNvSpPr/>
          <p:nvPr/>
        </p:nvSpPr>
        <p:spPr>
          <a:xfrm>
            <a:off x="547688" y="1207007"/>
            <a:ext cx="11087100" cy="4788679"/>
          </a:xfrm>
          <a:prstGeom prst="rect">
            <a:avLst/>
          </a:prstGeom>
          <a:solidFill>
            <a:srgbClr val="F0EBE0"/>
          </a:solidFill>
          <a:ln>
            <a:noFill/>
          </a:ln>
        </p:spPr>
        <p:txBody>
          <a:bodyPr spcFirstLastPara="1" wrap="square" lIns="91425" tIns="45700" rIns="91425" bIns="45700" anchor="ctr" anchorCtr="0">
            <a:noAutofit/>
          </a:bodyPr>
          <a:lstStyle/>
          <a:p>
            <a:pPr marL="0" marR="0" lvl="0" indent="0" algn="ctr" rtl="1">
              <a:spcBef>
                <a:spcPts val="0"/>
              </a:spcBef>
              <a:spcAft>
                <a:spcPts val="0"/>
              </a:spcAft>
              <a:buNone/>
            </a:pPr>
            <a:endParaRPr sz="1800" b="0" i="0" u="none" strike="noStrike" cap="none">
              <a:solidFill>
                <a:schemeClr val="dk1"/>
              </a:solidFill>
              <a:latin typeface="Sakkal Majalla"/>
              <a:ea typeface="Sakkal Majalla"/>
              <a:cs typeface="Sakkal Majalla"/>
              <a:sym typeface="Sakkal Majalla"/>
            </a:endParaRPr>
          </a:p>
        </p:txBody>
      </p:sp>
      <p:sp>
        <p:nvSpPr>
          <p:cNvPr id="16557" name="Google Shape;16557;p423"/>
          <p:cNvSpPr txBox="1"/>
          <p:nvPr/>
        </p:nvSpPr>
        <p:spPr>
          <a:xfrm>
            <a:off x="3520440" y="1298448"/>
            <a:ext cx="7415784" cy="3346704"/>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1600"/>
              <a:buFont typeface="Sakkal Majalla"/>
              <a:buNone/>
            </a:pPr>
            <a:endParaRPr sz="1600" b="0" i="0" u="none" strike="noStrike" cap="none">
              <a:solidFill>
                <a:schemeClr val="dk1"/>
              </a:solidFill>
              <a:latin typeface="Sakkal Majalla"/>
              <a:ea typeface="Sakkal Majalla"/>
              <a:cs typeface="Sakkal Majalla"/>
              <a:sym typeface="Sakkal Majalla"/>
            </a:endParaRPr>
          </a:p>
        </p:txBody>
      </p:sp>
      <p:sp>
        <p:nvSpPr>
          <p:cNvPr id="16558" name="Google Shape;16558;p423"/>
          <p:cNvSpPr txBox="1"/>
          <p:nvPr/>
        </p:nvSpPr>
        <p:spPr>
          <a:xfrm>
            <a:off x="5657088" y="1416822"/>
            <a:ext cx="5753034" cy="5751576"/>
          </a:xfrm>
          <a:prstGeom prst="rect">
            <a:avLst/>
          </a:prstGeom>
          <a:noFill/>
          <a:ln>
            <a:noFill/>
          </a:ln>
        </p:spPr>
        <p:txBody>
          <a:bodyPr spcFirstLastPara="1" wrap="square" lIns="0" tIns="0" rIns="0" bIns="0" anchor="t" anchorCtr="0">
            <a:noAutofit/>
          </a:bodyPr>
          <a:lstStyle/>
          <a:p>
            <a:pPr marL="0" marR="0" lvl="0" indent="0" algn="r" rtl="0">
              <a:spcBef>
                <a:spcPts val="0"/>
              </a:spcBef>
              <a:spcAft>
                <a:spcPts val="0"/>
              </a:spcAft>
              <a:buNone/>
            </a:pPr>
            <a:r>
              <a:rPr lang="ar-SA" sz="1200" b="1" i="0" u="none" strike="noStrike" cap="none">
                <a:solidFill>
                  <a:schemeClr val="dk1"/>
                </a:solidFill>
                <a:latin typeface="Sakkal Majalla"/>
                <a:ea typeface="Sakkal Majalla"/>
                <a:cs typeface="Sakkal Majalla"/>
                <a:sym typeface="Sakkal Majalla"/>
              </a:rPr>
              <a:t>السؤال 1</a:t>
            </a:r>
            <a:endParaRPr sz="1200" b="0" i="0" u="none" strike="noStrike" cap="none">
              <a:solidFill>
                <a:schemeClr val="dk1"/>
              </a:solidFill>
              <a:latin typeface="Sakkal Majalla"/>
              <a:ea typeface="Sakkal Majalla"/>
              <a:cs typeface="Sakkal Majalla"/>
              <a:sym typeface="Sakkal Majalla"/>
            </a:endParaRPr>
          </a:p>
          <a:p>
            <a:pPr marL="0" marR="0" lvl="0" indent="0" algn="r" rtl="0">
              <a:spcBef>
                <a:spcPts val="0"/>
              </a:spcBef>
              <a:spcAft>
                <a:spcPts val="0"/>
              </a:spcAft>
              <a:buNone/>
            </a:pPr>
            <a:r>
              <a:rPr lang="ar-SA" sz="1200" b="1" i="0" u="none" strike="noStrike" cap="none">
                <a:solidFill>
                  <a:schemeClr val="dk1"/>
                </a:solidFill>
                <a:latin typeface="Sakkal Majalla"/>
                <a:ea typeface="Sakkal Majalla"/>
                <a:cs typeface="Sakkal Majalla"/>
                <a:sym typeface="Sakkal Majalla"/>
              </a:rPr>
              <a:t>أي من الخيارات التالية يعبّر بشكل دقيق عن الهدف الرئيس من بروتوكولات التفتيش ومنهجيات التصنيف في وزارة الصحة؟</a:t>
            </a:r>
            <a:endParaRPr sz="1200" b="0" i="0" u="none" strike="noStrike" cap="none">
              <a:solidFill>
                <a:schemeClr val="dk1"/>
              </a:solidFill>
              <a:latin typeface="Sakkal Majalla"/>
              <a:ea typeface="Sakkal Majalla"/>
              <a:cs typeface="Sakkal Majalla"/>
              <a:sym typeface="Sakkal Majalla"/>
            </a:endParaRPr>
          </a:p>
          <a:p>
            <a:pPr marL="0" marR="0" lvl="0" indent="0" algn="r" rtl="0">
              <a:spcBef>
                <a:spcPts val="0"/>
              </a:spcBef>
              <a:spcAft>
                <a:spcPts val="0"/>
              </a:spcAft>
              <a:buNone/>
            </a:pPr>
            <a:r>
              <a:rPr lang="ar-SA" sz="1200" b="0" i="0" u="none" strike="noStrike" cap="none">
                <a:solidFill>
                  <a:schemeClr val="dk1"/>
                </a:solidFill>
                <a:latin typeface="Sakkal Majalla"/>
                <a:ea typeface="Sakkal Majalla"/>
                <a:cs typeface="Sakkal Majalla"/>
                <a:sym typeface="Sakkal Majalla"/>
              </a:rPr>
              <a:t>أ) إصدار العقوبات على المنشآت الصحية</a:t>
            </a:r>
            <a:br>
              <a:rPr lang="ar-SA" sz="1200" b="0" i="0" u="none" strike="noStrike" cap="none">
                <a:solidFill>
                  <a:schemeClr val="dk1"/>
                </a:solidFill>
                <a:latin typeface="Sakkal Majalla"/>
                <a:ea typeface="Sakkal Majalla"/>
                <a:cs typeface="Sakkal Majalla"/>
                <a:sym typeface="Sakkal Majalla"/>
              </a:rPr>
            </a:br>
            <a:r>
              <a:rPr lang="ar-SA" sz="1200" b="0" i="0" u="none" strike="noStrike" cap="none">
                <a:solidFill>
                  <a:schemeClr val="dk1"/>
                </a:solidFill>
                <a:latin typeface="Sakkal Majalla"/>
                <a:ea typeface="Sakkal Majalla"/>
                <a:cs typeface="Sakkal Majalla"/>
                <a:sym typeface="Sakkal Majalla"/>
              </a:rPr>
              <a:t>ب) دعم اتخاذ القرارات المبنية على الأدلة وتحسين جودة الرعاية</a:t>
            </a:r>
            <a:br>
              <a:rPr lang="ar-SA" sz="1200" b="0" i="0" u="none" strike="noStrike" cap="none">
                <a:solidFill>
                  <a:schemeClr val="dk1"/>
                </a:solidFill>
                <a:latin typeface="Sakkal Majalla"/>
                <a:ea typeface="Sakkal Majalla"/>
                <a:cs typeface="Sakkal Majalla"/>
                <a:sym typeface="Sakkal Majalla"/>
              </a:rPr>
            </a:br>
            <a:r>
              <a:rPr lang="ar-SA" sz="1200" b="0" i="0" u="none" strike="noStrike" cap="none">
                <a:solidFill>
                  <a:schemeClr val="dk1"/>
                </a:solidFill>
                <a:latin typeface="Sakkal Majalla"/>
                <a:ea typeface="Sakkal Majalla"/>
                <a:cs typeface="Sakkal Majalla"/>
                <a:sym typeface="Sakkal Majalla"/>
              </a:rPr>
              <a:t>ج) تقييم رضا المرضى عن الخدمات</a:t>
            </a:r>
            <a:br>
              <a:rPr lang="ar-SA" sz="1200" b="0" i="0" u="none" strike="noStrike" cap="none">
                <a:solidFill>
                  <a:schemeClr val="dk1"/>
                </a:solidFill>
                <a:latin typeface="Sakkal Majalla"/>
                <a:ea typeface="Sakkal Majalla"/>
                <a:cs typeface="Sakkal Majalla"/>
                <a:sym typeface="Sakkal Majalla"/>
              </a:rPr>
            </a:br>
            <a:r>
              <a:rPr lang="ar-SA" sz="1200" b="0" i="0" u="none" strike="noStrike" cap="none">
                <a:solidFill>
                  <a:schemeClr val="dk1"/>
                </a:solidFill>
                <a:latin typeface="Sakkal Majalla"/>
                <a:ea typeface="Sakkal Majalla"/>
                <a:cs typeface="Sakkal Majalla"/>
                <a:sym typeface="Sakkal Majalla"/>
              </a:rPr>
              <a:t>د) تحسين سرعة إنجاز الزيارات فقط</a:t>
            </a:r>
            <a:endParaRPr/>
          </a:p>
          <a:p>
            <a:pPr marL="0" marR="0" lvl="0" indent="0" algn="r" rtl="0">
              <a:spcBef>
                <a:spcPts val="0"/>
              </a:spcBef>
              <a:spcAft>
                <a:spcPts val="0"/>
              </a:spcAft>
              <a:buNone/>
            </a:pPr>
            <a:endParaRPr sz="1200" b="0" i="0" u="none" strike="noStrike" cap="none">
              <a:solidFill>
                <a:schemeClr val="dk1"/>
              </a:solidFill>
              <a:latin typeface="Sakkal Majalla"/>
              <a:ea typeface="Sakkal Majalla"/>
              <a:cs typeface="Sakkal Majalla"/>
              <a:sym typeface="Sakkal Majalla"/>
            </a:endParaRPr>
          </a:p>
          <a:p>
            <a:pPr marL="0" marR="0" lvl="0" indent="0" algn="r" rtl="0">
              <a:spcBef>
                <a:spcPts val="0"/>
              </a:spcBef>
              <a:spcAft>
                <a:spcPts val="0"/>
              </a:spcAft>
              <a:buNone/>
            </a:pPr>
            <a:r>
              <a:rPr lang="ar-SA" sz="1200" b="1" i="0" u="none" strike="noStrike" cap="none">
                <a:solidFill>
                  <a:schemeClr val="dk1"/>
                </a:solidFill>
                <a:latin typeface="Sakkal Majalla"/>
                <a:ea typeface="Sakkal Majalla"/>
                <a:cs typeface="Sakkal Majalla"/>
                <a:sym typeface="Sakkal Majalla"/>
              </a:rPr>
              <a:t>السؤال 2</a:t>
            </a:r>
            <a:endParaRPr sz="1200" b="0" i="0" u="none" strike="noStrike" cap="none">
              <a:solidFill>
                <a:schemeClr val="dk1"/>
              </a:solidFill>
              <a:latin typeface="Sakkal Majalla"/>
              <a:ea typeface="Sakkal Majalla"/>
              <a:cs typeface="Sakkal Majalla"/>
              <a:sym typeface="Sakkal Majalla"/>
            </a:endParaRPr>
          </a:p>
          <a:p>
            <a:pPr marL="0" marR="0" lvl="0" indent="0" algn="r" rtl="0">
              <a:spcBef>
                <a:spcPts val="0"/>
              </a:spcBef>
              <a:spcAft>
                <a:spcPts val="0"/>
              </a:spcAft>
              <a:buNone/>
            </a:pPr>
            <a:r>
              <a:rPr lang="ar-SA" sz="1200" b="1" i="0" u="none" strike="noStrike" cap="none">
                <a:solidFill>
                  <a:schemeClr val="dk1"/>
                </a:solidFill>
                <a:latin typeface="Sakkal Majalla"/>
                <a:ea typeface="Sakkal Majalla"/>
                <a:cs typeface="Sakkal Majalla"/>
                <a:sym typeface="Sakkal Majalla"/>
              </a:rPr>
              <a:t>عند البدء بعملية التفتيش، ما هو الإجراء الأول الذي يجب على المفتش اتخاذه لضمان الالتزام بالمتطلبات التنظيمية؟</a:t>
            </a:r>
            <a:endParaRPr sz="1200" b="0" i="0" u="none" strike="noStrike" cap="none">
              <a:solidFill>
                <a:schemeClr val="dk1"/>
              </a:solidFill>
              <a:latin typeface="Sakkal Majalla"/>
              <a:ea typeface="Sakkal Majalla"/>
              <a:cs typeface="Sakkal Majalla"/>
              <a:sym typeface="Sakkal Majalla"/>
            </a:endParaRPr>
          </a:p>
          <a:p>
            <a:pPr marL="0" marR="0" lvl="0" indent="0" algn="r" rtl="0">
              <a:spcBef>
                <a:spcPts val="0"/>
              </a:spcBef>
              <a:spcAft>
                <a:spcPts val="0"/>
              </a:spcAft>
              <a:buNone/>
            </a:pPr>
            <a:r>
              <a:rPr lang="ar-SA" sz="1200" b="0" i="0" u="none" strike="noStrike" cap="none">
                <a:solidFill>
                  <a:schemeClr val="dk1"/>
                </a:solidFill>
                <a:latin typeface="Sakkal Majalla"/>
                <a:ea typeface="Sakkal Majalla"/>
                <a:cs typeface="Sakkal Majalla"/>
                <a:sym typeface="Sakkal Majalla"/>
              </a:rPr>
              <a:t>أ) تسجيل الملاحظات فور الوصول</a:t>
            </a:r>
            <a:br>
              <a:rPr lang="ar-SA" sz="1200" b="0" i="0" u="none" strike="noStrike" cap="none">
                <a:solidFill>
                  <a:schemeClr val="dk1"/>
                </a:solidFill>
                <a:latin typeface="Sakkal Majalla"/>
                <a:ea typeface="Sakkal Majalla"/>
                <a:cs typeface="Sakkal Majalla"/>
                <a:sym typeface="Sakkal Majalla"/>
              </a:rPr>
            </a:br>
            <a:r>
              <a:rPr lang="ar-SA" sz="1200" b="0" i="0" u="none" strike="noStrike" cap="none">
                <a:solidFill>
                  <a:schemeClr val="dk1"/>
                </a:solidFill>
                <a:latin typeface="Sakkal Majalla"/>
                <a:ea typeface="Sakkal Majalla"/>
                <a:cs typeface="Sakkal Majalla"/>
                <a:sym typeface="Sakkal Majalla"/>
              </a:rPr>
              <a:t>ب) مراجعة المعايير والمتطلبات قبل الزيارة</a:t>
            </a:r>
            <a:br>
              <a:rPr lang="ar-SA" sz="1200" b="0" i="0" u="none" strike="noStrike" cap="none">
                <a:solidFill>
                  <a:schemeClr val="dk1"/>
                </a:solidFill>
                <a:latin typeface="Sakkal Majalla"/>
                <a:ea typeface="Sakkal Majalla"/>
                <a:cs typeface="Sakkal Majalla"/>
                <a:sym typeface="Sakkal Majalla"/>
              </a:rPr>
            </a:br>
            <a:r>
              <a:rPr lang="ar-SA" sz="1200" b="0" i="0" u="none" strike="noStrike" cap="none">
                <a:solidFill>
                  <a:schemeClr val="dk1"/>
                </a:solidFill>
                <a:latin typeface="Sakkal Majalla"/>
                <a:ea typeface="Sakkal Majalla"/>
                <a:cs typeface="Sakkal Majalla"/>
                <a:sym typeface="Sakkal Majalla"/>
              </a:rPr>
              <a:t>ج) التواصل مع مدير المنشأة مباشرة</a:t>
            </a:r>
            <a:br>
              <a:rPr lang="ar-SA" sz="1200" b="0" i="0" u="none" strike="noStrike" cap="none">
                <a:solidFill>
                  <a:schemeClr val="dk1"/>
                </a:solidFill>
                <a:latin typeface="Sakkal Majalla"/>
                <a:ea typeface="Sakkal Majalla"/>
                <a:cs typeface="Sakkal Majalla"/>
                <a:sym typeface="Sakkal Majalla"/>
              </a:rPr>
            </a:br>
            <a:r>
              <a:rPr lang="ar-SA" sz="1200" b="0" i="0" u="none" strike="noStrike" cap="none">
                <a:solidFill>
                  <a:schemeClr val="dk1"/>
                </a:solidFill>
                <a:latin typeface="Sakkal Majalla"/>
                <a:ea typeface="Sakkal Majalla"/>
                <a:cs typeface="Sakkal Majalla"/>
                <a:sym typeface="Sakkal Majalla"/>
              </a:rPr>
              <a:t>د) مقارنة النتائج مع زيارات سابقة</a:t>
            </a:r>
            <a:endParaRPr/>
          </a:p>
          <a:p>
            <a:pPr marL="0" marR="0" lvl="0" indent="0" algn="r" rtl="0">
              <a:spcBef>
                <a:spcPts val="0"/>
              </a:spcBef>
              <a:spcAft>
                <a:spcPts val="0"/>
              </a:spcAft>
              <a:buNone/>
            </a:pPr>
            <a:endParaRPr sz="1200" b="0" i="0" u="none" strike="noStrike" cap="none">
              <a:solidFill>
                <a:schemeClr val="dk1"/>
              </a:solidFill>
              <a:latin typeface="Sakkal Majalla"/>
              <a:ea typeface="Sakkal Majalla"/>
              <a:cs typeface="Sakkal Majalla"/>
              <a:sym typeface="Sakkal Majalla"/>
            </a:endParaRPr>
          </a:p>
          <a:p>
            <a:pPr marL="0" marR="0" lvl="0" indent="0" algn="r" rtl="0">
              <a:spcBef>
                <a:spcPts val="0"/>
              </a:spcBef>
              <a:spcAft>
                <a:spcPts val="0"/>
              </a:spcAft>
              <a:buNone/>
            </a:pPr>
            <a:r>
              <a:rPr lang="ar-SA" sz="1200" b="1" i="0" u="none" strike="noStrike" cap="none">
                <a:solidFill>
                  <a:schemeClr val="dk1"/>
                </a:solidFill>
                <a:latin typeface="Sakkal Majalla"/>
                <a:ea typeface="Sakkal Majalla"/>
                <a:cs typeface="Sakkal Majalla"/>
                <a:sym typeface="Sakkal Majalla"/>
              </a:rPr>
              <a:t>السؤال 3</a:t>
            </a:r>
            <a:endParaRPr sz="1200" b="0" i="0" u="none" strike="noStrike" cap="none">
              <a:solidFill>
                <a:schemeClr val="dk1"/>
              </a:solidFill>
              <a:latin typeface="Sakkal Majalla"/>
              <a:ea typeface="Sakkal Majalla"/>
              <a:cs typeface="Sakkal Majalla"/>
              <a:sym typeface="Sakkal Majalla"/>
            </a:endParaRPr>
          </a:p>
          <a:p>
            <a:pPr marL="0" marR="0" lvl="0" indent="0" algn="r" rtl="0">
              <a:spcBef>
                <a:spcPts val="0"/>
              </a:spcBef>
              <a:spcAft>
                <a:spcPts val="0"/>
              </a:spcAft>
              <a:buNone/>
            </a:pPr>
            <a:r>
              <a:rPr lang="ar-SA" sz="1200" b="1" i="0" u="none" strike="noStrike" cap="none">
                <a:solidFill>
                  <a:schemeClr val="dk1"/>
                </a:solidFill>
                <a:latin typeface="Sakkal Majalla"/>
                <a:ea typeface="Sakkal Majalla"/>
                <a:cs typeface="Sakkal Majalla"/>
                <a:sym typeface="Sakkal Majalla"/>
              </a:rPr>
              <a:t>أي مما يلي يُعد مثالًا على ربط الملاحظات الميدانية بمعايير التصنيف بطريقة صحيحة؟</a:t>
            </a:r>
            <a:endParaRPr sz="1200" b="0" i="0" u="none" strike="noStrike" cap="none">
              <a:solidFill>
                <a:schemeClr val="dk1"/>
              </a:solidFill>
              <a:latin typeface="Sakkal Majalla"/>
              <a:ea typeface="Sakkal Majalla"/>
              <a:cs typeface="Sakkal Majalla"/>
              <a:sym typeface="Sakkal Majalla"/>
            </a:endParaRPr>
          </a:p>
          <a:p>
            <a:pPr marL="0" marR="0" lvl="0" indent="0" algn="r" rtl="0">
              <a:spcBef>
                <a:spcPts val="0"/>
              </a:spcBef>
              <a:spcAft>
                <a:spcPts val="0"/>
              </a:spcAft>
              <a:buNone/>
            </a:pPr>
            <a:r>
              <a:rPr lang="ar-SA" sz="1200" b="0" i="0" u="none" strike="noStrike" cap="none">
                <a:solidFill>
                  <a:schemeClr val="dk1"/>
                </a:solidFill>
                <a:latin typeface="Sakkal Majalla"/>
                <a:ea typeface="Sakkal Majalla"/>
                <a:cs typeface="Sakkal Majalla"/>
                <a:sym typeface="Sakkal Majalla"/>
              </a:rPr>
              <a:t>أ) كتابة الملاحظة كما هي دون تحليل</a:t>
            </a:r>
            <a:br>
              <a:rPr lang="ar-SA" sz="1200" b="0" i="0" u="none" strike="noStrike" cap="none">
                <a:solidFill>
                  <a:schemeClr val="dk1"/>
                </a:solidFill>
                <a:latin typeface="Sakkal Majalla"/>
                <a:ea typeface="Sakkal Majalla"/>
                <a:cs typeface="Sakkal Majalla"/>
                <a:sym typeface="Sakkal Majalla"/>
              </a:rPr>
            </a:br>
            <a:r>
              <a:rPr lang="ar-SA" sz="1200" b="0" i="0" u="none" strike="noStrike" cap="none">
                <a:solidFill>
                  <a:schemeClr val="dk1"/>
                </a:solidFill>
                <a:latin typeface="Sakkal Majalla"/>
                <a:ea typeface="Sakkal Majalla"/>
                <a:cs typeface="Sakkal Majalla"/>
                <a:sym typeface="Sakkal Majalla"/>
              </a:rPr>
              <a:t>ب) تحويل الملاحظة إلى درجة تصنيف مدعومة بدليل واضح</a:t>
            </a:r>
            <a:br>
              <a:rPr lang="ar-SA" sz="1200" b="0" i="0" u="none" strike="noStrike" cap="none">
                <a:solidFill>
                  <a:schemeClr val="dk1"/>
                </a:solidFill>
                <a:latin typeface="Sakkal Majalla"/>
                <a:ea typeface="Sakkal Majalla"/>
                <a:cs typeface="Sakkal Majalla"/>
                <a:sym typeface="Sakkal Majalla"/>
              </a:rPr>
            </a:br>
            <a:r>
              <a:rPr lang="ar-SA" sz="1200" b="0" i="0" u="none" strike="noStrike" cap="none">
                <a:solidFill>
                  <a:schemeClr val="dk1"/>
                </a:solidFill>
                <a:latin typeface="Sakkal Majalla"/>
                <a:ea typeface="Sakkal Majalla"/>
                <a:cs typeface="Sakkal Majalla"/>
                <a:sym typeface="Sakkal Majalla"/>
              </a:rPr>
              <a:t>ج) وضع درجة تقديرية حسب خبرة المفتش فقط</a:t>
            </a:r>
            <a:br>
              <a:rPr lang="ar-SA" sz="1200" b="0" i="0" u="none" strike="noStrike" cap="none">
                <a:solidFill>
                  <a:schemeClr val="dk1"/>
                </a:solidFill>
                <a:latin typeface="Sakkal Majalla"/>
                <a:ea typeface="Sakkal Majalla"/>
                <a:cs typeface="Sakkal Majalla"/>
                <a:sym typeface="Sakkal Majalla"/>
              </a:rPr>
            </a:br>
            <a:r>
              <a:rPr lang="ar-SA" sz="1200" b="0" i="0" u="none" strike="noStrike" cap="none">
                <a:solidFill>
                  <a:schemeClr val="dk1"/>
                </a:solidFill>
                <a:latin typeface="Sakkal Majalla"/>
                <a:ea typeface="Sakkal Majalla"/>
                <a:cs typeface="Sakkal Majalla"/>
                <a:sym typeface="Sakkal Majalla"/>
              </a:rPr>
              <a:t>د) استخدام تصنيف منشأة أخرى مشابهة</a:t>
            </a:r>
            <a:endParaRPr sz="1200" b="0" i="0" u="none" strike="noStrike" cap="none">
              <a:solidFill>
                <a:schemeClr val="dk1"/>
              </a:solidFill>
              <a:latin typeface="Sakkal Majalla"/>
              <a:ea typeface="Sakkal Majalla"/>
              <a:cs typeface="Sakkal Majalla"/>
              <a:sym typeface="Sakkal Majalla"/>
            </a:endParaRPr>
          </a:p>
          <a:p>
            <a:pPr marL="0" marR="0" lvl="0" indent="0" algn="r" rtl="0">
              <a:spcBef>
                <a:spcPts val="0"/>
              </a:spcBef>
              <a:spcAft>
                <a:spcPts val="0"/>
              </a:spcAft>
              <a:buNone/>
            </a:pPr>
            <a:endParaRPr sz="1200" b="0" i="0" u="none" strike="noStrike" cap="none">
              <a:solidFill>
                <a:schemeClr val="dk1"/>
              </a:solidFill>
              <a:latin typeface="Sakkal Majalla"/>
              <a:ea typeface="Sakkal Majalla"/>
              <a:cs typeface="Sakkal Majalla"/>
              <a:sym typeface="Sakkal Majalla"/>
            </a:endParaRPr>
          </a:p>
        </p:txBody>
      </p:sp>
      <p:sp>
        <p:nvSpPr>
          <p:cNvPr id="16559" name="Google Shape;16559;p423"/>
          <p:cNvSpPr txBox="1"/>
          <p:nvPr/>
        </p:nvSpPr>
        <p:spPr>
          <a:xfrm>
            <a:off x="-376428" y="1416822"/>
            <a:ext cx="6117336" cy="5751576"/>
          </a:xfrm>
          <a:prstGeom prst="rect">
            <a:avLst/>
          </a:prstGeom>
          <a:noFill/>
          <a:ln>
            <a:noFill/>
          </a:ln>
        </p:spPr>
        <p:txBody>
          <a:bodyPr spcFirstLastPara="1" wrap="square" lIns="0" tIns="0" rIns="0" bIns="0" anchor="t" anchorCtr="0">
            <a:noAutofit/>
          </a:bodyPr>
          <a:lstStyle/>
          <a:p>
            <a:pPr marL="0" marR="0" lvl="0" indent="0" algn="r" rtl="0">
              <a:spcBef>
                <a:spcPts val="0"/>
              </a:spcBef>
              <a:spcAft>
                <a:spcPts val="0"/>
              </a:spcAft>
              <a:buNone/>
            </a:pPr>
            <a:r>
              <a:rPr lang="ar-SA" sz="1200" b="1" i="0" u="none" strike="noStrike" cap="none">
                <a:solidFill>
                  <a:schemeClr val="dk1"/>
                </a:solidFill>
                <a:latin typeface="Sakkal Majalla"/>
                <a:ea typeface="Sakkal Majalla"/>
                <a:cs typeface="Sakkal Majalla"/>
                <a:sym typeface="Sakkal Majalla"/>
              </a:rPr>
              <a:t>السؤال 4</a:t>
            </a:r>
            <a:endParaRPr sz="1200" b="0" i="0" u="none" strike="noStrike" cap="none">
              <a:solidFill>
                <a:schemeClr val="dk1"/>
              </a:solidFill>
              <a:latin typeface="Sakkal Majalla"/>
              <a:ea typeface="Sakkal Majalla"/>
              <a:cs typeface="Sakkal Majalla"/>
              <a:sym typeface="Sakkal Majalla"/>
            </a:endParaRPr>
          </a:p>
          <a:p>
            <a:pPr marL="0" marR="0" lvl="0" indent="0" algn="r" rtl="0">
              <a:spcBef>
                <a:spcPts val="0"/>
              </a:spcBef>
              <a:spcAft>
                <a:spcPts val="0"/>
              </a:spcAft>
              <a:buNone/>
            </a:pPr>
            <a:r>
              <a:rPr lang="ar-SA" sz="1200" b="1" i="0" u="none" strike="noStrike" cap="none">
                <a:solidFill>
                  <a:schemeClr val="dk1"/>
                </a:solidFill>
                <a:latin typeface="Sakkal Majalla"/>
                <a:ea typeface="Sakkal Majalla"/>
                <a:cs typeface="Sakkal Majalla"/>
                <a:sym typeface="Sakkal Majalla"/>
              </a:rPr>
              <a:t>ما العنصر الأساسي الذي يجب توفره في تقرير التفتيش لضمان مهنيته وموثوقيته؟</a:t>
            </a:r>
            <a:endParaRPr sz="1200" b="0" i="0" u="none" strike="noStrike" cap="none">
              <a:solidFill>
                <a:schemeClr val="dk1"/>
              </a:solidFill>
              <a:latin typeface="Sakkal Majalla"/>
              <a:ea typeface="Sakkal Majalla"/>
              <a:cs typeface="Sakkal Majalla"/>
              <a:sym typeface="Sakkal Majalla"/>
            </a:endParaRPr>
          </a:p>
          <a:p>
            <a:pPr marL="0" marR="0" lvl="0" indent="0" algn="r" rtl="0">
              <a:spcBef>
                <a:spcPts val="0"/>
              </a:spcBef>
              <a:spcAft>
                <a:spcPts val="0"/>
              </a:spcAft>
              <a:buNone/>
            </a:pPr>
            <a:r>
              <a:rPr lang="ar-SA" sz="1200" b="0" i="0" u="none" strike="noStrike" cap="none">
                <a:solidFill>
                  <a:schemeClr val="dk1"/>
                </a:solidFill>
                <a:latin typeface="Sakkal Majalla"/>
                <a:ea typeface="Sakkal Majalla"/>
                <a:cs typeface="Sakkal Majalla"/>
                <a:sym typeface="Sakkal Majalla"/>
              </a:rPr>
              <a:t>أ) سرد جميع التفاصيل بدون تنظيم</a:t>
            </a:r>
            <a:br>
              <a:rPr lang="ar-SA" sz="1200" b="0" i="0" u="none" strike="noStrike" cap="none">
                <a:solidFill>
                  <a:schemeClr val="dk1"/>
                </a:solidFill>
                <a:latin typeface="Sakkal Majalla"/>
                <a:ea typeface="Sakkal Majalla"/>
                <a:cs typeface="Sakkal Majalla"/>
                <a:sym typeface="Sakkal Majalla"/>
              </a:rPr>
            </a:br>
            <a:r>
              <a:rPr lang="ar-SA" sz="1200" b="0" i="0" u="none" strike="noStrike" cap="none">
                <a:solidFill>
                  <a:schemeClr val="dk1"/>
                </a:solidFill>
                <a:latin typeface="Sakkal Majalla"/>
                <a:ea typeface="Sakkal Majalla"/>
                <a:cs typeface="Sakkal Majalla"/>
                <a:sym typeface="Sakkal Majalla"/>
              </a:rPr>
              <a:t>ب) استخدام لغة شخصية وانطباعات عامة</a:t>
            </a:r>
            <a:br>
              <a:rPr lang="ar-SA" sz="1200" b="0" i="0" u="none" strike="noStrike" cap="none">
                <a:solidFill>
                  <a:schemeClr val="dk1"/>
                </a:solidFill>
                <a:latin typeface="Sakkal Majalla"/>
                <a:ea typeface="Sakkal Majalla"/>
                <a:cs typeface="Sakkal Majalla"/>
                <a:sym typeface="Sakkal Majalla"/>
              </a:rPr>
            </a:br>
            <a:r>
              <a:rPr lang="ar-SA" sz="1200" b="0" i="0" u="none" strike="noStrike" cap="none">
                <a:solidFill>
                  <a:schemeClr val="dk1"/>
                </a:solidFill>
                <a:latin typeface="Sakkal Majalla"/>
                <a:ea typeface="Sakkal Majalla"/>
                <a:cs typeface="Sakkal Majalla"/>
                <a:sym typeface="Sakkal Majalla"/>
              </a:rPr>
              <a:t>ج) توثيق النتائج والأدلة والتوصيات بشكل موضوعي</a:t>
            </a:r>
            <a:br>
              <a:rPr lang="ar-SA" sz="1200" b="0" i="0" u="none" strike="noStrike" cap="none">
                <a:solidFill>
                  <a:schemeClr val="dk1"/>
                </a:solidFill>
                <a:latin typeface="Sakkal Majalla"/>
                <a:ea typeface="Sakkal Majalla"/>
                <a:cs typeface="Sakkal Majalla"/>
                <a:sym typeface="Sakkal Majalla"/>
              </a:rPr>
            </a:br>
            <a:r>
              <a:rPr lang="ar-SA" sz="1200" b="0" i="0" u="none" strike="noStrike" cap="none">
                <a:solidFill>
                  <a:schemeClr val="dk1"/>
                </a:solidFill>
                <a:latin typeface="Sakkal Majalla"/>
                <a:ea typeface="Sakkal Majalla"/>
                <a:cs typeface="Sakkal Majalla"/>
                <a:sym typeface="Sakkal Majalla"/>
              </a:rPr>
              <a:t>د) التركيز على السلبيات فقط</a:t>
            </a:r>
            <a:endParaRPr/>
          </a:p>
          <a:p>
            <a:pPr marL="0" marR="0" lvl="0" indent="0" algn="r" rtl="0">
              <a:spcBef>
                <a:spcPts val="0"/>
              </a:spcBef>
              <a:spcAft>
                <a:spcPts val="0"/>
              </a:spcAft>
              <a:buNone/>
            </a:pPr>
            <a:endParaRPr sz="1200" b="0" i="0" u="none" strike="noStrike" cap="none">
              <a:solidFill>
                <a:schemeClr val="dk1"/>
              </a:solidFill>
              <a:latin typeface="Sakkal Majalla"/>
              <a:ea typeface="Sakkal Majalla"/>
              <a:cs typeface="Sakkal Majalla"/>
              <a:sym typeface="Sakkal Majalla"/>
            </a:endParaRPr>
          </a:p>
          <a:p>
            <a:pPr marL="0" marR="0" lvl="0" indent="0" algn="r" rtl="0">
              <a:spcBef>
                <a:spcPts val="0"/>
              </a:spcBef>
              <a:spcAft>
                <a:spcPts val="0"/>
              </a:spcAft>
              <a:buNone/>
            </a:pPr>
            <a:r>
              <a:rPr lang="ar-SA" sz="1200" b="1" i="0" u="none" strike="noStrike" cap="none">
                <a:solidFill>
                  <a:schemeClr val="dk1"/>
                </a:solidFill>
                <a:latin typeface="Sakkal Majalla"/>
                <a:ea typeface="Sakkal Majalla"/>
                <a:cs typeface="Sakkal Majalla"/>
                <a:sym typeface="Sakkal Majalla"/>
              </a:rPr>
              <a:t>السؤال 5</a:t>
            </a:r>
            <a:endParaRPr sz="1200" b="0" i="0" u="none" strike="noStrike" cap="none">
              <a:solidFill>
                <a:schemeClr val="dk1"/>
              </a:solidFill>
              <a:latin typeface="Sakkal Majalla"/>
              <a:ea typeface="Sakkal Majalla"/>
              <a:cs typeface="Sakkal Majalla"/>
              <a:sym typeface="Sakkal Majalla"/>
            </a:endParaRPr>
          </a:p>
          <a:p>
            <a:pPr marL="0" marR="0" lvl="0" indent="0" algn="r" rtl="0">
              <a:spcBef>
                <a:spcPts val="0"/>
              </a:spcBef>
              <a:spcAft>
                <a:spcPts val="0"/>
              </a:spcAft>
              <a:buNone/>
            </a:pPr>
            <a:r>
              <a:rPr lang="ar-SA" sz="1200" b="1" i="0" u="none" strike="noStrike" cap="none">
                <a:solidFill>
                  <a:schemeClr val="dk1"/>
                </a:solidFill>
                <a:latin typeface="Sakkal Majalla"/>
                <a:ea typeface="Sakkal Majalla"/>
                <a:cs typeface="Sakkal Majalla"/>
                <a:sym typeface="Sakkal Majalla"/>
              </a:rPr>
              <a:t>أي من الخيارات التالية يعكس التزام المفتش بالمعايير الأخلاقية والتنظيمية أثناء الزيارات؟</a:t>
            </a:r>
            <a:endParaRPr sz="1200" b="0" i="0" u="none" strike="noStrike" cap="none">
              <a:solidFill>
                <a:schemeClr val="dk1"/>
              </a:solidFill>
              <a:latin typeface="Sakkal Majalla"/>
              <a:ea typeface="Sakkal Majalla"/>
              <a:cs typeface="Sakkal Majalla"/>
              <a:sym typeface="Sakkal Majalla"/>
            </a:endParaRPr>
          </a:p>
          <a:p>
            <a:pPr marL="0" marR="0" lvl="0" indent="0" algn="r" rtl="0">
              <a:spcBef>
                <a:spcPts val="0"/>
              </a:spcBef>
              <a:spcAft>
                <a:spcPts val="0"/>
              </a:spcAft>
              <a:buNone/>
            </a:pPr>
            <a:r>
              <a:rPr lang="ar-SA" sz="1200" b="0" i="0" u="none" strike="noStrike" cap="none">
                <a:solidFill>
                  <a:schemeClr val="dk1"/>
                </a:solidFill>
                <a:latin typeface="Sakkal Majalla"/>
                <a:ea typeface="Sakkal Majalla"/>
                <a:cs typeface="Sakkal Majalla"/>
                <a:sym typeface="Sakkal Majalla"/>
              </a:rPr>
              <a:t>أ) مشاركة المعلومات مع أطراف غير مخوّلة</a:t>
            </a:r>
            <a:br>
              <a:rPr lang="ar-SA" sz="1200" b="0" i="0" u="none" strike="noStrike" cap="none">
                <a:solidFill>
                  <a:schemeClr val="dk1"/>
                </a:solidFill>
                <a:latin typeface="Sakkal Majalla"/>
                <a:ea typeface="Sakkal Majalla"/>
                <a:cs typeface="Sakkal Majalla"/>
                <a:sym typeface="Sakkal Majalla"/>
              </a:rPr>
            </a:br>
            <a:r>
              <a:rPr lang="ar-SA" sz="1200" b="0" i="0" u="none" strike="noStrike" cap="none">
                <a:solidFill>
                  <a:schemeClr val="dk1"/>
                </a:solidFill>
                <a:latin typeface="Sakkal Majalla"/>
                <a:ea typeface="Sakkal Majalla"/>
                <a:cs typeface="Sakkal Majalla"/>
                <a:sym typeface="Sakkal Majalla"/>
              </a:rPr>
              <a:t>ب) اتخاذ القرار قبل جمع جميع الأدلة</a:t>
            </a:r>
            <a:br>
              <a:rPr lang="ar-SA" sz="1200" b="0" i="0" u="none" strike="noStrike" cap="none">
                <a:solidFill>
                  <a:schemeClr val="dk1"/>
                </a:solidFill>
                <a:latin typeface="Sakkal Majalla"/>
                <a:ea typeface="Sakkal Majalla"/>
                <a:cs typeface="Sakkal Majalla"/>
                <a:sym typeface="Sakkal Majalla"/>
              </a:rPr>
            </a:br>
            <a:r>
              <a:rPr lang="ar-SA" sz="1200" b="0" i="0" u="none" strike="noStrike" cap="none">
                <a:solidFill>
                  <a:schemeClr val="dk1"/>
                </a:solidFill>
                <a:latin typeface="Sakkal Majalla"/>
                <a:ea typeface="Sakkal Majalla"/>
                <a:cs typeface="Sakkal Majalla"/>
                <a:sym typeface="Sakkal Majalla"/>
              </a:rPr>
              <a:t>ج) احترام حقوق المنشأة والعاملين والالتزام بالحيادية</a:t>
            </a:r>
            <a:endParaRPr sz="1100" b="0" i="0" u="none" strike="noStrike" cap="none">
              <a:solidFill>
                <a:schemeClr val="dk1"/>
              </a:solidFill>
              <a:latin typeface="Sakkal Majalla"/>
              <a:ea typeface="Sakkal Majalla"/>
              <a:cs typeface="Sakkal Majalla"/>
              <a:sym typeface="Sakkal Majalla"/>
            </a:endParaRPr>
          </a:p>
        </p:txBody>
      </p:sp>
    </p:spTree>
  </p:cSld>
  <p:clrMapOvr>
    <a:masterClrMapping/>
  </p:clrMapOvr>
  <p:transition spd="med"/>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16564"/>
        <p:cNvGrpSpPr/>
        <p:nvPr/>
      </p:nvGrpSpPr>
      <p:grpSpPr>
        <a:xfrm>
          <a:off x="0" y="0"/>
          <a:ext cx="0" cy="0"/>
          <a:chOff x="0" y="0"/>
          <a:chExt cx="0" cy="0"/>
        </a:xfrm>
      </p:grpSpPr>
      <p:sp>
        <p:nvSpPr>
          <p:cNvPr id="16565" name="Google Shape;16565;p424"/>
          <p:cNvSpPr txBox="1"/>
          <p:nvPr/>
        </p:nvSpPr>
        <p:spPr>
          <a:xfrm flipH="1">
            <a:off x="724415" y="157767"/>
            <a:ext cx="10743169" cy="830045"/>
          </a:xfrm>
          <a:prstGeom prst="rect">
            <a:avLst/>
          </a:prstGeom>
          <a:noFill/>
          <a:ln>
            <a:noFill/>
          </a:ln>
        </p:spPr>
        <p:txBody>
          <a:bodyPr spcFirstLastPara="1" wrap="square" lIns="0" tIns="0" rIns="0" bIns="0" anchor="ctr" anchorCtr="0">
            <a:normAutofit/>
          </a:bodyPr>
          <a:lstStyle/>
          <a:p>
            <a:pPr marL="0" marR="0" lvl="0" indent="0" algn="r" rtl="1">
              <a:lnSpc>
                <a:spcPct val="90000"/>
              </a:lnSpc>
              <a:spcBef>
                <a:spcPts val="0"/>
              </a:spcBef>
              <a:spcAft>
                <a:spcPts val="0"/>
              </a:spcAft>
              <a:buClr>
                <a:srgbClr val="008657"/>
              </a:buClr>
              <a:buSzPts val="2800"/>
              <a:buFont typeface="Helvetica Neue"/>
              <a:buNone/>
            </a:pPr>
            <a:r>
              <a:rPr lang="ar-SA" sz="2600" b="0" i="0" u="none" strike="noStrike" cap="none">
                <a:solidFill>
                  <a:srgbClr val="008657"/>
                </a:solidFill>
                <a:latin typeface="Sakkal Majalla"/>
                <a:ea typeface="Sakkal Majalla"/>
                <a:cs typeface="Sakkal Majalla"/>
                <a:sym typeface="Sakkal Majalla"/>
              </a:rPr>
              <a:t>نموذج الاستبانة</a:t>
            </a:r>
            <a:endParaRPr sz="2600" b="0" i="0" u="none" strike="noStrike" cap="none">
              <a:solidFill>
                <a:srgbClr val="008657"/>
              </a:solidFill>
              <a:latin typeface="Sakkal Majalla"/>
              <a:ea typeface="Sakkal Majalla"/>
              <a:cs typeface="Sakkal Majalla"/>
              <a:sym typeface="Sakkal Majalla"/>
            </a:endParaRPr>
          </a:p>
        </p:txBody>
      </p:sp>
      <p:sp>
        <p:nvSpPr>
          <p:cNvPr id="16566" name="Google Shape;16566;p424"/>
          <p:cNvSpPr txBox="1"/>
          <p:nvPr/>
        </p:nvSpPr>
        <p:spPr>
          <a:xfrm flipH="1">
            <a:off x="5380892" y="720693"/>
            <a:ext cx="6086692" cy="443733"/>
          </a:xfrm>
          <a:prstGeom prst="rect">
            <a:avLst/>
          </a:prstGeom>
          <a:noFill/>
          <a:ln>
            <a:noFill/>
          </a:ln>
        </p:spPr>
        <p:txBody>
          <a:bodyPr spcFirstLastPara="1" wrap="square" lIns="0" tIns="0" rIns="0" bIns="0" anchor="t" anchorCtr="0">
            <a:noAutofit/>
          </a:bodyPr>
          <a:lstStyle/>
          <a:p>
            <a:pPr marL="0" marR="0" lvl="0" indent="0" algn="r" rtl="1">
              <a:lnSpc>
                <a:spcPct val="90000"/>
              </a:lnSpc>
              <a:spcBef>
                <a:spcPts val="1000"/>
              </a:spcBef>
              <a:spcAft>
                <a:spcPts val="0"/>
              </a:spcAft>
              <a:buClr>
                <a:srgbClr val="9D915D"/>
              </a:buClr>
              <a:buSzPts val="2000"/>
              <a:buFont typeface="Arial"/>
              <a:buNone/>
            </a:pPr>
            <a:r>
              <a:rPr lang="ar-SA" sz="2000" b="1" i="0" u="none" strike="noStrike" cap="none">
                <a:solidFill>
                  <a:srgbClr val="9D915D"/>
                </a:solidFill>
                <a:latin typeface="Sakkal Majalla"/>
                <a:ea typeface="Sakkal Majalla"/>
                <a:cs typeface="Sakkal Majalla"/>
                <a:sym typeface="Sakkal Majalla"/>
              </a:rPr>
              <a:t>نموذج عام كمثال لجودة التقرير يستخدمه المشارك ذاتيًا عند إعداد تقاريره</a:t>
            </a:r>
            <a:endParaRPr sz="1600" b="1" i="0" u="none" strike="noStrike" cap="none">
              <a:solidFill>
                <a:schemeClr val="dk1"/>
              </a:solidFill>
              <a:latin typeface="Sakkal Majalla"/>
              <a:ea typeface="Sakkal Majalla"/>
              <a:cs typeface="Sakkal Majalla"/>
              <a:sym typeface="Sakkal Majalla"/>
            </a:endParaRPr>
          </a:p>
        </p:txBody>
      </p:sp>
      <p:sp>
        <p:nvSpPr>
          <p:cNvPr id="16567" name="Google Shape;16567;p424"/>
          <p:cNvSpPr txBox="1"/>
          <p:nvPr/>
        </p:nvSpPr>
        <p:spPr>
          <a:xfrm>
            <a:off x="-376428" y="1416822"/>
            <a:ext cx="6117336" cy="5751576"/>
          </a:xfrm>
          <a:prstGeom prst="rect">
            <a:avLst/>
          </a:prstGeom>
          <a:noFill/>
          <a:ln>
            <a:noFill/>
          </a:ln>
        </p:spPr>
        <p:txBody>
          <a:bodyPr spcFirstLastPara="1" wrap="square" lIns="0" tIns="0" rIns="0" bIns="0" anchor="t" anchorCtr="0">
            <a:noAutofit/>
          </a:bodyPr>
          <a:lstStyle/>
          <a:p>
            <a:pPr marL="0" marR="0" lvl="0" indent="0" algn="r" rtl="0">
              <a:spcBef>
                <a:spcPts val="0"/>
              </a:spcBef>
              <a:spcAft>
                <a:spcPts val="0"/>
              </a:spcAft>
              <a:buNone/>
            </a:pPr>
            <a:r>
              <a:rPr lang="ar-SA" sz="1200" b="1" i="0" u="none" strike="noStrike" cap="none">
                <a:solidFill>
                  <a:schemeClr val="dk1"/>
                </a:solidFill>
                <a:latin typeface="Sakkal Majalla"/>
                <a:ea typeface="Sakkal Majalla"/>
                <a:cs typeface="Sakkal Majalla"/>
                <a:sym typeface="Sakkal Majalla"/>
              </a:rPr>
              <a:t>السؤال 4</a:t>
            </a:r>
            <a:endParaRPr sz="1200" b="0" i="0" u="none" strike="noStrike" cap="none">
              <a:solidFill>
                <a:schemeClr val="dk1"/>
              </a:solidFill>
              <a:latin typeface="Sakkal Majalla"/>
              <a:ea typeface="Sakkal Majalla"/>
              <a:cs typeface="Sakkal Majalla"/>
              <a:sym typeface="Sakkal Majalla"/>
            </a:endParaRPr>
          </a:p>
          <a:p>
            <a:pPr marL="0" marR="0" lvl="0" indent="0" algn="r" rtl="0">
              <a:spcBef>
                <a:spcPts val="0"/>
              </a:spcBef>
              <a:spcAft>
                <a:spcPts val="0"/>
              </a:spcAft>
              <a:buNone/>
            </a:pPr>
            <a:r>
              <a:rPr lang="ar-SA" sz="1200" b="1" i="0" u="none" strike="noStrike" cap="none">
                <a:solidFill>
                  <a:schemeClr val="dk1"/>
                </a:solidFill>
                <a:latin typeface="Sakkal Majalla"/>
                <a:ea typeface="Sakkal Majalla"/>
                <a:cs typeface="Sakkal Majalla"/>
                <a:sym typeface="Sakkal Majalla"/>
              </a:rPr>
              <a:t>ما العنصر الأساسي الذي يجب توفره في تقرير التفتيش لضمان مهنيته وموثوقيته؟</a:t>
            </a:r>
            <a:endParaRPr sz="1200" b="0" i="0" u="none" strike="noStrike" cap="none">
              <a:solidFill>
                <a:schemeClr val="dk1"/>
              </a:solidFill>
              <a:latin typeface="Sakkal Majalla"/>
              <a:ea typeface="Sakkal Majalla"/>
              <a:cs typeface="Sakkal Majalla"/>
              <a:sym typeface="Sakkal Majalla"/>
            </a:endParaRPr>
          </a:p>
          <a:p>
            <a:pPr marL="0" marR="0" lvl="0" indent="0" algn="r" rtl="0">
              <a:spcBef>
                <a:spcPts val="0"/>
              </a:spcBef>
              <a:spcAft>
                <a:spcPts val="0"/>
              </a:spcAft>
              <a:buNone/>
            </a:pPr>
            <a:r>
              <a:rPr lang="ar-SA" sz="1200" b="0" i="0" u="none" strike="noStrike" cap="none">
                <a:solidFill>
                  <a:schemeClr val="dk1"/>
                </a:solidFill>
                <a:latin typeface="Sakkal Majalla"/>
                <a:ea typeface="Sakkal Majalla"/>
                <a:cs typeface="Sakkal Majalla"/>
                <a:sym typeface="Sakkal Majalla"/>
              </a:rPr>
              <a:t>أ) سرد جميع التفاصيل بدون تنظيم</a:t>
            </a:r>
            <a:br>
              <a:rPr lang="ar-SA" sz="1200" b="0" i="0" u="none" strike="noStrike" cap="none">
                <a:solidFill>
                  <a:schemeClr val="dk1"/>
                </a:solidFill>
                <a:latin typeface="Sakkal Majalla"/>
                <a:ea typeface="Sakkal Majalla"/>
                <a:cs typeface="Sakkal Majalla"/>
                <a:sym typeface="Sakkal Majalla"/>
              </a:rPr>
            </a:br>
            <a:r>
              <a:rPr lang="ar-SA" sz="1200" b="0" i="0" u="none" strike="noStrike" cap="none">
                <a:solidFill>
                  <a:schemeClr val="dk1"/>
                </a:solidFill>
                <a:latin typeface="Sakkal Majalla"/>
                <a:ea typeface="Sakkal Majalla"/>
                <a:cs typeface="Sakkal Majalla"/>
                <a:sym typeface="Sakkal Majalla"/>
              </a:rPr>
              <a:t>ب) استخدام لغة شخصية وانطباعات عامة</a:t>
            </a:r>
            <a:br>
              <a:rPr lang="ar-SA" sz="1200" b="0" i="0" u="none" strike="noStrike" cap="none">
                <a:solidFill>
                  <a:schemeClr val="dk1"/>
                </a:solidFill>
                <a:latin typeface="Sakkal Majalla"/>
                <a:ea typeface="Sakkal Majalla"/>
                <a:cs typeface="Sakkal Majalla"/>
                <a:sym typeface="Sakkal Majalla"/>
              </a:rPr>
            </a:br>
            <a:r>
              <a:rPr lang="ar-SA" sz="1200" b="0" i="0" u="none" strike="noStrike" cap="none">
                <a:solidFill>
                  <a:schemeClr val="dk1"/>
                </a:solidFill>
                <a:latin typeface="Sakkal Majalla"/>
                <a:ea typeface="Sakkal Majalla"/>
                <a:cs typeface="Sakkal Majalla"/>
                <a:sym typeface="Sakkal Majalla"/>
              </a:rPr>
              <a:t>ج) توثيق النتائج والأدلة والتوصيات بشكل موضوعي</a:t>
            </a:r>
            <a:br>
              <a:rPr lang="ar-SA" sz="1200" b="0" i="0" u="none" strike="noStrike" cap="none">
                <a:solidFill>
                  <a:schemeClr val="dk1"/>
                </a:solidFill>
                <a:latin typeface="Sakkal Majalla"/>
                <a:ea typeface="Sakkal Majalla"/>
                <a:cs typeface="Sakkal Majalla"/>
                <a:sym typeface="Sakkal Majalla"/>
              </a:rPr>
            </a:br>
            <a:r>
              <a:rPr lang="ar-SA" sz="1200" b="0" i="0" u="none" strike="noStrike" cap="none">
                <a:solidFill>
                  <a:schemeClr val="dk1"/>
                </a:solidFill>
                <a:latin typeface="Sakkal Majalla"/>
                <a:ea typeface="Sakkal Majalla"/>
                <a:cs typeface="Sakkal Majalla"/>
                <a:sym typeface="Sakkal Majalla"/>
              </a:rPr>
              <a:t>د) التركيز على السلبيات فقط</a:t>
            </a:r>
            <a:endParaRPr/>
          </a:p>
          <a:p>
            <a:pPr marL="0" marR="0" lvl="0" indent="0" algn="r" rtl="0">
              <a:spcBef>
                <a:spcPts val="0"/>
              </a:spcBef>
              <a:spcAft>
                <a:spcPts val="0"/>
              </a:spcAft>
              <a:buNone/>
            </a:pPr>
            <a:endParaRPr sz="1200" b="0" i="0" u="none" strike="noStrike" cap="none">
              <a:solidFill>
                <a:schemeClr val="dk1"/>
              </a:solidFill>
              <a:latin typeface="Sakkal Majalla"/>
              <a:ea typeface="Sakkal Majalla"/>
              <a:cs typeface="Sakkal Majalla"/>
              <a:sym typeface="Sakkal Majalla"/>
            </a:endParaRPr>
          </a:p>
          <a:p>
            <a:pPr marL="0" marR="0" lvl="0" indent="0" algn="r" rtl="0">
              <a:spcBef>
                <a:spcPts val="0"/>
              </a:spcBef>
              <a:spcAft>
                <a:spcPts val="0"/>
              </a:spcAft>
              <a:buNone/>
            </a:pPr>
            <a:r>
              <a:rPr lang="ar-SA" sz="1200" b="1" i="0" u="none" strike="noStrike" cap="none">
                <a:solidFill>
                  <a:schemeClr val="dk1"/>
                </a:solidFill>
                <a:latin typeface="Sakkal Majalla"/>
                <a:ea typeface="Sakkal Majalla"/>
                <a:cs typeface="Sakkal Majalla"/>
                <a:sym typeface="Sakkal Majalla"/>
              </a:rPr>
              <a:t>السؤال 5</a:t>
            </a:r>
            <a:endParaRPr sz="1200" b="0" i="0" u="none" strike="noStrike" cap="none">
              <a:solidFill>
                <a:schemeClr val="dk1"/>
              </a:solidFill>
              <a:latin typeface="Sakkal Majalla"/>
              <a:ea typeface="Sakkal Majalla"/>
              <a:cs typeface="Sakkal Majalla"/>
              <a:sym typeface="Sakkal Majalla"/>
            </a:endParaRPr>
          </a:p>
          <a:p>
            <a:pPr marL="0" marR="0" lvl="0" indent="0" algn="r" rtl="0">
              <a:spcBef>
                <a:spcPts val="0"/>
              </a:spcBef>
              <a:spcAft>
                <a:spcPts val="0"/>
              </a:spcAft>
              <a:buNone/>
            </a:pPr>
            <a:r>
              <a:rPr lang="ar-SA" sz="1200" b="1" i="0" u="none" strike="noStrike" cap="none">
                <a:solidFill>
                  <a:schemeClr val="dk1"/>
                </a:solidFill>
                <a:latin typeface="Sakkal Majalla"/>
                <a:ea typeface="Sakkal Majalla"/>
                <a:cs typeface="Sakkal Majalla"/>
                <a:sym typeface="Sakkal Majalla"/>
              </a:rPr>
              <a:t>أي من الخيارات التالية يعكس التزام المفتش بالمعايير الأخلاقية والتنظيمية أثناء الزيارات؟</a:t>
            </a:r>
            <a:endParaRPr sz="1200" b="0" i="0" u="none" strike="noStrike" cap="none">
              <a:solidFill>
                <a:schemeClr val="dk1"/>
              </a:solidFill>
              <a:latin typeface="Sakkal Majalla"/>
              <a:ea typeface="Sakkal Majalla"/>
              <a:cs typeface="Sakkal Majalla"/>
              <a:sym typeface="Sakkal Majalla"/>
            </a:endParaRPr>
          </a:p>
          <a:p>
            <a:pPr marL="0" marR="0" lvl="0" indent="0" algn="r" rtl="0">
              <a:spcBef>
                <a:spcPts val="0"/>
              </a:spcBef>
              <a:spcAft>
                <a:spcPts val="0"/>
              </a:spcAft>
              <a:buNone/>
            </a:pPr>
            <a:r>
              <a:rPr lang="ar-SA" sz="1200" b="0" i="0" u="none" strike="noStrike" cap="none">
                <a:solidFill>
                  <a:schemeClr val="dk1"/>
                </a:solidFill>
                <a:latin typeface="Sakkal Majalla"/>
                <a:ea typeface="Sakkal Majalla"/>
                <a:cs typeface="Sakkal Majalla"/>
                <a:sym typeface="Sakkal Majalla"/>
              </a:rPr>
              <a:t>أ) مشاركة المعلومات مع أطراف غير مخوّلة</a:t>
            </a:r>
            <a:br>
              <a:rPr lang="ar-SA" sz="1200" b="0" i="0" u="none" strike="noStrike" cap="none">
                <a:solidFill>
                  <a:schemeClr val="dk1"/>
                </a:solidFill>
                <a:latin typeface="Sakkal Majalla"/>
                <a:ea typeface="Sakkal Majalla"/>
                <a:cs typeface="Sakkal Majalla"/>
                <a:sym typeface="Sakkal Majalla"/>
              </a:rPr>
            </a:br>
            <a:r>
              <a:rPr lang="ar-SA" sz="1200" b="0" i="0" u="none" strike="noStrike" cap="none">
                <a:solidFill>
                  <a:schemeClr val="dk1"/>
                </a:solidFill>
                <a:latin typeface="Sakkal Majalla"/>
                <a:ea typeface="Sakkal Majalla"/>
                <a:cs typeface="Sakkal Majalla"/>
                <a:sym typeface="Sakkal Majalla"/>
              </a:rPr>
              <a:t>ب) اتخاذ القرار قبل جمع جميع الأدلة</a:t>
            </a:r>
            <a:br>
              <a:rPr lang="ar-SA" sz="1200" b="0" i="0" u="none" strike="noStrike" cap="none">
                <a:solidFill>
                  <a:schemeClr val="dk1"/>
                </a:solidFill>
                <a:latin typeface="Sakkal Majalla"/>
                <a:ea typeface="Sakkal Majalla"/>
                <a:cs typeface="Sakkal Majalla"/>
                <a:sym typeface="Sakkal Majalla"/>
              </a:rPr>
            </a:br>
            <a:r>
              <a:rPr lang="ar-SA" sz="1200" b="0" i="0" u="none" strike="noStrike" cap="none">
                <a:solidFill>
                  <a:schemeClr val="dk1"/>
                </a:solidFill>
                <a:latin typeface="Sakkal Majalla"/>
                <a:ea typeface="Sakkal Majalla"/>
                <a:cs typeface="Sakkal Majalla"/>
                <a:sym typeface="Sakkal Majalla"/>
              </a:rPr>
              <a:t>ج) احترام حقوق المنشأة والعاملين والالتزام بالحيادية</a:t>
            </a:r>
            <a:endParaRPr sz="1100" b="0" i="0" u="none" strike="noStrike" cap="none">
              <a:solidFill>
                <a:schemeClr val="dk1"/>
              </a:solidFill>
              <a:latin typeface="Sakkal Majalla"/>
              <a:ea typeface="Sakkal Majalla"/>
              <a:cs typeface="Sakkal Majalla"/>
              <a:sym typeface="Sakkal Majalla"/>
            </a:endParaRPr>
          </a:p>
        </p:txBody>
      </p:sp>
      <p:sp>
        <p:nvSpPr>
          <p:cNvPr id="16568" name="Google Shape;16568;p424"/>
          <p:cNvSpPr/>
          <p:nvPr/>
        </p:nvSpPr>
        <p:spPr>
          <a:xfrm>
            <a:off x="547688" y="1207008"/>
            <a:ext cx="11087100" cy="4930300"/>
          </a:xfrm>
          <a:prstGeom prst="rect">
            <a:avLst/>
          </a:prstGeom>
          <a:solidFill>
            <a:srgbClr val="F0EBE0"/>
          </a:solidFill>
          <a:ln>
            <a:noFill/>
          </a:ln>
        </p:spPr>
        <p:txBody>
          <a:bodyPr spcFirstLastPara="1" wrap="square" lIns="91425" tIns="45700" rIns="91425" bIns="45700" anchor="ctr" anchorCtr="0">
            <a:noAutofit/>
          </a:bodyPr>
          <a:lstStyle/>
          <a:p>
            <a:pPr marL="0" marR="0" lvl="0" indent="0" algn="ctr" rtl="1">
              <a:spcBef>
                <a:spcPts val="0"/>
              </a:spcBef>
              <a:spcAft>
                <a:spcPts val="0"/>
              </a:spcAft>
              <a:buNone/>
            </a:pPr>
            <a:endParaRPr sz="1800" b="0" i="0" u="none" strike="noStrike" cap="none">
              <a:solidFill>
                <a:schemeClr val="dk1"/>
              </a:solidFill>
              <a:latin typeface="Sakkal Majalla"/>
              <a:ea typeface="Sakkal Majalla"/>
              <a:cs typeface="Sakkal Majalla"/>
              <a:sym typeface="Sakkal Majalla"/>
            </a:endParaRPr>
          </a:p>
        </p:txBody>
      </p:sp>
      <p:sp>
        <p:nvSpPr>
          <p:cNvPr id="16569" name="Google Shape;16569;p424"/>
          <p:cNvSpPr txBox="1"/>
          <p:nvPr/>
        </p:nvSpPr>
        <p:spPr>
          <a:xfrm>
            <a:off x="3520440" y="1298448"/>
            <a:ext cx="7415784" cy="3346704"/>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1600"/>
              <a:buFont typeface="Sakkal Majalla"/>
              <a:buNone/>
            </a:pPr>
            <a:endParaRPr sz="1600" b="0" i="0" u="none" strike="noStrike" cap="none">
              <a:solidFill>
                <a:schemeClr val="dk1"/>
              </a:solidFill>
              <a:latin typeface="Sakkal Majalla"/>
              <a:ea typeface="Sakkal Majalla"/>
              <a:cs typeface="Sakkal Majalla"/>
              <a:sym typeface="Sakkal Majalla"/>
            </a:endParaRPr>
          </a:p>
        </p:txBody>
      </p:sp>
      <p:sp>
        <p:nvSpPr>
          <p:cNvPr id="16570" name="Google Shape;16570;p424"/>
          <p:cNvSpPr txBox="1"/>
          <p:nvPr/>
        </p:nvSpPr>
        <p:spPr>
          <a:xfrm>
            <a:off x="5519928" y="1387536"/>
            <a:ext cx="6009463" cy="4762135"/>
          </a:xfrm>
          <a:prstGeom prst="rect">
            <a:avLst/>
          </a:prstGeom>
          <a:noFill/>
          <a:ln>
            <a:noFill/>
          </a:ln>
        </p:spPr>
        <p:txBody>
          <a:bodyPr spcFirstLastPara="1" wrap="square" lIns="0" tIns="0" rIns="0" bIns="0" anchor="t" anchorCtr="0">
            <a:noAutofit/>
          </a:bodyPr>
          <a:lstStyle/>
          <a:p>
            <a:pPr marL="0" marR="0" lvl="0" indent="0" algn="r" rtl="0">
              <a:spcBef>
                <a:spcPts val="0"/>
              </a:spcBef>
              <a:spcAft>
                <a:spcPts val="0"/>
              </a:spcAft>
              <a:buNone/>
            </a:pPr>
            <a:r>
              <a:rPr lang="ar-SA" sz="1200" b="1" i="0" u="none" strike="noStrike" cap="none">
                <a:solidFill>
                  <a:schemeClr val="dk1"/>
                </a:solidFill>
                <a:latin typeface="Sakkal Majalla"/>
                <a:ea typeface="Sakkal Majalla"/>
                <a:cs typeface="Sakkal Majalla"/>
                <a:sym typeface="Sakkal Majalla"/>
              </a:rPr>
              <a:t>قالب مبسّط لتقييم جودة التقرير (تقييم ذاتي للمشارك)</a:t>
            </a:r>
            <a:endParaRPr/>
          </a:p>
          <a:p>
            <a:pPr marL="0" marR="0" lvl="0" indent="0" algn="r" rtl="0">
              <a:spcBef>
                <a:spcPts val="0"/>
              </a:spcBef>
              <a:spcAft>
                <a:spcPts val="0"/>
              </a:spcAft>
              <a:buNone/>
            </a:pPr>
            <a:r>
              <a:rPr lang="ar-SA" sz="1200" b="1" i="0" u="none" strike="noStrike" cap="none">
                <a:solidFill>
                  <a:schemeClr val="dk1"/>
                </a:solidFill>
                <a:latin typeface="Sakkal Majalla"/>
                <a:ea typeface="Sakkal Majalla"/>
                <a:cs typeface="Sakkal Majalla"/>
                <a:sym typeface="Sakkal Majalla"/>
              </a:rPr>
              <a:t>1. وضوح الهدف من التقرير</a:t>
            </a:r>
            <a:endParaRPr/>
          </a:p>
          <a:p>
            <a:pPr marL="0" marR="0" lvl="0" indent="0" algn="r" rtl="0">
              <a:spcBef>
                <a:spcPts val="0"/>
              </a:spcBef>
              <a:spcAft>
                <a:spcPts val="0"/>
              </a:spcAft>
              <a:buNone/>
            </a:pPr>
            <a:r>
              <a:rPr lang="ar-SA" sz="1200" b="1" i="0" u="none" strike="noStrike" cap="none">
                <a:solidFill>
                  <a:schemeClr val="dk1"/>
                </a:solidFill>
                <a:latin typeface="Sakkal Majalla"/>
                <a:ea typeface="Sakkal Majalla"/>
                <a:cs typeface="Sakkal Majalla"/>
                <a:sym typeface="Sakkal Majalla"/>
              </a:rPr>
              <a:t>المعيار	نعم	لا</a:t>
            </a:r>
            <a:endParaRPr/>
          </a:p>
          <a:p>
            <a:pPr marL="0" marR="0" lvl="0" indent="0" algn="r" rtl="0">
              <a:spcBef>
                <a:spcPts val="0"/>
              </a:spcBef>
              <a:spcAft>
                <a:spcPts val="0"/>
              </a:spcAft>
              <a:buNone/>
            </a:pPr>
            <a:r>
              <a:rPr lang="ar-SA" sz="1200" b="1" i="0" u="none" strike="noStrike" cap="none">
                <a:solidFill>
                  <a:schemeClr val="dk1"/>
                </a:solidFill>
                <a:latin typeface="Sakkal Majalla"/>
                <a:ea typeface="Sakkal Majalla"/>
                <a:cs typeface="Sakkal Majalla"/>
                <a:sym typeface="Sakkal Majalla"/>
              </a:rPr>
              <a:t>هل يوضح التقرير سبب الزيارة أو التفتيش بوضوح؟                    	□	□</a:t>
            </a:r>
            <a:endParaRPr/>
          </a:p>
          <a:p>
            <a:pPr marL="0" marR="0" lvl="0" indent="0" algn="r" rtl="0">
              <a:spcBef>
                <a:spcPts val="0"/>
              </a:spcBef>
              <a:spcAft>
                <a:spcPts val="0"/>
              </a:spcAft>
              <a:buNone/>
            </a:pPr>
            <a:r>
              <a:rPr lang="ar-SA" sz="1200" b="1" i="0" u="none" strike="noStrike" cap="none">
                <a:solidFill>
                  <a:schemeClr val="dk1"/>
                </a:solidFill>
                <a:latin typeface="Sakkal Majalla"/>
                <a:ea typeface="Sakkal Majalla"/>
                <a:cs typeface="Sakkal Majalla"/>
                <a:sym typeface="Sakkal Majalla"/>
              </a:rPr>
              <a:t>هل يحدد نطاق التفتيش والمعايير المستخدمة؟                             	□	□</a:t>
            </a:r>
            <a:endParaRPr/>
          </a:p>
          <a:p>
            <a:pPr marL="0" marR="0" lvl="0" indent="0" algn="r" rtl="0">
              <a:spcBef>
                <a:spcPts val="0"/>
              </a:spcBef>
              <a:spcAft>
                <a:spcPts val="0"/>
              </a:spcAft>
              <a:buNone/>
            </a:pPr>
            <a:endParaRPr sz="1200" b="1" i="0" u="none" strike="noStrike" cap="none">
              <a:solidFill>
                <a:schemeClr val="dk1"/>
              </a:solidFill>
              <a:latin typeface="Sakkal Majalla"/>
              <a:ea typeface="Sakkal Majalla"/>
              <a:cs typeface="Sakkal Majalla"/>
              <a:sym typeface="Sakkal Majalla"/>
            </a:endParaRPr>
          </a:p>
          <a:p>
            <a:pPr marL="0" marR="0" lvl="0" indent="0" algn="r" rtl="0">
              <a:spcBef>
                <a:spcPts val="0"/>
              </a:spcBef>
              <a:spcAft>
                <a:spcPts val="0"/>
              </a:spcAft>
              <a:buNone/>
            </a:pPr>
            <a:r>
              <a:rPr lang="ar-SA" sz="1200" b="1" i="0" u="none" strike="noStrike" cap="none">
                <a:solidFill>
                  <a:schemeClr val="dk1"/>
                </a:solidFill>
                <a:latin typeface="Sakkal Majalla"/>
                <a:ea typeface="Sakkal Majalla"/>
                <a:cs typeface="Sakkal Majalla"/>
                <a:sym typeface="Sakkal Majalla"/>
              </a:rPr>
              <a:t>2. جودة جمع البيانات والملاحظات</a:t>
            </a:r>
            <a:endParaRPr/>
          </a:p>
          <a:p>
            <a:pPr marL="0" marR="0" lvl="0" indent="0" algn="r" rtl="0">
              <a:spcBef>
                <a:spcPts val="0"/>
              </a:spcBef>
              <a:spcAft>
                <a:spcPts val="0"/>
              </a:spcAft>
              <a:buNone/>
            </a:pPr>
            <a:r>
              <a:rPr lang="ar-SA" sz="1200" b="1" i="0" u="none" strike="noStrike" cap="none">
                <a:solidFill>
                  <a:schemeClr val="dk1"/>
                </a:solidFill>
                <a:latin typeface="Sakkal Majalla"/>
                <a:ea typeface="Sakkal Majalla"/>
                <a:cs typeface="Sakkal Majalla"/>
                <a:sym typeface="Sakkal Majalla"/>
              </a:rPr>
              <a:t>المعيار	نعم	لا</a:t>
            </a:r>
            <a:endParaRPr/>
          </a:p>
          <a:p>
            <a:pPr marL="0" marR="0" lvl="0" indent="0" algn="r" rtl="0">
              <a:spcBef>
                <a:spcPts val="0"/>
              </a:spcBef>
              <a:spcAft>
                <a:spcPts val="0"/>
              </a:spcAft>
              <a:buNone/>
            </a:pPr>
            <a:r>
              <a:rPr lang="ar-SA" sz="1200" b="1" i="0" u="none" strike="noStrike" cap="none">
                <a:solidFill>
                  <a:schemeClr val="dk1"/>
                </a:solidFill>
                <a:latin typeface="Sakkal Majalla"/>
                <a:ea typeface="Sakkal Majalla"/>
                <a:cs typeface="Sakkal Majalla"/>
                <a:sym typeface="Sakkal Majalla"/>
              </a:rPr>
              <a:t>هل تم جمع الأدلة من مصادر موثوقة (ملاحظة، مقابلة، سجلات)؟                                	□	□</a:t>
            </a:r>
            <a:endParaRPr/>
          </a:p>
          <a:p>
            <a:pPr marL="0" marR="0" lvl="0" indent="0" algn="r" rtl="0">
              <a:spcBef>
                <a:spcPts val="0"/>
              </a:spcBef>
              <a:spcAft>
                <a:spcPts val="0"/>
              </a:spcAft>
              <a:buNone/>
            </a:pPr>
            <a:r>
              <a:rPr lang="ar-SA" sz="1200" b="1" i="0" u="none" strike="noStrike" cap="none">
                <a:solidFill>
                  <a:schemeClr val="dk1"/>
                </a:solidFill>
                <a:latin typeface="Sakkal Majalla"/>
                <a:ea typeface="Sakkal Majalla"/>
                <a:cs typeface="Sakkal Majalla"/>
                <a:sym typeface="Sakkal Majalla"/>
              </a:rPr>
              <a:t>هل ترتبط الملاحظات مباشرة بالمعايير المطلوبة؟                            	□	□</a:t>
            </a:r>
            <a:endParaRPr/>
          </a:p>
          <a:p>
            <a:pPr marL="0" marR="0" lvl="0" indent="0" algn="r" rtl="0">
              <a:spcBef>
                <a:spcPts val="0"/>
              </a:spcBef>
              <a:spcAft>
                <a:spcPts val="0"/>
              </a:spcAft>
              <a:buNone/>
            </a:pPr>
            <a:endParaRPr sz="1200" b="1" i="0" u="none" strike="noStrike" cap="none">
              <a:solidFill>
                <a:schemeClr val="dk1"/>
              </a:solidFill>
              <a:latin typeface="Sakkal Majalla"/>
              <a:ea typeface="Sakkal Majalla"/>
              <a:cs typeface="Sakkal Majalla"/>
              <a:sym typeface="Sakkal Majalla"/>
            </a:endParaRPr>
          </a:p>
          <a:p>
            <a:pPr marL="0" marR="0" lvl="0" indent="0" algn="r" rtl="0">
              <a:spcBef>
                <a:spcPts val="0"/>
              </a:spcBef>
              <a:spcAft>
                <a:spcPts val="0"/>
              </a:spcAft>
              <a:buNone/>
            </a:pPr>
            <a:r>
              <a:rPr lang="ar-SA" sz="1200" b="1" i="0" u="none" strike="noStrike" cap="none">
                <a:solidFill>
                  <a:schemeClr val="dk1"/>
                </a:solidFill>
                <a:latin typeface="Sakkal Majalla"/>
                <a:ea typeface="Sakkal Majalla"/>
                <a:cs typeface="Sakkal Majalla"/>
                <a:sym typeface="Sakkal Majalla"/>
              </a:rPr>
              <a:t>3. وضوح الكتابة وسهولة الفهم</a:t>
            </a:r>
            <a:endParaRPr/>
          </a:p>
          <a:p>
            <a:pPr marL="0" marR="0" lvl="0" indent="0" algn="r" rtl="0">
              <a:spcBef>
                <a:spcPts val="0"/>
              </a:spcBef>
              <a:spcAft>
                <a:spcPts val="0"/>
              </a:spcAft>
              <a:buNone/>
            </a:pPr>
            <a:r>
              <a:rPr lang="ar-SA" sz="1200" b="1" i="0" u="none" strike="noStrike" cap="none">
                <a:solidFill>
                  <a:schemeClr val="dk1"/>
                </a:solidFill>
                <a:latin typeface="Sakkal Majalla"/>
                <a:ea typeface="Sakkal Majalla"/>
                <a:cs typeface="Sakkal Majalla"/>
                <a:sym typeface="Sakkal Majalla"/>
              </a:rPr>
              <a:t>المعيار	نعم	لا</a:t>
            </a:r>
            <a:endParaRPr/>
          </a:p>
          <a:p>
            <a:pPr marL="0" marR="0" lvl="0" indent="0" algn="r" rtl="0">
              <a:spcBef>
                <a:spcPts val="0"/>
              </a:spcBef>
              <a:spcAft>
                <a:spcPts val="0"/>
              </a:spcAft>
              <a:buNone/>
            </a:pPr>
            <a:r>
              <a:rPr lang="ar-SA" sz="1200" b="1" i="0" u="none" strike="noStrike" cap="none">
                <a:solidFill>
                  <a:schemeClr val="dk1"/>
                </a:solidFill>
                <a:latin typeface="Sakkal Majalla"/>
                <a:ea typeface="Sakkal Majalla"/>
                <a:cs typeface="Sakkal Majalla"/>
                <a:sym typeface="Sakkal Majalla"/>
              </a:rPr>
              <a:t>هل استخدمت عبارات واضحة خالية من الغموض؟                  	□	□</a:t>
            </a:r>
            <a:endParaRPr/>
          </a:p>
          <a:p>
            <a:pPr marL="0" marR="0" lvl="0" indent="0" algn="r" rtl="0">
              <a:spcBef>
                <a:spcPts val="0"/>
              </a:spcBef>
              <a:spcAft>
                <a:spcPts val="0"/>
              </a:spcAft>
              <a:buNone/>
            </a:pPr>
            <a:r>
              <a:rPr lang="ar-SA" sz="1200" b="1" i="0" u="none" strike="noStrike" cap="none">
                <a:solidFill>
                  <a:schemeClr val="dk1"/>
                </a:solidFill>
                <a:latin typeface="Sakkal Majalla"/>
                <a:ea typeface="Sakkal Majalla"/>
                <a:cs typeface="Sakkal Majalla"/>
                <a:sym typeface="Sakkal Majalla"/>
              </a:rPr>
              <a:t>هل التقرير منظم ومقسّم بشكل منطقي؟	□	□</a:t>
            </a:r>
            <a:endParaRPr/>
          </a:p>
          <a:p>
            <a:pPr marL="0" marR="0" lvl="0" indent="0" algn="r" rtl="0">
              <a:spcBef>
                <a:spcPts val="0"/>
              </a:spcBef>
              <a:spcAft>
                <a:spcPts val="0"/>
              </a:spcAft>
              <a:buNone/>
            </a:pPr>
            <a:endParaRPr sz="1200" b="1" i="0" u="none" strike="noStrike" cap="none">
              <a:solidFill>
                <a:schemeClr val="dk1"/>
              </a:solidFill>
              <a:latin typeface="Sakkal Majalla"/>
              <a:ea typeface="Sakkal Majalla"/>
              <a:cs typeface="Sakkal Majalla"/>
              <a:sym typeface="Sakkal Majalla"/>
            </a:endParaRPr>
          </a:p>
          <a:p>
            <a:pPr marL="0" marR="0" lvl="0" indent="0" algn="r" rtl="0">
              <a:spcBef>
                <a:spcPts val="0"/>
              </a:spcBef>
              <a:spcAft>
                <a:spcPts val="0"/>
              </a:spcAft>
              <a:buNone/>
            </a:pPr>
            <a:r>
              <a:rPr lang="ar-SA" sz="1200" b="1" i="0" u="none" strike="noStrike" cap="none">
                <a:solidFill>
                  <a:schemeClr val="dk1"/>
                </a:solidFill>
                <a:latin typeface="Sakkal Majalla"/>
                <a:ea typeface="Sakkal Majalla"/>
                <a:cs typeface="Sakkal Majalla"/>
                <a:sym typeface="Sakkal Majalla"/>
              </a:rPr>
              <a:t>4. موضوعية التقرير ومصداقيته</a:t>
            </a:r>
            <a:endParaRPr/>
          </a:p>
          <a:p>
            <a:pPr marL="0" marR="0" lvl="0" indent="0" algn="r" rtl="0">
              <a:spcBef>
                <a:spcPts val="0"/>
              </a:spcBef>
              <a:spcAft>
                <a:spcPts val="0"/>
              </a:spcAft>
              <a:buNone/>
            </a:pPr>
            <a:r>
              <a:rPr lang="ar-SA" sz="1200" b="1" i="0" u="none" strike="noStrike" cap="none">
                <a:solidFill>
                  <a:schemeClr val="dk1"/>
                </a:solidFill>
                <a:latin typeface="Sakkal Majalla"/>
                <a:ea typeface="Sakkal Majalla"/>
                <a:cs typeface="Sakkal Majalla"/>
                <a:sym typeface="Sakkal Majalla"/>
              </a:rPr>
              <a:t>المعيار	نعم	لا</a:t>
            </a:r>
            <a:endParaRPr/>
          </a:p>
          <a:p>
            <a:pPr marL="0" marR="0" lvl="0" indent="0" algn="r" rtl="0">
              <a:spcBef>
                <a:spcPts val="0"/>
              </a:spcBef>
              <a:spcAft>
                <a:spcPts val="0"/>
              </a:spcAft>
              <a:buNone/>
            </a:pPr>
            <a:r>
              <a:rPr lang="ar-SA" sz="1200" b="1" i="0" u="none" strike="noStrike" cap="none">
                <a:solidFill>
                  <a:schemeClr val="dk1"/>
                </a:solidFill>
                <a:latin typeface="Sakkal Majalla"/>
                <a:ea typeface="Sakkal Majalla"/>
                <a:cs typeface="Sakkal Majalla"/>
                <a:sym typeface="Sakkal Majalla"/>
              </a:rPr>
              <a:t>هل يعتمد التقرير على حقائق وأدلة فقط دون آراء شخصية؟    	□	□</a:t>
            </a:r>
            <a:endParaRPr/>
          </a:p>
          <a:p>
            <a:pPr marL="0" marR="0" lvl="0" indent="0" algn="r" rtl="0">
              <a:spcBef>
                <a:spcPts val="0"/>
              </a:spcBef>
              <a:spcAft>
                <a:spcPts val="0"/>
              </a:spcAft>
              <a:buNone/>
            </a:pPr>
            <a:r>
              <a:rPr lang="ar-SA" sz="1200" b="1" i="0" u="none" strike="noStrike" cap="none">
                <a:solidFill>
                  <a:schemeClr val="dk1"/>
                </a:solidFill>
                <a:latin typeface="Sakkal Majalla"/>
                <a:ea typeface="Sakkal Majalla"/>
                <a:cs typeface="Sakkal Majalla"/>
                <a:sym typeface="Sakkal Majalla"/>
              </a:rPr>
              <a:t>هل تم ذكر مصدر كل ملاحظة أو معلومة بشكل صحيح؟              	□	□</a:t>
            </a:r>
            <a:endParaRPr/>
          </a:p>
          <a:p>
            <a:pPr marL="0" marR="0" lvl="0" indent="0" algn="r" rtl="0">
              <a:spcBef>
                <a:spcPts val="0"/>
              </a:spcBef>
              <a:spcAft>
                <a:spcPts val="0"/>
              </a:spcAft>
              <a:buNone/>
            </a:pPr>
            <a:endParaRPr sz="1200" b="1" i="0" u="none" strike="noStrike" cap="none">
              <a:solidFill>
                <a:schemeClr val="dk1"/>
              </a:solidFill>
              <a:latin typeface="Sakkal Majalla"/>
              <a:ea typeface="Sakkal Majalla"/>
              <a:cs typeface="Sakkal Majalla"/>
              <a:sym typeface="Sakkal Majalla"/>
            </a:endParaRPr>
          </a:p>
          <a:p>
            <a:pPr marL="0" marR="0" lvl="0" indent="0" algn="r" rtl="0">
              <a:spcBef>
                <a:spcPts val="0"/>
              </a:spcBef>
              <a:spcAft>
                <a:spcPts val="0"/>
              </a:spcAft>
              <a:buNone/>
            </a:pPr>
            <a:r>
              <a:rPr lang="ar-SA" sz="1200" b="1" i="0" u="none" strike="noStrike" cap="none">
                <a:solidFill>
                  <a:schemeClr val="dk1"/>
                </a:solidFill>
                <a:latin typeface="Sakkal Majalla"/>
                <a:ea typeface="Sakkal Majalla"/>
                <a:cs typeface="Sakkal Majalla"/>
                <a:sym typeface="Sakkal Majalla"/>
              </a:rPr>
              <a:t>5. توصيات قابلة للتطبيق</a:t>
            </a:r>
            <a:endParaRPr/>
          </a:p>
          <a:p>
            <a:pPr marL="0" marR="0" lvl="0" indent="0" algn="r" rtl="0">
              <a:spcBef>
                <a:spcPts val="0"/>
              </a:spcBef>
              <a:spcAft>
                <a:spcPts val="0"/>
              </a:spcAft>
              <a:buNone/>
            </a:pPr>
            <a:r>
              <a:rPr lang="ar-SA" sz="1200" b="1" i="0" u="none" strike="noStrike" cap="none">
                <a:solidFill>
                  <a:schemeClr val="dk1"/>
                </a:solidFill>
                <a:latin typeface="Sakkal Majalla"/>
                <a:ea typeface="Sakkal Majalla"/>
                <a:cs typeface="Sakkal Majalla"/>
                <a:sym typeface="Sakkal Majalla"/>
              </a:rPr>
              <a:t>المعيار	نعم	لا</a:t>
            </a:r>
            <a:endParaRPr/>
          </a:p>
          <a:p>
            <a:pPr marL="0" marR="0" lvl="0" indent="0" algn="r" rtl="0">
              <a:spcBef>
                <a:spcPts val="0"/>
              </a:spcBef>
              <a:spcAft>
                <a:spcPts val="0"/>
              </a:spcAft>
              <a:buNone/>
            </a:pPr>
            <a:r>
              <a:rPr lang="ar-SA" sz="1200" b="1" i="0" u="none" strike="noStrike" cap="none">
                <a:solidFill>
                  <a:schemeClr val="dk1"/>
                </a:solidFill>
                <a:latin typeface="Sakkal Majalla"/>
                <a:ea typeface="Sakkal Majalla"/>
                <a:cs typeface="Sakkal Majalla"/>
                <a:sym typeface="Sakkal Majalla"/>
              </a:rPr>
              <a:t>هل تتوافق التوصيات مع نتائج التقرير؟	□	□</a:t>
            </a:r>
            <a:endParaRPr/>
          </a:p>
          <a:p>
            <a:pPr marL="0" marR="0" lvl="0" indent="0" algn="r" rtl="0">
              <a:spcBef>
                <a:spcPts val="0"/>
              </a:spcBef>
              <a:spcAft>
                <a:spcPts val="0"/>
              </a:spcAft>
              <a:buNone/>
            </a:pPr>
            <a:r>
              <a:rPr lang="ar-SA" sz="1200" b="1" i="0" u="none" strike="noStrike" cap="none">
                <a:solidFill>
                  <a:schemeClr val="dk1"/>
                </a:solidFill>
                <a:latin typeface="Sakkal Majalla"/>
                <a:ea typeface="Sakkal Majalla"/>
                <a:cs typeface="Sakkal Majalla"/>
                <a:sym typeface="Sakkal Majalla"/>
              </a:rPr>
              <a:t>هل التوصيات محددة وواضحة وقابلة للقياس والتنفيذ؟         	□	□</a:t>
            </a:r>
            <a:endParaRPr/>
          </a:p>
          <a:p>
            <a:pPr marL="0" marR="0" lvl="0" indent="0" algn="r" rtl="0">
              <a:spcBef>
                <a:spcPts val="0"/>
              </a:spcBef>
              <a:spcAft>
                <a:spcPts val="0"/>
              </a:spcAft>
              <a:buNone/>
            </a:pPr>
            <a:endParaRPr sz="1200" b="1" i="0" u="none" strike="noStrike" cap="none">
              <a:solidFill>
                <a:schemeClr val="dk1"/>
              </a:solidFill>
              <a:latin typeface="Sakkal Majalla"/>
              <a:ea typeface="Sakkal Majalla"/>
              <a:cs typeface="Sakkal Majalla"/>
              <a:sym typeface="Sakkal Majalla"/>
            </a:endParaRPr>
          </a:p>
          <a:p>
            <a:pPr marL="0" marR="0" lvl="0" indent="0" algn="r" rtl="0">
              <a:spcBef>
                <a:spcPts val="0"/>
              </a:spcBef>
              <a:spcAft>
                <a:spcPts val="0"/>
              </a:spcAft>
              <a:buNone/>
            </a:pPr>
            <a:r>
              <a:rPr lang="ar-SA" sz="1200" b="1" i="0" u="none" strike="noStrike" cap="none">
                <a:solidFill>
                  <a:schemeClr val="dk1"/>
                </a:solidFill>
                <a:latin typeface="Sakkal Majalla"/>
                <a:ea typeface="Sakkal Majalla"/>
                <a:cs typeface="Sakkal Majalla"/>
                <a:sym typeface="Sakkal Majalla"/>
              </a:rPr>
              <a:t>	</a:t>
            </a:r>
            <a:endParaRPr/>
          </a:p>
        </p:txBody>
      </p:sp>
      <p:sp>
        <p:nvSpPr>
          <p:cNvPr id="16571" name="Google Shape;16571;p424"/>
          <p:cNvSpPr txBox="1"/>
          <p:nvPr/>
        </p:nvSpPr>
        <p:spPr>
          <a:xfrm>
            <a:off x="176784" y="1233581"/>
            <a:ext cx="6117336" cy="3992150"/>
          </a:xfrm>
          <a:prstGeom prst="rect">
            <a:avLst/>
          </a:prstGeom>
          <a:noFill/>
          <a:ln>
            <a:noFill/>
          </a:ln>
        </p:spPr>
        <p:txBody>
          <a:bodyPr spcFirstLastPara="1" wrap="square" lIns="0" tIns="0" rIns="0" bIns="0" anchor="t" anchorCtr="0">
            <a:noAutofit/>
          </a:bodyPr>
          <a:lstStyle/>
          <a:p>
            <a:pPr marL="0" marR="0" lvl="0" indent="0" algn="r" rtl="0">
              <a:spcBef>
                <a:spcPts val="0"/>
              </a:spcBef>
              <a:spcAft>
                <a:spcPts val="0"/>
              </a:spcAft>
              <a:buNone/>
            </a:pPr>
            <a:r>
              <a:rPr lang="ar-SA" sz="1200" b="1" i="0" u="none" strike="noStrike" cap="none">
                <a:solidFill>
                  <a:schemeClr val="dk1"/>
                </a:solidFill>
                <a:latin typeface="Sakkal Majalla"/>
                <a:ea typeface="Sakkal Majalla"/>
                <a:cs typeface="Sakkal Majalla"/>
                <a:sym typeface="Sakkal Majalla"/>
              </a:rPr>
              <a:t>	</a:t>
            </a:r>
            <a:endParaRPr/>
          </a:p>
          <a:p>
            <a:pPr marL="0" marR="0" lvl="0" indent="0" algn="r" rtl="0">
              <a:spcBef>
                <a:spcPts val="0"/>
              </a:spcBef>
              <a:spcAft>
                <a:spcPts val="0"/>
              </a:spcAft>
              <a:buNone/>
            </a:pPr>
            <a:r>
              <a:rPr lang="ar-SA" sz="1200" b="1" i="0" u="none" strike="noStrike" cap="none">
                <a:solidFill>
                  <a:schemeClr val="dk1"/>
                </a:solidFill>
                <a:latin typeface="Sakkal Majalla"/>
                <a:ea typeface="Sakkal Majalla"/>
                <a:cs typeface="Sakkal Majalla"/>
                <a:sym typeface="Sakkal Majalla"/>
              </a:rPr>
              <a:t>6. الاتساق مع بروتوكولات التفتي</a:t>
            </a:r>
            <a:endParaRPr/>
          </a:p>
          <a:p>
            <a:pPr marL="0" marR="0" lvl="0" indent="0" algn="r" rtl="0">
              <a:spcBef>
                <a:spcPts val="0"/>
              </a:spcBef>
              <a:spcAft>
                <a:spcPts val="0"/>
              </a:spcAft>
              <a:buNone/>
            </a:pPr>
            <a:r>
              <a:rPr lang="ar-SA" sz="1200" b="1" i="0" u="none" strike="noStrike" cap="none">
                <a:solidFill>
                  <a:schemeClr val="dk1"/>
                </a:solidFill>
                <a:latin typeface="Sakkal Majalla"/>
                <a:ea typeface="Sakkal Majalla"/>
                <a:cs typeface="Sakkal Majalla"/>
                <a:sym typeface="Sakkal Majalla"/>
              </a:rPr>
              <a:t>المعيار	نعم	لا</a:t>
            </a:r>
            <a:endParaRPr/>
          </a:p>
          <a:p>
            <a:pPr marL="0" marR="0" lvl="0" indent="0" algn="r" rtl="0">
              <a:spcBef>
                <a:spcPts val="0"/>
              </a:spcBef>
              <a:spcAft>
                <a:spcPts val="0"/>
              </a:spcAft>
              <a:buNone/>
            </a:pPr>
            <a:r>
              <a:rPr lang="ar-SA" sz="1200" b="1" i="0" u="none" strike="noStrike" cap="none">
                <a:solidFill>
                  <a:schemeClr val="dk1"/>
                </a:solidFill>
                <a:latin typeface="Sakkal Majalla"/>
                <a:ea typeface="Sakkal Majalla"/>
                <a:cs typeface="Sakkal Majalla"/>
                <a:sym typeface="Sakkal Majalla"/>
              </a:rPr>
              <a:t>هل تم استخدام نماذج التوثيق المعتمدة؟	□	□</a:t>
            </a:r>
            <a:endParaRPr/>
          </a:p>
          <a:p>
            <a:pPr marL="0" marR="0" lvl="0" indent="0" algn="r" rtl="0">
              <a:spcBef>
                <a:spcPts val="0"/>
              </a:spcBef>
              <a:spcAft>
                <a:spcPts val="0"/>
              </a:spcAft>
              <a:buNone/>
            </a:pPr>
            <a:r>
              <a:rPr lang="ar-SA" sz="1200" b="1" i="0" u="none" strike="noStrike" cap="none">
                <a:solidFill>
                  <a:schemeClr val="dk1"/>
                </a:solidFill>
                <a:latin typeface="Sakkal Majalla"/>
                <a:ea typeface="Sakkal Majalla"/>
                <a:cs typeface="Sakkal Majalla"/>
                <a:sym typeface="Sakkal Majalla"/>
              </a:rPr>
              <a:t>هل يتماشى التقرير مع منهجية التصنيف المعتمدة؟                    	□	□</a:t>
            </a:r>
            <a:endParaRPr/>
          </a:p>
          <a:p>
            <a:pPr marL="0" marR="0" lvl="0" indent="0" algn="r" rtl="0">
              <a:spcBef>
                <a:spcPts val="0"/>
              </a:spcBef>
              <a:spcAft>
                <a:spcPts val="0"/>
              </a:spcAft>
              <a:buNone/>
            </a:pPr>
            <a:endParaRPr sz="1200" b="1" i="0" u="none" strike="noStrike" cap="none">
              <a:solidFill>
                <a:schemeClr val="dk1"/>
              </a:solidFill>
              <a:latin typeface="Sakkal Majalla"/>
              <a:ea typeface="Sakkal Majalla"/>
              <a:cs typeface="Sakkal Majalla"/>
              <a:sym typeface="Sakkal Majalla"/>
            </a:endParaRPr>
          </a:p>
          <a:p>
            <a:pPr marL="0" marR="0" lvl="0" indent="0" algn="r" rtl="0">
              <a:spcBef>
                <a:spcPts val="0"/>
              </a:spcBef>
              <a:spcAft>
                <a:spcPts val="0"/>
              </a:spcAft>
              <a:buNone/>
            </a:pPr>
            <a:r>
              <a:rPr lang="ar-SA" sz="1200" b="1" i="0" u="none" strike="noStrike" cap="none">
                <a:solidFill>
                  <a:schemeClr val="dk1"/>
                </a:solidFill>
                <a:latin typeface="Sakkal Majalla"/>
                <a:ea typeface="Sakkal Majalla"/>
                <a:cs typeface="Sakkal Majalla"/>
                <a:sym typeface="Sakkal Majalla"/>
              </a:rPr>
              <a:t>7. الخلاصة النهائية للتقرير</a:t>
            </a:r>
            <a:endParaRPr/>
          </a:p>
          <a:p>
            <a:pPr marL="0" marR="0" lvl="0" indent="0" algn="r" rtl="0">
              <a:spcBef>
                <a:spcPts val="0"/>
              </a:spcBef>
              <a:spcAft>
                <a:spcPts val="0"/>
              </a:spcAft>
              <a:buNone/>
            </a:pPr>
            <a:r>
              <a:rPr lang="ar-SA" sz="1200" b="1" i="0" u="none" strike="noStrike" cap="none">
                <a:solidFill>
                  <a:schemeClr val="dk1"/>
                </a:solidFill>
                <a:latin typeface="Sakkal Majalla"/>
                <a:ea typeface="Sakkal Majalla"/>
                <a:cs typeface="Sakkal Majalla"/>
                <a:sym typeface="Sakkal Majalla"/>
              </a:rPr>
              <a:t>المعيار	نعم	لا</a:t>
            </a:r>
            <a:endParaRPr/>
          </a:p>
          <a:p>
            <a:pPr marL="0" marR="0" lvl="0" indent="0" algn="r" rtl="0">
              <a:spcBef>
                <a:spcPts val="0"/>
              </a:spcBef>
              <a:spcAft>
                <a:spcPts val="0"/>
              </a:spcAft>
              <a:buNone/>
            </a:pPr>
            <a:r>
              <a:rPr lang="ar-SA" sz="1200" b="1" i="0" u="none" strike="noStrike" cap="none">
                <a:solidFill>
                  <a:schemeClr val="dk1"/>
                </a:solidFill>
                <a:latin typeface="Sakkal Majalla"/>
                <a:ea typeface="Sakkal Majalla"/>
                <a:cs typeface="Sakkal Majalla"/>
                <a:sym typeface="Sakkal Majalla"/>
              </a:rPr>
              <a:t> هل تعكس الخلاصة الوضع الفعلي بدقة؟	□	□</a:t>
            </a:r>
            <a:endParaRPr/>
          </a:p>
          <a:p>
            <a:pPr marL="0" marR="0" lvl="0" indent="0" algn="r" rtl="0">
              <a:spcBef>
                <a:spcPts val="0"/>
              </a:spcBef>
              <a:spcAft>
                <a:spcPts val="0"/>
              </a:spcAft>
              <a:buNone/>
            </a:pPr>
            <a:r>
              <a:rPr lang="ar-SA" sz="1200" b="1" i="0" u="none" strike="noStrike" cap="none">
                <a:solidFill>
                  <a:schemeClr val="dk1"/>
                </a:solidFill>
                <a:latin typeface="Sakkal Majalla"/>
                <a:ea typeface="Sakkal Majalla"/>
                <a:cs typeface="Sakkal Majalla"/>
                <a:sym typeface="Sakkal Majalla"/>
              </a:rPr>
              <a:t>هل تشمل أبرز الملاحظات وأهم التوصيات؟                                    	□	□</a:t>
            </a:r>
            <a:endParaRPr/>
          </a:p>
          <a:p>
            <a:pPr marL="0" marR="0" lvl="0" indent="0" algn="r" rtl="0">
              <a:spcBef>
                <a:spcPts val="0"/>
              </a:spcBef>
              <a:spcAft>
                <a:spcPts val="0"/>
              </a:spcAft>
              <a:buNone/>
            </a:pPr>
            <a:endParaRPr sz="1200" b="1" i="0" u="none" strike="noStrike" cap="none">
              <a:solidFill>
                <a:schemeClr val="dk1"/>
              </a:solidFill>
              <a:latin typeface="Sakkal Majalla"/>
              <a:ea typeface="Sakkal Majalla"/>
              <a:cs typeface="Sakkal Majalla"/>
              <a:sym typeface="Sakkal Majalla"/>
            </a:endParaRPr>
          </a:p>
          <a:p>
            <a:pPr marL="0" marR="0" lvl="0" indent="0" algn="r" rtl="0">
              <a:spcBef>
                <a:spcPts val="0"/>
              </a:spcBef>
              <a:spcAft>
                <a:spcPts val="0"/>
              </a:spcAft>
              <a:buNone/>
            </a:pPr>
            <a:r>
              <a:rPr lang="ar-SA" sz="1200" b="1" i="0" u="none" strike="noStrike" cap="none">
                <a:solidFill>
                  <a:schemeClr val="dk1"/>
                </a:solidFill>
                <a:latin typeface="Sakkal Majalla"/>
                <a:ea typeface="Sakkal Majalla"/>
                <a:cs typeface="Sakkal Majalla"/>
                <a:sym typeface="Sakkal Majalla"/>
              </a:rPr>
              <a:t>درجة التقييم الذاتي</a:t>
            </a:r>
            <a:endParaRPr/>
          </a:p>
          <a:p>
            <a:pPr marL="0" marR="0" lvl="0" indent="0" algn="r" rtl="0">
              <a:spcBef>
                <a:spcPts val="0"/>
              </a:spcBef>
              <a:spcAft>
                <a:spcPts val="0"/>
              </a:spcAft>
              <a:buNone/>
            </a:pPr>
            <a:r>
              <a:rPr lang="ar-SA" sz="1200" b="1" i="0" u="none" strike="noStrike" cap="none">
                <a:solidFill>
                  <a:schemeClr val="dk1"/>
                </a:solidFill>
                <a:latin typeface="Sakkal Majalla"/>
                <a:ea typeface="Sakkal Majalla"/>
                <a:cs typeface="Sakkal Majalla"/>
                <a:sym typeface="Sakkal Majalla"/>
              </a:rPr>
              <a:t>عدد الإجابات (نعم): ____ من 14</a:t>
            </a:r>
            <a:endParaRPr/>
          </a:p>
          <a:p>
            <a:pPr marL="0" marR="0" lvl="0" indent="0" algn="r" rtl="0">
              <a:spcBef>
                <a:spcPts val="0"/>
              </a:spcBef>
              <a:spcAft>
                <a:spcPts val="0"/>
              </a:spcAft>
              <a:buNone/>
            </a:pPr>
            <a:r>
              <a:rPr lang="ar-SA" sz="1200" b="1" i="0" u="none" strike="noStrike" cap="none">
                <a:solidFill>
                  <a:schemeClr val="dk1"/>
                </a:solidFill>
                <a:latin typeface="Sakkal Majalla"/>
                <a:ea typeface="Sakkal Majalla"/>
                <a:cs typeface="Sakkal Majalla"/>
                <a:sym typeface="Sakkal Majalla"/>
              </a:rPr>
              <a:t>التقييم:</a:t>
            </a:r>
            <a:endParaRPr/>
          </a:p>
          <a:p>
            <a:pPr marL="0" marR="0" lvl="0" indent="0" algn="r" rtl="0">
              <a:spcBef>
                <a:spcPts val="0"/>
              </a:spcBef>
              <a:spcAft>
                <a:spcPts val="0"/>
              </a:spcAft>
              <a:buNone/>
            </a:pPr>
            <a:r>
              <a:rPr lang="ar-SA" sz="1200" b="1" i="0" u="none" strike="noStrike" cap="none">
                <a:solidFill>
                  <a:schemeClr val="dk1"/>
                </a:solidFill>
                <a:latin typeface="Sakkal Majalla"/>
                <a:ea typeface="Sakkal Majalla"/>
                <a:cs typeface="Sakkal Majalla"/>
                <a:sym typeface="Sakkal Majalla"/>
              </a:rPr>
              <a:t>- 12–14 = تقرير عالي الجودة</a:t>
            </a:r>
            <a:endParaRPr/>
          </a:p>
          <a:p>
            <a:pPr marL="0" marR="0" lvl="0" indent="0" algn="r" rtl="0">
              <a:spcBef>
                <a:spcPts val="0"/>
              </a:spcBef>
              <a:spcAft>
                <a:spcPts val="0"/>
              </a:spcAft>
              <a:buNone/>
            </a:pPr>
            <a:r>
              <a:rPr lang="ar-SA" sz="1200" b="1" i="0" u="none" strike="noStrike" cap="none">
                <a:solidFill>
                  <a:schemeClr val="dk1"/>
                </a:solidFill>
                <a:latin typeface="Sakkal Majalla"/>
                <a:ea typeface="Sakkal Majalla"/>
                <a:cs typeface="Sakkal Majalla"/>
                <a:sym typeface="Sakkal Majalla"/>
              </a:rPr>
              <a:t>- 9–11 = تقرير جيد يحتاج تحسينًا بسيطًا</a:t>
            </a:r>
            <a:endParaRPr/>
          </a:p>
          <a:p>
            <a:pPr marL="0" marR="0" lvl="0" indent="0" algn="r" rtl="0">
              <a:spcBef>
                <a:spcPts val="0"/>
              </a:spcBef>
              <a:spcAft>
                <a:spcPts val="0"/>
              </a:spcAft>
              <a:buNone/>
            </a:pPr>
            <a:r>
              <a:rPr lang="ar-SA" sz="1200" b="1" i="0" u="none" strike="noStrike" cap="none">
                <a:solidFill>
                  <a:schemeClr val="dk1"/>
                </a:solidFill>
                <a:latin typeface="Sakkal Majalla"/>
                <a:ea typeface="Sakkal Majalla"/>
                <a:cs typeface="Sakkal Majalla"/>
                <a:sym typeface="Sakkal Majalla"/>
              </a:rPr>
              <a:t>- 6–8 = تقرير متوسط يحتاج تطويرًا واضحًا</a:t>
            </a:r>
            <a:endParaRPr/>
          </a:p>
          <a:p>
            <a:pPr marL="0" marR="0" lvl="0" indent="0" algn="r" rtl="0">
              <a:spcBef>
                <a:spcPts val="0"/>
              </a:spcBef>
              <a:spcAft>
                <a:spcPts val="0"/>
              </a:spcAft>
              <a:buNone/>
            </a:pPr>
            <a:r>
              <a:rPr lang="ar-SA" sz="1200" b="1" i="0" u="none" strike="noStrike" cap="none">
                <a:solidFill>
                  <a:schemeClr val="dk1"/>
                </a:solidFill>
                <a:latin typeface="Sakkal Majalla"/>
                <a:ea typeface="Sakkal Majalla"/>
                <a:cs typeface="Sakkal Majalla"/>
                <a:sym typeface="Sakkal Majalla"/>
              </a:rPr>
              <a:t>- أقل من 6 = التقرير يحتاج إعادة بناء</a:t>
            </a:r>
            <a:endParaRPr/>
          </a:p>
        </p:txBody>
      </p:sp>
    </p:spTree>
  </p:cSld>
  <p:clrMapOvr>
    <a:masterClrMapping/>
  </p:clrMapOvr>
  <p:transition spd="med"/>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16576"/>
        <p:cNvGrpSpPr/>
        <p:nvPr/>
      </p:nvGrpSpPr>
      <p:grpSpPr>
        <a:xfrm>
          <a:off x="0" y="0"/>
          <a:ext cx="0" cy="0"/>
          <a:chOff x="0" y="0"/>
          <a:chExt cx="0" cy="0"/>
        </a:xfrm>
      </p:grpSpPr>
      <p:sp>
        <p:nvSpPr>
          <p:cNvPr id="16577" name="Google Shape;16577;p425"/>
          <p:cNvSpPr txBox="1"/>
          <p:nvPr/>
        </p:nvSpPr>
        <p:spPr>
          <a:xfrm flipH="1">
            <a:off x="724415" y="157767"/>
            <a:ext cx="10743169" cy="830045"/>
          </a:xfrm>
          <a:prstGeom prst="rect">
            <a:avLst/>
          </a:prstGeom>
          <a:noFill/>
          <a:ln>
            <a:noFill/>
          </a:ln>
        </p:spPr>
        <p:txBody>
          <a:bodyPr spcFirstLastPara="1" wrap="square" lIns="0" tIns="0" rIns="0" bIns="0" anchor="ctr" anchorCtr="0">
            <a:normAutofit/>
          </a:bodyPr>
          <a:lstStyle/>
          <a:p>
            <a:pPr marL="0" marR="0" lvl="0" indent="0" algn="r" rtl="1">
              <a:lnSpc>
                <a:spcPct val="90000"/>
              </a:lnSpc>
              <a:spcBef>
                <a:spcPts val="0"/>
              </a:spcBef>
              <a:spcAft>
                <a:spcPts val="0"/>
              </a:spcAft>
              <a:buClr>
                <a:srgbClr val="008657"/>
              </a:buClr>
              <a:buSzPts val="2800"/>
              <a:buFont typeface="Helvetica Neue"/>
              <a:buNone/>
            </a:pPr>
            <a:r>
              <a:rPr lang="ar-SA" sz="2600" b="0" i="0" u="none" strike="noStrike" cap="none">
                <a:solidFill>
                  <a:srgbClr val="008657"/>
                </a:solidFill>
                <a:latin typeface="Sakkal Majalla"/>
                <a:ea typeface="Sakkal Majalla"/>
                <a:cs typeface="Sakkal Majalla"/>
                <a:sym typeface="Sakkal Majalla"/>
              </a:rPr>
              <a:t>نموذج الاستبانة</a:t>
            </a:r>
            <a:endParaRPr sz="2600" b="0" i="0" u="none" strike="noStrike" cap="none">
              <a:solidFill>
                <a:srgbClr val="008657"/>
              </a:solidFill>
              <a:latin typeface="Sakkal Majalla"/>
              <a:ea typeface="Sakkal Majalla"/>
              <a:cs typeface="Sakkal Majalla"/>
              <a:sym typeface="Sakkal Majalla"/>
            </a:endParaRPr>
          </a:p>
        </p:txBody>
      </p:sp>
      <p:sp>
        <p:nvSpPr>
          <p:cNvPr id="16578" name="Google Shape;16578;p425"/>
          <p:cNvSpPr txBox="1"/>
          <p:nvPr/>
        </p:nvSpPr>
        <p:spPr>
          <a:xfrm flipH="1">
            <a:off x="5380892" y="720693"/>
            <a:ext cx="6086692" cy="443733"/>
          </a:xfrm>
          <a:prstGeom prst="rect">
            <a:avLst/>
          </a:prstGeom>
          <a:noFill/>
          <a:ln>
            <a:noFill/>
          </a:ln>
        </p:spPr>
        <p:txBody>
          <a:bodyPr spcFirstLastPara="1" wrap="square" lIns="0" tIns="0" rIns="0" bIns="0" anchor="t" anchorCtr="0">
            <a:noAutofit/>
          </a:bodyPr>
          <a:lstStyle/>
          <a:p>
            <a:pPr marL="0" marR="0" lvl="0" indent="0" algn="r" rtl="1">
              <a:lnSpc>
                <a:spcPct val="90000"/>
              </a:lnSpc>
              <a:spcBef>
                <a:spcPts val="1000"/>
              </a:spcBef>
              <a:spcAft>
                <a:spcPts val="0"/>
              </a:spcAft>
              <a:buClr>
                <a:srgbClr val="9D915D"/>
              </a:buClr>
              <a:buSzPts val="2000"/>
              <a:buFont typeface="Arial"/>
              <a:buNone/>
            </a:pPr>
            <a:r>
              <a:rPr lang="ar-SA" sz="2000" b="1" i="0" u="none" strike="noStrike" cap="none">
                <a:solidFill>
                  <a:srgbClr val="9D915D"/>
                </a:solidFill>
                <a:latin typeface="Sakkal Majalla"/>
                <a:ea typeface="Sakkal Majalla"/>
                <a:cs typeface="Sakkal Majalla"/>
                <a:sym typeface="Sakkal Majalla"/>
              </a:rPr>
              <a:t>نموذج عامل كمثال لخطة التفتيش</a:t>
            </a:r>
            <a:endParaRPr sz="1600" b="1" i="0" u="none" strike="noStrike" cap="none">
              <a:solidFill>
                <a:schemeClr val="dk1"/>
              </a:solidFill>
              <a:latin typeface="Sakkal Majalla"/>
              <a:ea typeface="Sakkal Majalla"/>
              <a:cs typeface="Sakkal Majalla"/>
              <a:sym typeface="Sakkal Majalla"/>
            </a:endParaRPr>
          </a:p>
        </p:txBody>
      </p:sp>
      <p:sp>
        <p:nvSpPr>
          <p:cNvPr id="16579" name="Google Shape;16579;p425"/>
          <p:cNvSpPr/>
          <p:nvPr/>
        </p:nvSpPr>
        <p:spPr>
          <a:xfrm>
            <a:off x="547688" y="1207008"/>
            <a:ext cx="11087100" cy="4930300"/>
          </a:xfrm>
          <a:prstGeom prst="rect">
            <a:avLst/>
          </a:prstGeom>
          <a:solidFill>
            <a:srgbClr val="F0EBE0"/>
          </a:solidFill>
          <a:ln>
            <a:noFill/>
          </a:ln>
        </p:spPr>
        <p:txBody>
          <a:bodyPr spcFirstLastPara="1" wrap="square" lIns="91425" tIns="45700" rIns="91425" bIns="45700" anchor="ctr" anchorCtr="0">
            <a:noAutofit/>
          </a:bodyPr>
          <a:lstStyle/>
          <a:p>
            <a:pPr marL="0" marR="0" lvl="0" indent="0" algn="ctr" rtl="1">
              <a:spcBef>
                <a:spcPts val="0"/>
              </a:spcBef>
              <a:spcAft>
                <a:spcPts val="0"/>
              </a:spcAft>
              <a:buNone/>
            </a:pPr>
            <a:endParaRPr sz="1800" b="0" i="0" u="none" strike="noStrike" cap="none">
              <a:solidFill>
                <a:schemeClr val="dk1"/>
              </a:solidFill>
              <a:latin typeface="Sakkal Majalla"/>
              <a:ea typeface="Sakkal Majalla"/>
              <a:cs typeface="Sakkal Majalla"/>
              <a:sym typeface="Sakkal Majalla"/>
            </a:endParaRPr>
          </a:p>
        </p:txBody>
      </p:sp>
      <p:sp>
        <p:nvSpPr>
          <p:cNvPr id="16580" name="Google Shape;16580;p425"/>
          <p:cNvSpPr txBox="1"/>
          <p:nvPr/>
        </p:nvSpPr>
        <p:spPr>
          <a:xfrm>
            <a:off x="3520440" y="1298448"/>
            <a:ext cx="7415784" cy="3346704"/>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1600"/>
              <a:buFont typeface="Sakkal Majalla"/>
              <a:buNone/>
            </a:pPr>
            <a:endParaRPr sz="1600" b="0" i="0" u="none" strike="noStrike" cap="none">
              <a:solidFill>
                <a:schemeClr val="dk1"/>
              </a:solidFill>
              <a:latin typeface="Sakkal Majalla"/>
              <a:ea typeface="Sakkal Majalla"/>
              <a:cs typeface="Sakkal Majalla"/>
              <a:sym typeface="Sakkal Majalla"/>
            </a:endParaRPr>
          </a:p>
        </p:txBody>
      </p:sp>
      <p:sp>
        <p:nvSpPr>
          <p:cNvPr id="16581" name="Google Shape;16581;p425"/>
          <p:cNvSpPr txBox="1"/>
          <p:nvPr/>
        </p:nvSpPr>
        <p:spPr>
          <a:xfrm>
            <a:off x="6096000" y="1207008"/>
            <a:ext cx="5623560" cy="5340096"/>
          </a:xfrm>
          <a:prstGeom prst="rect">
            <a:avLst/>
          </a:prstGeom>
          <a:noFill/>
          <a:ln>
            <a:noFill/>
          </a:ln>
        </p:spPr>
        <p:txBody>
          <a:bodyPr spcFirstLastPara="1" wrap="square" lIns="0" tIns="0" rIns="0" bIns="0" anchor="t" anchorCtr="0">
            <a:noAutofit/>
          </a:bodyPr>
          <a:lstStyle/>
          <a:p>
            <a:pPr marL="457200" marR="0" lvl="1" indent="0" algn="r" rtl="1">
              <a:spcBef>
                <a:spcPts val="0"/>
              </a:spcBef>
              <a:spcAft>
                <a:spcPts val="0"/>
              </a:spcAft>
              <a:buNone/>
            </a:pPr>
            <a:endParaRPr sz="1200" b="1" i="0" u="none" strike="noStrike" cap="none">
              <a:solidFill>
                <a:schemeClr val="dk1"/>
              </a:solidFill>
              <a:latin typeface="Sakkal Majalla"/>
              <a:ea typeface="Sakkal Majalla"/>
              <a:cs typeface="Sakkal Majalla"/>
              <a:sym typeface="Sakkal Majalla"/>
            </a:endParaRPr>
          </a:p>
          <a:p>
            <a:pPr marL="457200" marR="0" lvl="1" indent="0" algn="r" rtl="1">
              <a:spcBef>
                <a:spcPts val="0"/>
              </a:spcBef>
              <a:spcAft>
                <a:spcPts val="0"/>
              </a:spcAft>
              <a:buNone/>
            </a:pPr>
            <a:r>
              <a:rPr lang="ar-SA" sz="1200" b="1" i="0" u="none" strike="noStrike" cap="none">
                <a:solidFill>
                  <a:schemeClr val="dk1"/>
                </a:solidFill>
                <a:latin typeface="Sakkal Majalla"/>
                <a:ea typeface="Sakkal Majalla"/>
                <a:cs typeface="Sakkal Majalla"/>
                <a:sym typeface="Sakkal Majalla"/>
              </a:rPr>
              <a:t>نموذج مختصر لخطة التفتيش</a:t>
            </a:r>
            <a:endParaRPr/>
          </a:p>
          <a:p>
            <a:pPr marL="457200" marR="0" lvl="1" indent="0" algn="r" rtl="1">
              <a:spcBef>
                <a:spcPts val="0"/>
              </a:spcBef>
              <a:spcAft>
                <a:spcPts val="0"/>
              </a:spcAft>
              <a:buNone/>
            </a:pPr>
            <a:r>
              <a:rPr lang="ar-SA" sz="1200" b="1" i="0" u="none" strike="noStrike" cap="none">
                <a:solidFill>
                  <a:schemeClr val="dk1"/>
                </a:solidFill>
                <a:latin typeface="Sakkal Majalla"/>
                <a:ea typeface="Sakkal Majalla"/>
                <a:cs typeface="Sakkal Majalla"/>
                <a:sym typeface="Sakkal Majalla"/>
              </a:rPr>
              <a:t>1. معلومات الزيارة</a:t>
            </a:r>
            <a:endParaRPr/>
          </a:p>
          <a:p>
            <a:pPr marL="457200" marR="0" lvl="1" indent="0" algn="r" rtl="1">
              <a:spcBef>
                <a:spcPts val="0"/>
              </a:spcBef>
              <a:spcAft>
                <a:spcPts val="0"/>
              </a:spcAft>
              <a:buNone/>
            </a:pPr>
            <a:r>
              <a:rPr lang="ar-SA" sz="1200" b="1" i="0" u="none" strike="noStrike" cap="none">
                <a:solidFill>
                  <a:schemeClr val="dk1"/>
                </a:solidFill>
                <a:latin typeface="Sakkal Majalla"/>
                <a:ea typeface="Sakkal Majalla"/>
                <a:cs typeface="Sakkal Majalla"/>
                <a:sym typeface="Sakkal Majalla"/>
              </a:rPr>
              <a:t>•	اسم المنشأة: ______________________</a:t>
            </a:r>
            <a:endParaRPr/>
          </a:p>
          <a:p>
            <a:pPr marL="457200" marR="0" lvl="1" indent="0" algn="r" rtl="1">
              <a:spcBef>
                <a:spcPts val="0"/>
              </a:spcBef>
              <a:spcAft>
                <a:spcPts val="0"/>
              </a:spcAft>
              <a:buNone/>
            </a:pPr>
            <a:r>
              <a:rPr lang="ar-SA" sz="1200" b="1" i="0" u="none" strike="noStrike" cap="none">
                <a:solidFill>
                  <a:schemeClr val="dk1"/>
                </a:solidFill>
                <a:latin typeface="Sakkal Majalla"/>
                <a:ea typeface="Sakkal Majalla"/>
                <a:cs typeface="Sakkal Majalla"/>
                <a:sym typeface="Sakkal Majalla"/>
              </a:rPr>
              <a:t>•	تاريخ الزيارة: ____ / ____ / ______</a:t>
            </a:r>
            <a:endParaRPr/>
          </a:p>
          <a:p>
            <a:pPr marL="457200" marR="0" lvl="1" indent="0" algn="r" rtl="1">
              <a:spcBef>
                <a:spcPts val="0"/>
              </a:spcBef>
              <a:spcAft>
                <a:spcPts val="0"/>
              </a:spcAft>
              <a:buNone/>
            </a:pPr>
            <a:r>
              <a:rPr lang="ar-SA" sz="1200" b="1" i="0" u="none" strike="noStrike" cap="none">
                <a:solidFill>
                  <a:schemeClr val="dk1"/>
                </a:solidFill>
                <a:latin typeface="Sakkal Majalla"/>
                <a:ea typeface="Sakkal Majalla"/>
                <a:cs typeface="Sakkal Majalla"/>
                <a:sym typeface="Sakkal Majalla"/>
              </a:rPr>
              <a:t>•	نوع الزيارة: مجدولة / غير مجدولة / متابعة</a:t>
            </a:r>
            <a:endParaRPr/>
          </a:p>
          <a:p>
            <a:pPr marL="457200" marR="0" lvl="1" indent="0" algn="r" rtl="1">
              <a:spcBef>
                <a:spcPts val="0"/>
              </a:spcBef>
              <a:spcAft>
                <a:spcPts val="0"/>
              </a:spcAft>
              <a:buNone/>
            </a:pPr>
            <a:r>
              <a:rPr lang="ar-SA" sz="1200" b="1" i="0" u="none" strike="noStrike" cap="none">
                <a:solidFill>
                  <a:schemeClr val="dk1"/>
                </a:solidFill>
                <a:latin typeface="Sakkal Majalla"/>
                <a:ea typeface="Sakkal Majalla"/>
                <a:cs typeface="Sakkal Majalla"/>
                <a:sym typeface="Sakkal Majalla"/>
              </a:rPr>
              <a:t>•	فريق التفتيش: ______________________</a:t>
            </a:r>
            <a:endParaRPr/>
          </a:p>
          <a:p>
            <a:pPr marL="457200" marR="0" lvl="1" indent="0" algn="r" rtl="1">
              <a:spcBef>
                <a:spcPts val="0"/>
              </a:spcBef>
              <a:spcAft>
                <a:spcPts val="0"/>
              </a:spcAft>
              <a:buNone/>
            </a:pPr>
            <a:r>
              <a:rPr lang="ar-SA" sz="1200" b="1" i="0" u="none" strike="noStrike" cap="none">
                <a:solidFill>
                  <a:schemeClr val="dk1"/>
                </a:solidFill>
                <a:latin typeface="Sakkal Majalla"/>
                <a:ea typeface="Sakkal Majalla"/>
                <a:cs typeface="Sakkal Majalla"/>
                <a:sym typeface="Sakkal Majalla"/>
              </a:rPr>
              <a:t>________________________________________</a:t>
            </a:r>
            <a:endParaRPr/>
          </a:p>
          <a:p>
            <a:pPr marL="457200" marR="0" lvl="1" indent="0" algn="r" rtl="1">
              <a:spcBef>
                <a:spcPts val="0"/>
              </a:spcBef>
              <a:spcAft>
                <a:spcPts val="0"/>
              </a:spcAft>
              <a:buNone/>
            </a:pPr>
            <a:r>
              <a:rPr lang="ar-SA" sz="1200" b="1" i="0" u="none" strike="noStrike" cap="none">
                <a:solidFill>
                  <a:schemeClr val="dk1"/>
                </a:solidFill>
                <a:latin typeface="Sakkal Majalla"/>
                <a:ea typeface="Sakkal Majalla"/>
                <a:cs typeface="Sakkal Majalla"/>
                <a:sym typeface="Sakkal Majalla"/>
              </a:rPr>
              <a:t>2. هدف الزيارة</a:t>
            </a:r>
            <a:endParaRPr/>
          </a:p>
          <a:p>
            <a:pPr marL="457200" marR="0" lvl="1" indent="0" algn="r" rtl="1">
              <a:spcBef>
                <a:spcPts val="0"/>
              </a:spcBef>
              <a:spcAft>
                <a:spcPts val="0"/>
              </a:spcAft>
              <a:buNone/>
            </a:pPr>
            <a:r>
              <a:rPr lang="ar-SA" sz="1200" b="1" i="0" u="none" strike="noStrike" cap="none">
                <a:solidFill>
                  <a:schemeClr val="dk1"/>
                </a:solidFill>
                <a:latin typeface="Sakkal Majalla"/>
                <a:ea typeface="Sakkal Majalla"/>
                <a:cs typeface="Sakkal Majalla"/>
                <a:sym typeface="Sakkal Majalla"/>
              </a:rPr>
              <a:t>•	________________________________________</a:t>
            </a:r>
            <a:endParaRPr/>
          </a:p>
          <a:p>
            <a:pPr marL="457200" marR="0" lvl="1" indent="0" algn="r" rtl="1">
              <a:spcBef>
                <a:spcPts val="0"/>
              </a:spcBef>
              <a:spcAft>
                <a:spcPts val="0"/>
              </a:spcAft>
              <a:buNone/>
            </a:pPr>
            <a:r>
              <a:rPr lang="ar-SA" sz="1200" b="1" i="0" u="none" strike="noStrike" cap="none">
                <a:solidFill>
                  <a:schemeClr val="dk1"/>
                </a:solidFill>
                <a:latin typeface="Sakkal Majalla"/>
                <a:ea typeface="Sakkal Majalla"/>
                <a:cs typeface="Sakkal Majalla"/>
                <a:sym typeface="Sakkal Majalla"/>
              </a:rPr>
              <a:t>________________________________________</a:t>
            </a:r>
            <a:endParaRPr/>
          </a:p>
          <a:p>
            <a:pPr marL="457200" marR="0" lvl="1" indent="0" algn="r" rtl="1">
              <a:spcBef>
                <a:spcPts val="0"/>
              </a:spcBef>
              <a:spcAft>
                <a:spcPts val="0"/>
              </a:spcAft>
              <a:buNone/>
            </a:pPr>
            <a:r>
              <a:rPr lang="ar-SA" sz="1200" b="1" i="0" u="none" strike="noStrike" cap="none">
                <a:solidFill>
                  <a:schemeClr val="dk1"/>
                </a:solidFill>
                <a:latin typeface="Sakkal Majalla"/>
                <a:ea typeface="Sakkal Majalla"/>
                <a:cs typeface="Sakkal Majalla"/>
                <a:sym typeface="Sakkal Majalla"/>
              </a:rPr>
              <a:t>3. نطاق التفتيش</a:t>
            </a:r>
            <a:endParaRPr/>
          </a:p>
          <a:p>
            <a:pPr marL="457200" marR="0" lvl="1" indent="-173038" algn="r" rtl="1">
              <a:spcBef>
                <a:spcPts val="0"/>
              </a:spcBef>
              <a:spcAft>
                <a:spcPts val="0"/>
              </a:spcAft>
              <a:buNone/>
            </a:pPr>
            <a:r>
              <a:rPr lang="ar-SA" sz="1200" b="1" i="0" u="none" strike="noStrike" cap="none">
                <a:solidFill>
                  <a:schemeClr val="dk1"/>
                </a:solidFill>
                <a:latin typeface="Sakkal Majalla"/>
                <a:ea typeface="Sakkal Majalla"/>
                <a:cs typeface="Sakkal Majalla"/>
                <a:sym typeface="Sakkal Majalla"/>
              </a:rPr>
              <a:t>•	المحاور الأساسية:</a:t>
            </a:r>
            <a:endParaRPr/>
          </a:p>
          <a:p>
            <a:pPr marL="457200" marR="0" lvl="1" indent="-173038" algn="r" rtl="1">
              <a:spcBef>
                <a:spcPts val="0"/>
              </a:spcBef>
              <a:spcAft>
                <a:spcPts val="0"/>
              </a:spcAft>
              <a:buNone/>
            </a:pPr>
            <a:r>
              <a:rPr lang="ar-SA" sz="1200" b="1" i="0" u="none" strike="noStrike" cap="none">
                <a:solidFill>
                  <a:schemeClr val="dk1"/>
                </a:solidFill>
                <a:latin typeface="Sakkal Majalla"/>
                <a:ea typeface="Sakkal Majalla"/>
                <a:cs typeface="Sakkal Majalla"/>
                <a:sym typeface="Sakkal Majalla"/>
              </a:rPr>
              <a:t>o	 السلامة</a:t>
            </a:r>
            <a:endParaRPr/>
          </a:p>
          <a:p>
            <a:pPr marL="457200" marR="0" lvl="1" indent="-173038" algn="r" rtl="1">
              <a:spcBef>
                <a:spcPts val="0"/>
              </a:spcBef>
              <a:spcAft>
                <a:spcPts val="0"/>
              </a:spcAft>
              <a:buNone/>
            </a:pPr>
            <a:r>
              <a:rPr lang="ar-SA" sz="1200" b="1" i="0" u="none" strike="noStrike" cap="none">
                <a:solidFill>
                  <a:schemeClr val="dk1"/>
                </a:solidFill>
                <a:latin typeface="Sakkal Majalla"/>
                <a:ea typeface="Sakkal Majalla"/>
                <a:cs typeface="Sakkal Majalla"/>
                <a:sym typeface="Sakkal Majalla"/>
              </a:rPr>
              <a:t>o	 مكافحة العدوى</a:t>
            </a:r>
            <a:endParaRPr/>
          </a:p>
          <a:p>
            <a:pPr marL="457200" marR="0" lvl="1" indent="-173038" algn="r" rtl="1">
              <a:spcBef>
                <a:spcPts val="0"/>
              </a:spcBef>
              <a:spcAft>
                <a:spcPts val="0"/>
              </a:spcAft>
              <a:buNone/>
            </a:pPr>
            <a:r>
              <a:rPr lang="ar-SA" sz="1200" b="1" i="0" u="none" strike="noStrike" cap="none">
                <a:solidFill>
                  <a:schemeClr val="dk1"/>
                </a:solidFill>
                <a:latin typeface="Sakkal Majalla"/>
                <a:ea typeface="Sakkal Majalla"/>
                <a:cs typeface="Sakkal Majalla"/>
                <a:sym typeface="Sakkal Majalla"/>
              </a:rPr>
              <a:t>o	 السجلات الطبية</a:t>
            </a:r>
            <a:endParaRPr/>
          </a:p>
          <a:p>
            <a:pPr marL="457200" marR="0" lvl="1" indent="-173038" algn="r" rtl="1">
              <a:spcBef>
                <a:spcPts val="0"/>
              </a:spcBef>
              <a:spcAft>
                <a:spcPts val="0"/>
              </a:spcAft>
              <a:buNone/>
            </a:pPr>
            <a:r>
              <a:rPr lang="ar-SA" sz="1200" b="1" i="0" u="none" strike="noStrike" cap="none">
                <a:solidFill>
                  <a:schemeClr val="dk1"/>
                </a:solidFill>
                <a:latin typeface="Sakkal Majalla"/>
                <a:ea typeface="Sakkal Majalla"/>
                <a:cs typeface="Sakkal Majalla"/>
                <a:sym typeface="Sakkal Majalla"/>
              </a:rPr>
              <a:t>o	 الموارد البشرية</a:t>
            </a:r>
            <a:endParaRPr/>
          </a:p>
          <a:p>
            <a:pPr marL="457200" marR="0" lvl="1" indent="-173038" algn="r" rtl="1">
              <a:spcBef>
                <a:spcPts val="0"/>
              </a:spcBef>
              <a:spcAft>
                <a:spcPts val="0"/>
              </a:spcAft>
              <a:buNone/>
            </a:pPr>
            <a:r>
              <a:rPr lang="ar-SA" sz="1200" b="1" i="0" u="none" strike="noStrike" cap="none">
                <a:solidFill>
                  <a:schemeClr val="dk1"/>
                </a:solidFill>
                <a:latin typeface="Sakkal Majalla"/>
                <a:ea typeface="Sakkal Majalla"/>
                <a:cs typeface="Sakkal Majalla"/>
                <a:sym typeface="Sakkal Majalla"/>
              </a:rPr>
              <a:t>o	 التجهيزات الطبية</a:t>
            </a:r>
            <a:endParaRPr/>
          </a:p>
          <a:p>
            <a:pPr marL="457200" marR="0" lvl="1" indent="-173038" algn="r" rtl="1">
              <a:spcBef>
                <a:spcPts val="0"/>
              </a:spcBef>
              <a:spcAft>
                <a:spcPts val="0"/>
              </a:spcAft>
              <a:buNone/>
            </a:pPr>
            <a:r>
              <a:rPr lang="ar-SA" sz="1200" b="1" i="0" u="none" strike="noStrike" cap="none">
                <a:solidFill>
                  <a:schemeClr val="dk1"/>
                </a:solidFill>
                <a:latin typeface="Sakkal Majalla"/>
                <a:ea typeface="Sakkal Majalla"/>
                <a:cs typeface="Sakkal Majalla"/>
                <a:sym typeface="Sakkal Majalla"/>
              </a:rPr>
              <a:t>o	 الأدوية والمستلزمات</a:t>
            </a:r>
            <a:endParaRPr/>
          </a:p>
          <a:p>
            <a:pPr marL="457200" marR="0" lvl="1" indent="-173038" algn="r" rtl="1">
              <a:spcBef>
                <a:spcPts val="0"/>
              </a:spcBef>
              <a:spcAft>
                <a:spcPts val="0"/>
              </a:spcAft>
              <a:buNone/>
            </a:pPr>
            <a:r>
              <a:rPr lang="ar-SA" sz="1200" b="1" i="0" u="none" strike="noStrike" cap="none">
                <a:solidFill>
                  <a:schemeClr val="dk1"/>
                </a:solidFill>
                <a:latin typeface="Sakkal Majalla"/>
                <a:ea typeface="Sakkal Majalla"/>
                <a:cs typeface="Sakkal Majalla"/>
                <a:sym typeface="Sakkal Majalla"/>
              </a:rPr>
              <a:t>o	 أخرى: ______________________</a:t>
            </a:r>
            <a:endParaRPr/>
          </a:p>
          <a:p>
            <a:pPr marL="457200" marR="0" lvl="1" indent="0" algn="r" rtl="1">
              <a:spcBef>
                <a:spcPts val="0"/>
              </a:spcBef>
              <a:spcAft>
                <a:spcPts val="0"/>
              </a:spcAft>
              <a:buNone/>
            </a:pPr>
            <a:r>
              <a:rPr lang="ar-SA" sz="1200" b="1" i="0" u="none" strike="noStrike" cap="none">
                <a:solidFill>
                  <a:schemeClr val="dk1"/>
                </a:solidFill>
                <a:latin typeface="Sakkal Majalla"/>
                <a:ea typeface="Sakkal Majalla"/>
                <a:cs typeface="Sakkal Majalla"/>
                <a:sym typeface="Sakkal Majalla"/>
              </a:rPr>
              <a:t>________________________________________</a:t>
            </a:r>
            <a:endParaRPr/>
          </a:p>
          <a:p>
            <a:pPr marL="457200" marR="0" lvl="1" indent="0" algn="r" rtl="1">
              <a:spcBef>
                <a:spcPts val="0"/>
              </a:spcBef>
              <a:spcAft>
                <a:spcPts val="0"/>
              </a:spcAft>
              <a:buNone/>
            </a:pPr>
            <a:r>
              <a:rPr lang="ar-SA" sz="1200" b="1" i="0" u="none" strike="noStrike" cap="none">
                <a:solidFill>
                  <a:schemeClr val="dk1"/>
                </a:solidFill>
                <a:latin typeface="Sakkal Majalla"/>
                <a:ea typeface="Sakkal Majalla"/>
                <a:cs typeface="Sakkal Majalla"/>
                <a:sym typeface="Sakkal Majalla"/>
              </a:rPr>
              <a:t>4. المهام قبل الزيارة</a:t>
            </a:r>
            <a:endParaRPr/>
          </a:p>
          <a:p>
            <a:pPr marL="457200" marR="0" lvl="1" indent="0" algn="r" rtl="1">
              <a:spcBef>
                <a:spcPts val="0"/>
              </a:spcBef>
              <a:spcAft>
                <a:spcPts val="0"/>
              </a:spcAft>
              <a:buNone/>
            </a:pPr>
            <a:r>
              <a:rPr lang="ar-SA" sz="1200" b="1" i="0" u="none" strike="noStrike" cap="none">
                <a:solidFill>
                  <a:schemeClr val="dk1"/>
                </a:solidFill>
                <a:latin typeface="Sakkal Majalla"/>
                <a:ea typeface="Sakkal Majalla"/>
                <a:cs typeface="Sakkal Majalla"/>
                <a:sym typeface="Sakkal Majalla"/>
              </a:rPr>
              <a:t>•	مراجعة المعايير والتقارير السابقة</a:t>
            </a:r>
            <a:endParaRPr/>
          </a:p>
          <a:p>
            <a:pPr marL="457200" marR="0" lvl="1" indent="0" algn="r" rtl="1">
              <a:spcBef>
                <a:spcPts val="0"/>
              </a:spcBef>
              <a:spcAft>
                <a:spcPts val="0"/>
              </a:spcAft>
              <a:buNone/>
            </a:pPr>
            <a:r>
              <a:rPr lang="ar-SA" sz="1200" b="1" i="0" u="none" strike="noStrike" cap="none">
                <a:solidFill>
                  <a:schemeClr val="dk1"/>
                </a:solidFill>
                <a:latin typeface="Sakkal Majalla"/>
                <a:ea typeface="Sakkal Majalla"/>
                <a:cs typeface="Sakkal Majalla"/>
                <a:sym typeface="Sakkal Majalla"/>
              </a:rPr>
              <a:t>•	تجهيز قوائم الفحص</a:t>
            </a:r>
            <a:endParaRPr/>
          </a:p>
          <a:p>
            <a:pPr marL="457200" marR="0" lvl="1" indent="0" algn="r" rtl="1">
              <a:spcBef>
                <a:spcPts val="0"/>
              </a:spcBef>
              <a:spcAft>
                <a:spcPts val="0"/>
              </a:spcAft>
              <a:buNone/>
            </a:pPr>
            <a:r>
              <a:rPr lang="ar-SA" sz="1200" b="1" i="0" u="none" strike="noStrike" cap="none">
                <a:solidFill>
                  <a:schemeClr val="dk1"/>
                </a:solidFill>
                <a:latin typeface="Sakkal Majalla"/>
                <a:ea typeface="Sakkal Majalla"/>
                <a:cs typeface="Sakkal Majalla"/>
                <a:sym typeface="Sakkal Majalla"/>
              </a:rPr>
              <a:t>•	توزيع الأدوار بين الفريق</a:t>
            </a:r>
            <a:endParaRPr/>
          </a:p>
        </p:txBody>
      </p:sp>
      <p:sp>
        <p:nvSpPr>
          <p:cNvPr id="16582" name="Google Shape;16582;p425"/>
          <p:cNvSpPr txBox="1"/>
          <p:nvPr/>
        </p:nvSpPr>
        <p:spPr>
          <a:xfrm>
            <a:off x="2737104" y="3813048"/>
            <a:ext cx="5623560" cy="5340096"/>
          </a:xfrm>
          <a:prstGeom prst="rect">
            <a:avLst/>
          </a:prstGeom>
          <a:noFill/>
          <a:ln>
            <a:noFill/>
          </a:ln>
        </p:spPr>
        <p:txBody>
          <a:bodyPr spcFirstLastPara="1" wrap="square" lIns="0" tIns="0" rIns="0" bIns="0" anchor="t" anchorCtr="0">
            <a:noAutofit/>
          </a:bodyPr>
          <a:lstStyle/>
          <a:p>
            <a:pPr marL="457200" marR="0" lvl="1" indent="284163" algn="r" rtl="1">
              <a:spcBef>
                <a:spcPts val="0"/>
              </a:spcBef>
              <a:spcAft>
                <a:spcPts val="0"/>
              </a:spcAft>
              <a:buNone/>
            </a:pPr>
            <a:r>
              <a:rPr lang="ar-SA" sz="1200" b="1" i="0" u="none" strike="noStrike" cap="none">
                <a:solidFill>
                  <a:schemeClr val="dk1"/>
                </a:solidFill>
                <a:latin typeface="Sakkal Majalla"/>
                <a:ea typeface="Sakkal Majalla"/>
                <a:cs typeface="Sakkal Majalla"/>
                <a:sym typeface="Sakkal Majalla"/>
              </a:rPr>
              <a:t>. المهام أثناء الزيارة</a:t>
            </a:r>
            <a:endParaRPr/>
          </a:p>
          <a:p>
            <a:pPr marL="457200" marR="0" lvl="1" indent="284163" algn="r" rtl="1">
              <a:spcBef>
                <a:spcPts val="0"/>
              </a:spcBef>
              <a:spcAft>
                <a:spcPts val="0"/>
              </a:spcAft>
              <a:buNone/>
            </a:pPr>
            <a:r>
              <a:rPr lang="ar-SA" sz="1200" b="1" i="0" u="none" strike="noStrike" cap="none">
                <a:solidFill>
                  <a:schemeClr val="dk1"/>
                </a:solidFill>
                <a:latin typeface="Sakkal Majalla"/>
                <a:ea typeface="Sakkal Majalla"/>
                <a:cs typeface="Sakkal Majalla"/>
                <a:sym typeface="Sakkal Majalla"/>
              </a:rPr>
              <a:t>•	اجتماع افتتاحي مختصر</a:t>
            </a:r>
            <a:endParaRPr/>
          </a:p>
          <a:p>
            <a:pPr marL="457200" marR="0" lvl="1" indent="284163" algn="r" rtl="1">
              <a:spcBef>
                <a:spcPts val="0"/>
              </a:spcBef>
              <a:spcAft>
                <a:spcPts val="0"/>
              </a:spcAft>
              <a:buNone/>
            </a:pPr>
            <a:r>
              <a:rPr lang="ar-SA" sz="1200" b="1" i="0" u="none" strike="noStrike" cap="none">
                <a:solidFill>
                  <a:schemeClr val="dk1"/>
                </a:solidFill>
                <a:latin typeface="Sakkal Majalla"/>
                <a:ea typeface="Sakkal Majalla"/>
                <a:cs typeface="Sakkal Majalla"/>
                <a:sym typeface="Sakkal Majalla"/>
              </a:rPr>
              <a:t>•	جولة ميدانية وجمع الأدلة</a:t>
            </a:r>
            <a:endParaRPr/>
          </a:p>
          <a:p>
            <a:pPr marL="457200" marR="0" lvl="1" indent="284163" algn="r" rtl="1">
              <a:spcBef>
                <a:spcPts val="0"/>
              </a:spcBef>
              <a:spcAft>
                <a:spcPts val="0"/>
              </a:spcAft>
              <a:buNone/>
            </a:pPr>
            <a:r>
              <a:rPr lang="ar-SA" sz="1200" b="1" i="0" u="none" strike="noStrike" cap="none">
                <a:solidFill>
                  <a:schemeClr val="dk1"/>
                </a:solidFill>
                <a:latin typeface="Sakkal Majalla"/>
                <a:ea typeface="Sakkal Majalla"/>
                <a:cs typeface="Sakkal Majalla"/>
                <a:sym typeface="Sakkal Majalla"/>
              </a:rPr>
              <a:t>•	تسجيل الملاحظات وفق المعايير</a:t>
            </a:r>
            <a:endParaRPr/>
          </a:p>
          <a:p>
            <a:pPr marL="457200" marR="0" lvl="1" indent="284163" algn="r" rtl="1">
              <a:spcBef>
                <a:spcPts val="0"/>
              </a:spcBef>
              <a:spcAft>
                <a:spcPts val="0"/>
              </a:spcAft>
              <a:buNone/>
            </a:pPr>
            <a:r>
              <a:rPr lang="ar-SA" sz="1200" b="1" i="0" u="none" strike="noStrike" cap="none">
                <a:solidFill>
                  <a:schemeClr val="dk1"/>
                </a:solidFill>
                <a:latin typeface="Sakkal Majalla"/>
                <a:ea typeface="Sakkal Majalla"/>
                <a:cs typeface="Sakkal Majalla"/>
                <a:sym typeface="Sakkal Majalla"/>
              </a:rPr>
              <a:t>________________________________________</a:t>
            </a:r>
            <a:endParaRPr/>
          </a:p>
          <a:p>
            <a:pPr marL="457200" marR="0" lvl="1" indent="284163" algn="r" rtl="1">
              <a:spcBef>
                <a:spcPts val="0"/>
              </a:spcBef>
              <a:spcAft>
                <a:spcPts val="0"/>
              </a:spcAft>
              <a:buNone/>
            </a:pPr>
            <a:r>
              <a:rPr lang="ar-SA" sz="1200" b="1" i="0" u="none" strike="noStrike" cap="none">
                <a:solidFill>
                  <a:schemeClr val="dk1"/>
                </a:solidFill>
                <a:latin typeface="Sakkal Majalla"/>
                <a:ea typeface="Sakkal Majalla"/>
                <a:cs typeface="Sakkal Majalla"/>
                <a:sym typeface="Sakkal Majalla"/>
              </a:rPr>
              <a:t>6. المهام بعد الزيارة</a:t>
            </a:r>
            <a:endParaRPr/>
          </a:p>
          <a:p>
            <a:pPr marL="457200" marR="0" lvl="1" indent="284163" algn="r" rtl="1">
              <a:spcBef>
                <a:spcPts val="0"/>
              </a:spcBef>
              <a:spcAft>
                <a:spcPts val="0"/>
              </a:spcAft>
              <a:buNone/>
            </a:pPr>
            <a:r>
              <a:rPr lang="ar-SA" sz="1200" b="1" i="0" u="none" strike="noStrike" cap="none">
                <a:solidFill>
                  <a:schemeClr val="dk1"/>
                </a:solidFill>
                <a:latin typeface="Sakkal Majalla"/>
                <a:ea typeface="Sakkal Majalla"/>
                <a:cs typeface="Sakkal Majalla"/>
                <a:sym typeface="Sakkal Majalla"/>
              </a:rPr>
              <a:t>•	تحليل الملاحظات</a:t>
            </a:r>
            <a:endParaRPr/>
          </a:p>
          <a:p>
            <a:pPr marL="457200" marR="0" lvl="1" indent="284163" algn="r" rtl="1">
              <a:spcBef>
                <a:spcPts val="0"/>
              </a:spcBef>
              <a:spcAft>
                <a:spcPts val="0"/>
              </a:spcAft>
              <a:buNone/>
            </a:pPr>
            <a:r>
              <a:rPr lang="ar-SA" sz="1200" b="1" i="0" u="none" strike="noStrike" cap="none">
                <a:solidFill>
                  <a:schemeClr val="dk1"/>
                </a:solidFill>
                <a:latin typeface="Sakkal Majalla"/>
                <a:ea typeface="Sakkal Majalla"/>
                <a:cs typeface="Sakkal Majalla"/>
                <a:sym typeface="Sakkal Majalla"/>
              </a:rPr>
              <a:t>•	إعداد التقرير النهائي</a:t>
            </a:r>
            <a:endParaRPr/>
          </a:p>
          <a:p>
            <a:pPr marL="457200" marR="0" lvl="1" indent="284163" algn="r" rtl="1">
              <a:spcBef>
                <a:spcPts val="0"/>
              </a:spcBef>
              <a:spcAft>
                <a:spcPts val="0"/>
              </a:spcAft>
              <a:buNone/>
            </a:pPr>
            <a:r>
              <a:rPr lang="ar-SA" sz="1200" b="1" i="0" u="none" strike="noStrike" cap="none">
                <a:solidFill>
                  <a:schemeClr val="dk1"/>
                </a:solidFill>
                <a:latin typeface="Sakkal Majalla"/>
                <a:ea typeface="Sakkal Majalla"/>
                <a:cs typeface="Sakkal Majalla"/>
                <a:sym typeface="Sakkal Majalla"/>
              </a:rPr>
              <a:t>•	متابعة الإجراءات التصحيحية</a:t>
            </a:r>
            <a:endParaRPr/>
          </a:p>
          <a:p>
            <a:pPr marL="457200" marR="0" lvl="1" indent="284163" algn="r" rtl="1">
              <a:spcBef>
                <a:spcPts val="0"/>
              </a:spcBef>
              <a:spcAft>
                <a:spcPts val="0"/>
              </a:spcAft>
              <a:buNone/>
            </a:pPr>
            <a:r>
              <a:rPr lang="ar-SA" sz="1200" b="1" i="0" u="none" strike="noStrike" cap="none">
                <a:solidFill>
                  <a:schemeClr val="dk1"/>
                </a:solidFill>
                <a:latin typeface="Sakkal Majalla"/>
                <a:ea typeface="Sakkal Majalla"/>
                <a:cs typeface="Sakkal Majalla"/>
                <a:sym typeface="Sakkal Majalla"/>
              </a:rPr>
              <a:t>________________________________________</a:t>
            </a:r>
            <a:endParaRPr/>
          </a:p>
          <a:p>
            <a:pPr marL="457200" marR="0" lvl="1" indent="284163" algn="r" rtl="1">
              <a:spcBef>
                <a:spcPts val="0"/>
              </a:spcBef>
              <a:spcAft>
                <a:spcPts val="0"/>
              </a:spcAft>
              <a:buNone/>
            </a:pPr>
            <a:r>
              <a:rPr lang="ar-SA" sz="1200" b="1" i="0" u="none" strike="noStrike" cap="none">
                <a:solidFill>
                  <a:schemeClr val="dk1"/>
                </a:solidFill>
                <a:latin typeface="Sakkal Majalla"/>
                <a:ea typeface="Sakkal Majalla"/>
                <a:cs typeface="Sakkal Majalla"/>
                <a:sym typeface="Sakkal Majalla"/>
              </a:rPr>
              <a:t>7. توقيع فريق التفتيش</a:t>
            </a:r>
            <a:endParaRPr/>
          </a:p>
          <a:p>
            <a:pPr marL="457200" marR="0" lvl="1" indent="284163" algn="r" rtl="1">
              <a:spcBef>
                <a:spcPts val="0"/>
              </a:spcBef>
              <a:spcAft>
                <a:spcPts val="0"/>
              </a:spcAft>
              <a:buNone/>
            </a:pPr>
            <a:r>
              <a:rPr lang="ar-SA" sz="1200" b="1" i="0" u="none" strike="noStrike" cap="none">
                <a:solidFill>
                  <a:schemeClr val="dk1"/>
                </a:solidFill>
                <a:latin typeface="Sakkal Majalla"/>
                <a:ea typeface="Sakkal Majalla"/>
                <a:cs typeface="Sakkal Majalla"/>
                <a:sym typeface="Sakkal Majalla"/>
              </a:rPr>
              <a:t>•	الاسم: _____________________ التوقيع: _____________</a:t>
            </a:r>
            <a:endParaRPr/>
          </a:p>
        </p:txBody>
      </p:sp>
    </p:spTree>
  </p:cSld>
  <p:clrMapOvr>
    <a:masterClrMapping/>
  </p:clrMapOvr>
  <p:transition spd="med"/>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16586"/>
        <p:cNvGrpSpPr/>
        <p:nvPr/>
      </p:nvGrpSpPr>
      <p:grpSpPr>
        <a:xfrm>
          <a:off x="0" y="0"/>
          <a:ext cx="0" cy="0"/>
          <a:chOff x="0" y="0"/>
          <a:chExt cx="0" cy="0"/>
        </a:xfrm>
      </p:grpSpPr>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8A83AA-8D02-22D9-1B6D-1823501A7897}"/>
            </a:ext>
          </a:extLst>
        </p:cNvPr>
        <p:cNvGrpSpPr/>
        <p:nvPr/>
      </p:nvGrpSpPr>
      <p:grpSpPr>
        <a:xfrm>
          <a:off x="0" y="0"/>
          <a:ext cx="0" cy="0"/>
          <a:chOff x="0" y="0"/>
          <a:chExt cx="0" cy="0"/>
        </a:xfrm>
      </p:grpSpPr>
    </p:spTree>
    <p:extLst>
      <p:ext uri="{BB962C8B-B14F-4D97-AF65-F5344CB8AC3E}">
        <p14:creationId xmlns:p14="http://schemas.microsoft.com/office/powerpoint/2010/main" val="1567811875"/>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AvhTnprpZIIVVQCOTQtpLw"/>
</p:tagLst>
</file>

<file path=ppt/tags/tag5.xml><?xml version="1.0" encoding="utf-8"?>
<p:tagLst xmlns:a="http://schemas.openxmlformats.org/drawingml/2006/main" xmlns:r="http://schemas.openxmlformats.org/officeDocument/2006/relationships" xmlns:p="http://schemas.openxmlformats.org/presentationml/2006/main">
  <p:tag name="SHAPENAME" val="5. Sourc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792</TotalTime>
  <Words>3919</Words>
  <Application>Microsoft Office PowerPoint</Application>
  <PresentationFormat>Widescreen</PresentationFormat>
  <Paragraphs>582</Paragraphs>
  <Slides>37</Slides>
  <Notes>33</Notes>
  <HiddenSlides>0</HiddenSlides>
  <MMClips>0</MMClips>
  <ScaleCrop>false</ScaleCrop>
  <HeadingPairs>
    <vt:vector size="8" baseType="variant">
      <vt:variant>
        <vt:lpstr>Fonts Used</vt:lpstr>
      </vt:variant>
      <vt:variant>
        <vt:i4>6</vt:i4>
      </vt:variant>
      <vt:variant>
        <vt:lpstr>Theme</vt:lpstr>
      </vt:variant>
      <vt:variant>
        <vt:i4>1</vt:i4>
      </vt:variant>
      <vt:variant>
        <vt:lpstr>Embedded OLE Servers</vt:lpstr>
      </vt:variant>
      <vt:variant>
        <vt:i4>1</vt:i4>
      </vt:variant>
      <vt:variant>
        <vt:lpstr>Slide Titles</vt:lpstr>
      </vt:variant>
      <vt:variant>
        <vt:i4>37</vt:i4>
      </vt:variant>
    </vt:vector>
  </HeadingPairs>
  <TitlesOfParts>
    <vt:vector size="45" baseType="lpstr">
      <vt:lpstr>Arial</vt:lpstr>
      <vt:lpstr>Calibri</vt:lpstr>
      <vt:lpstr>Calibri Light</vt:lpstr>
      <vt:lpstr>Helvetica</vt:lpstr>
      <vt:lpstr>Helvetica Neue</vt:lpstr>
      <vt:lpstr>Sakkal Majalla</vt:lpstr>
      <vt:lpstr>Office Theme</vt:lpstr>
      <vt:lpstr>think-cell Slide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HP</dc:creator>
  <cp:lastModifiedBy>Mdawi AL-Jameel</cp:lastModifiedBy>
  <cp:revision>32</cp:revision>
  <dcterms:created xsi:type="dcterms:W3CDTF">2026-01-12T08:34:55Z</dcterms:created>
  <dcterms:modified xsi:type="dcterms:W3CDTF">2026-04-13T10:08:45Z</dcterms:modified>
</cp:coreProperties>
</file>