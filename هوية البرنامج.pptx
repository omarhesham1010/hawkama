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9244-A8F8-8018-E331-F76FB7BC1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5A6D5-A6DD-A601-5EFE-8117A08E3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003FB-30BC-A51C-8D1C-ECBED726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B0C2-C12D-FF80-A011-A11A2519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0B82-4B55-AF6E-B484-977D2573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0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37E0-5264-467B-8F5D-572FFF85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D0A8-AAFF-C6BD-BC85-CA60A3C55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08E0-2BF2-19D6-1796-A709E40F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990C-1489-B391-BA2B-2191CF0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D751-ED0B-47C0-B446-F8F3ACDE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EB7D-87F2-C2A9-82A8-D7C136CF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1E4D-EB32-5EC3-6901-570AF376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77BB7-F13A-BEB6-7068-294BA266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EED4-EC94-2513-3900-DC946B67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7B4D-857D-09EA-BB0D-3A59F36C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6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7137-A0C2-71FE-9744-4A4EA3CC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32A9-4C6D-29DC-7B21-B10F3BD20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618CB-8D85-C907-2624-9683951AB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83E0C-88DD-5D5F-AB3F-62A6C334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02F8D-F154-BA59-C9B9-6423E00A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1ECF5-E31E-D3B0-96EC-C5968974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8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BED6-430C-AB49-3F21-6A1D219A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B05C5-0F5A-A25D-F8F9-EA2BBD7CA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2AE43-FF1D-A5EF-88F2-0D1E0587D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11604-53B3-8A6A-05A7-9DFEE078D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654AD-665F-49E7-D88A-DA914A3D1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507D2-4372-74DF-CED2-1A181F59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73F5B-D013-CA28-3F44-E0326BBA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401E4-D2AC-F7CB-8E0E-B2F33745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9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A984-0F47-358C-3225-1B3647486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B59CE-8D43-90DC-C639-A5BF349CB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DC5A4-23A6-4D2D-514D-4AC905FD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32894-424F-5D59-0570-46DEC00F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2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CC1D6-4EC8-CFB6-FC50-22BB0965F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F8C19-D0C2-2D69-1EC5-C8C93CD9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D7ECC-D703-BDF8-24A8-E81358C7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9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D69B-D023-F4D2-D976-F135E93D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AB503-17A7-43B4-88A9-1B202531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5DA6A-75AC-B8EA-13ED-A49DBD199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7152F-19A0-931D-F2F8-37C00458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D053-E954-3DA9-8F5E-BD55B723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2B4DB-E219-3FE9-0E42-F7DB4BCD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2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B7BD-B3E4-490F-AE21-E5ECCDB8C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4E058-C79F-7AC5-901F-37BD12175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3A097-1857-29A4-7E7E-0C369F641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8CDCD-D371-D14E-C751-8310A06A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A4747-BA6E-379C-0E06-EEF2C700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E3FBD-3EF1-267B-5E97-B8B6069F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6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C332-BAF5-B542-F11D-46CC8535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3CCBA-C4E7-0615-6EFF-54B7282A4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8623-FBD3-3D31-F711-468320B2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4B736-C51E-44B2-87D8-4F230EF8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144E-8101-377E-52F9-61771E0F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7F6178-10BD-A5B0-B61E-C4B45C5C4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FD9A6-EE2A-2B9A-7170-6C3C171E8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97135-B70A-5C90-2914-CEE50BC4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45BCD-E2D7-BB41-2841-98605648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8F77F-0ED6-F938-400A-B15017F3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5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14CA7-ABE6-9A1E-2D1D-96680C9C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E038E-CFF2-278D-AC93-9611FB197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468B8-C1C3-4667-C57A-CF456A45A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66D34-C25E-4D85-836C-BE0B983F57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F2C8A-C626-5961-D528-86682D681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87F6B-2887-948C-FFE8-E9905A615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B284D-3B0B-40D1-9CE1-D202307AF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9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815">
            <a:extLst>
              <a:ext uri="{FF2B5EF4-FFF2-40B4-BE49-F238E27FC236}">
                <a16:creationId xmlns:a16="http://schemas.microsoft.com/office/drawing/2014/main" id="{D6D8AC01-D953-BB58-9F49-E44B14E6DDFE}"/>
              </a:ext>
            </a:extLst>
          </p:cNvPr>
          <p:cNvSpPr/>
          <p:nvPr/>
        </p:nvSpPr>
        <p:spPr>
          <a:xfrm flipV="1">
            <a:off x="2276082" y="0"/>
            <a:ext cx="1" cy="656925"/>
          </a:xfrm>
          <a:prstGeom prst="line">
            <a:avLst/>
          </a:prstGeom>
          <a:noFill/>
          <a:ln w="31750" cap="flat">
            <a:solidFill>
              <a:srgbClr val="A7A7A7">
                <a:alpha val="20070"/>
              </a:srgbClr>
            </a:solidFill>
            <a:prstDash val="solid"/>
            <a:round/>
          </a:ln>
          <a:effectLst/>
        </p:spPr>
        <p:txBody>
          <a:bodyPr wrap="square" lIns="22860" tIns="22860" rIns="22860" bIns="22860" numCol="1" anchor="t">
            <a:noAutofit/>
          </a:bodyPr>
          <a:lstStyle/>
          <a:p>
            <a:pPr rtl="0" hangingPunct="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675" b="1">
              <a:latin typeface="Helvetica" panose="020B0604020202020204" pitchFamily="2" charset="0"/>
              <a:ea typeface="Arial Bold" charset="0"/>
              <a:cs typeface="Arial Bold" charset="0"/>
              <a:sym typeface="Helvetica" panose="020B0604020202020204" pitchFamily="2" charset="0"/>
            </a:endParaRPr>
          </a:p>
        </p:txBody>
      </p:sp>
      <p:pic>
        <p:nvPicPr>
          <p:cNvPr id="9" name="Picture 152" descr="تجلس نصيحة مسكن للألم الفراش تحسين محرك البحث عريضة شعار وزارة الصحة الجديد  بدقة عالية - motorsnab.com">
            <a:extLst>
              <a:ext uri="{FF2B5EF4-FFF2-40B4-BE49-F238E27FC236}">
                <a16:creationId xmlns:a16="http://schemas.microsoft.com/office/drawing/2014/main" id="{DF66A8D0-FA7D-2761-A55A-250575021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999" y="116412"/>
            <a:ext cx="1888684" cy="54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CC20A7-2E85-05EF-E810-7050AC550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58" t="38171" r="45134" b="24382"/>
          <a:stretch/>
        </p:blipFill>
        <p:spPr bwMode="auto">
          <a:xfrm>
            <a:off x="0" y="1159"/>
            <a:ext cx="3169766" cy="3101978"/>
          </a:xfrm>
          <a:custGeom>
            <a:avLst/>
            <a:gdLst>
              <a:gd name="connsiteX0" fmla="*/ 0 w 4226355"/>
              <a:gd name="connsiteY0" fmla="*/ 0 h 4135970"/>
              <a:gd name="connsiteX1" fmla="*/ 3981397 w 4226355"/>
              <a:gd name="connsiteY1" fmla="*/ 0 h 4135970"/>
              <a:gd name="connsiteX2" fmla="*/ 3992487 w 4226355"/>
              <a:gd name="connsiteY2" fmla="*/ 22903 h 4135970"/>
              <a:gd name="connsiteX3" fmla="*/ 4226355 w 4226355"/>
              <a:gd name="connsiteY3" fmla="*/ 1175322 h 4135970"/>
              <a:gd name="connsiteX4" fmla="*/ 3992488 w 4226355"/>
              <a:gd name="connsiteY4" fmla="*/ 2327740 h 4135970"/>
              <a:gd name="connsiteX5" fmla="*/ 3885070 w 4226355"/>
              <a:gd name="connsiteY5" fmla="*/ 2549577 h 4135970"/>
              <a:gd name="connsiteX6" fmla="*/ 3351965 w 4226355"/>
              <a:gd name="connsiteY6" fmla="*/ 2549577 h 4135970"/>
              <a:gd name="connsiteX7" fmla="*/ 3351965 w 4226355"/>
              <a:gd name="connsiteY7" fmla="*/ 3271296 h 4135970"/>
              <a:gd name="connsiteX8" fmla="*/ 3143372 w 4226355"/>
              <a:gd name="connsiteY8" fmla="*/ 3459902 h 4135970"/>
              <a:gd name="connsiteX9" fmla="*/ 1250366 w 4226355"/>
              <a:gd name="connsiteY9" fmla="*/ 4135970 h 4135970"/>
              <a:gd name="connsiteX10" fmla="*/ 91976 w 4226355"/>
              <a:gd name="connsiteY10" fmla="*/ 3903308 h 4135970"/>
              <a:gd name="connsiteX11" fmla="*/ 0 w 4226355"/>
              <a:gd name="connsiteY11" fmla="*/ 3859229 h 41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26355" h="4135970">
                <a:moveTo>
                  <a:pt x="0" y="0"/>
                </a:moveTo>
                <a:lnTo>
                  <a:pt x="3981397" y="0"/>
                </a:lnTo>
                <a:lnTo>
                  <a:pt x="3992487" y="22903"/>
                </a:lnTo>
                <a:cubicBezTo>
                  <a:pt x="4143080" y="377111"/>
                  <a:pt x="4226355" y="766541"/>
                  <a:pt x="4226355" y="1175322"/>
                </a:cubicBezTo>
                <a:cubicBezTo>
                  <a:pt x="4226355" y="1584102"/>
                  <a:pt x="4143080" y="1973533"/>
                  <a:pt x="3992488" y="2327740"/>
                </a:cubicBezTo>
                <a:lnTo>
                  <a:pt x="3885070" y="2549577"/>
                </a:lnTo>
                <a:lnTo>
                  <a:pt x="3351965" y="2549577"/>
                </a:lnTo>
                <a:lnTo>
                  <a:pt x="3351965" y="3271296"/>
                </a:lnTo>
                <a:lnTo>
                  <a:pt x="3143372" y="3459902"/>
                </a:lnTo>
                <a:cubicBezTo>
                  <a:pt x="2628945" y="3882256"/>
                  <a:pt x="1969437" y="4135970"/>
                  <a:pt x="1250366" y="4135970"/>
                </a:cubicBezTo>
                <a:cubicBezTo>
                  <a:pt x="839468" y="4135970"/>
                  <a:pt x="448019" y="4053125"/>
                  <a:pt x="91976" y="3903308"/>
                </a:cubicBezTo>
                <a:lnTo>
                  <a:pt x="0" y="385922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D89A15-C1C8-E428-670B-CFF26D4CD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825" y="116412"/>
            <a:ext cx="2284411" cy="822719"/>
          </a:xfrm>
          <a:prstGeom prst="rect">
            <a:avLst/>
          </a:prstGeom>
        </p:spPr>
      </p:pic>
      <p:pic>
        <p:nvPicPr>
          <p:cNvPr id="15" name="Google Shape;103;g14d1125955c_1_1383">
            <a:extLst>
              <a:ext uri="{FF2B5EF4-FFF2-40B4-BE49-F238E27FC236}">
                <a16:creationId xmlns:a16="http://schemas.microsoft.com/office/drawing/2014/main" id="{C4FBBA0D-1624-F15B-B05B-6F37610C427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8664" t="22007" r="45130" b="24381"/>
          <a:stretch/>
        </p:blipFill>
        <p:spPr>
          <a:xfrm>
            <a:off x="9022236" y="-49323"/>
            <a:ext cx="1057408" cy="871982"/>
          </a:xfrm>
          <a:custGeom>
            <a:avLst/>
            <a:gdLst/>
            <a:ahLst/>
            <a:cxnLst/>
            <a:rect l="l" t="t" r="r" b="b"/>
            <a:pathLst>
              <a:path w="3695702" h="3676650" extrusionOk="0">
                <a:moveTo>
                  <a:pt x="1847851" y="0"/>
                </a:moveTo>
                <a:cubicBezTo>
                  <a:pt x="2868391" y="0"/>
                  <a:pt x="3695702" y="823046"/>
                  <a:pt x="3695702" y="1838325"/>
                </a:cubicBezTo>
                <a:cubicBezTo>
                  <a:pt x="3695702" y="2092145"/>
                  <a:pt x="3643995" y="2333950"/>
                  <a:pt x="3550489" y="2553884"/>
                </a:cubicBezTo>
                <a:lnTo>
                  <a:pt x="3483791" y="2691627"/>
                </a:lnTo>
                <a:lnTo>
                  <a:pt x="3152776" y="2691627"/>
                </a:lnTo>
                <a:lnTo>
                  <a:pt x="3152776" y="3139757"/>
                </a:lnTo>
                <a:lnTo>
                  <a:pt x="3023256" y="3256866"/>
                </a:lnTo>
                <a:cubicBezTo>
                  <a:pt x="2703838" y="3519114"/>
                  <a:pt x="2294337" y="3676650"/>
                  <a:pt x="1847851" y="3676650"/>
                </a:cubicBezTo>
                <a:cubicBezTo>
                  <a:pt x="827311" y="3676650"/>
                  <a:pt x="0" y="2853604"/>
                  <a:pt x="0" y="1838325"/>
                </a:cubicBezTo>
                <a:cubicBezTo>
                  <a:pt x="0" y="823046"/>
                  <a:pt x="827311" y="0"/>
                  <a:pt x="184785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E58BA7D-0DDA-82ED-FC78-B226D7CD27A7}"/>
              </a:ext>
            </a:extLst>
          </p:cNvPr>
          <p:cNvSpPr/>
          <p:nvPr/>
        </p:nvSpPr>
        <p:spPr>
          <a:xfrm flipH="1">
            <a:off x="1039104" y="6605047"/>
            <a:ext cx="11152896" cy="18288"/>
          </a:xfrm>
          <a:custGeom>
            <a:avLst/>
            <a:gdLst>
              <a:gd name="connsiteX0" fmla="*/ 11143170 w 11152896"/>
              <a:gd name="connsiteY0" fmla="*/ 0 h 18288"/>
              <a:gd name="connsiteX1" fmla="*/ 0 w 11152896"/>
              <a:gd name="connsiteY1" fmla="*/ 0 h 18288"/>
              <a:gd name="connsiteX2" fmla="*/ 0 w 11152896"/>
              <a:gd name="connsiteY2" fmla="*/ 18288 h 18288"/>
              <a:gd name="connsiteX3" fmla="*/ 11143170 w 11152896"/>
              <a:gd name="connsiteY3" fmla="*/ 18288 h 18288"/>
              <a:gd name="connsiteX4" fmla="*/ 11152896 w 11152896"/>
              <a:gd name="connsiteY4" fmla="*/ 9144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2896" h="18288">
                <a:moveTo>
                  <a:pt x="11143170" y="0"/>
                </a:moveTo>
                <a:lnTo>
                  <a:pt x="0" y="0"/>
                </a:lnTo>
                <a:lnTo>
                  <a:pt x="0" y="18288"/>
                </a:lnTo>
                <a:lnTo>
                  <a:pt x="11143170" y="18288"/>
                </a:lnTo>
                <a:lnTo>
                  <a:pt x="11152896" y="9144"/>
                </a:lnTo>
                <a:close/>
              </a:path>
            </a:pathLst>
          </a:custGeom>
          <a:solidFill>
            <a:srgbClr val="0D8C6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2" charset="0"/>
              <a:ea typeface="+mn-ea"/>
              <a:cs typeface="+mn-cs"/>
              <a:sym typeface="Helvetica" panose="020B0604020202020204" pitchFamily="2" charset="0"/>
            </a:endParaRPr>
          </a:p>
        </p:txBody>
      </p:sp>
      <p:pic>
        <p:nvPicPr>
          <p:cNvPr id="6" name="Picture 152" descr="تجلس نصيحة مسكن للألم الفراش تحسين محرك البحث عريضة شعار وزارة الصحة الجديد  بدقة عالية - motorsnab.com">
            <a:extLst>
              <a:ext uri="{FF2B5EF4-FFF2-40B4-BE49-F238E27FC236}">
                <a16:creationId xmlns:a16="http://schemas.microsoft.com/office/drawing/2014/main" id="{65118B80-5537-E176-1FF2-C581C9FD7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06"/>
          <a:stretch/>
        </p:blipFill>
        <p:spPr bwMode="auto">
          <a:xfrm>
            <a:off x="600089" y="6367214"/>
            <a:ext cx="462299" cy="30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BC656F-93C5-E9E3-E09F-ABC672012B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2" t="22007" r="45134" b="24382"/>
          <a:stretch/>
        </p:blipFill>
        <p:spPr bwMode="auto">
          <a:xfrm>
            <a:off x="142967" y="6349348"/>
            <a:ext cx="375209" cy="373274"/>
          </a:xfrm>
          <a:custGeom>
            <a:avLst/>
            <a:gdLst>
              <a:gd name="connsiteX0" fmla="*/ 1847851 w 3695702"/>
              <a:gd name="connsiteY0" fmla="*/ 0 h 3676650"/>
              <a:gd name="connsiteX1" fmla="*/ 3695702 w 3695702"/>
              <a:gd name="connsiteY1" fmla="*/ 1838325 h 3676650"/>
              <a:gd name="connsiteX2" fmla="*/ 3550489 w 3695702"/>
              <a:gd name="connsiteY2" fmla="*/ 2553884 h 3676650"/>
              <a:gd name="connsiteX3" fmla="*/ 3483791 w 3695702"/>
              <a:gd name="connsiteY3" fmla="*/ 2691627 h 3676650"/>
              <a:gd name="connsiteX4" fmla="*/ 3152776 w 3695702"/>
              <a:gd name="connsiteY4" fmla="*/ 2691627 h 3676650"/>
              <a:gd name="connsiteX5" fmla="*/ 3152776 w 3695702"/>
              <a:gd name="connsiteY5" fmla="*/ 3139757 h 3676650"/>
              <a:gd name="connsiteX6" fmla="*/ 3023256 w 3695702"/>
              <a:gd name="connsiteY6" fmla="*/ 3256866 h 3676650"/>
              <a:gd name="connsiteX7" fmla="*/ 1847851 w 3695702"/>
              <a:gd name="connsiteY7" fmla="*/ 3676650 h 3676650"/>
              <a:gd name="connsiteX8" fmla="*/ 0 w 3695702"/>
              <a:gd name="connsiteY8" fmla="*/ 1838325 h 3676650"/>
              <a:gd name="connsiteX9" fmla="*/ 1847851 w 3695702"/>
              <a:gd name="connsiteY9" fmla="*/ 0 h 367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95702" h="3676650">
                <a:moveTo>
                  <a:pt x="1847851" y="0"/>
                </a:moveTo>
                <a:cubicBezTo>
                  <a:pt x="2868391" y="0"/>
                  <a:pt x="3695702" y="823046"/>
                  <a:pt x="3695702" y="1838325"/>
                </a:cubicBezTo>
                <a:cubicBezTo>
                  <a:pt x="3695702" y="2092145"/>
                  <a:pt x="3643995" y="2333950"/>
                  <a:pt x="3550489" y="2553884"/>
                </a:cubicBezTo>
                <a:lnTo>
                  <a:pt x="3483791" y="2691627"/>
                </a:lnTo>
                <a:lnTo>
                  <a:pt x="3152776" y="2691627"/>
                </a:lnTo>
                <a:lnTo>
                  <a:pt x="3152776" y="3139757"/>
                </a:lnTo>
                <a:lnTo>
                  <a:pt x="3023256" y="3256866"/>
                </a:lnTo>
                <a:cubicBezTo>
                  <a:pt x="2703838" y="3519114"/>
                  <a:pt x="2294337" y="3676650"/>
                  <a:pt x="1847851" y="3676650"/>
                </a:cubicBezTo>
                <a:cubicBezTo>
                  <a:pt x="827311" y="3676650"/>
                  <a:pt x="0" y="2853604"/>
                  <a:pt x="0" y="1838325"/>
                </a:cubicBezTo>
                <a:cubicBezTo>
                  <a:pt x="0" y="823046"/>
                  <a:pt x="827311" y="0"/>
                  <a:pt x="184785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hape 815">
            <a:extLst>
              <a:ext uri="{FF2B5EF4-FFF2-40B4-BE49-F238E27FC236}">
                <a16:creationId xmlns:a16="http://schemas.microsoft.com/office/drawing/2014/main" id="{4A9ED5A7-0459-7086-0AB9-8C9C1D425B73}"/>
              </a:ext>
            </a:extLst>
          </p:cNvPr>
          <p:cNvSpPr/>
          <p:nvPr/>
        </p:nvSpPr>
        <p:spPr>
          <a:xfrm flipV="1">
            <a:off x="567069" y="6340423"/>
            <a:ext cx="2" cy="371467"/>
          </a:xfrm>
          <a:prstGeom prst="line">
            <a:avLst/>
          </a:prstGeom>
          <a:noFill/>
          <a:ln w="12700" cap="flat">
            <a:solidFill>
              <a:srgbClr val="F3F3F3"/>
            </a:solidFill>
            <a:prstDash val="solid"/>
            <a:round/>
          </a:ln>
          <a:effectLst/>
        </p:spPr>
        <p:txBody>
          <a:bodyPr wrap="square" lIns="22860" tIns="22860" rIns="22860" bIns="22860" numCol="1" anchor="t">
            <a:noAutofit/>
          </a:bodyPr>
          <a:lstStyle/>
          <a:p>
            <a:pPr rtl="0" hangingPunct="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900" b="1">
              <a:latin typeface="Helvetica" panose="020B0604020202020204" pitchFamily="2" charset="0"/>
              <a:ea typeface="Arial Bold" charset="0"/>
              <a:cs typeface="Arial Bold" charset="0"/>
              <a:sym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91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Mdawi AL-Jameel</dc:creator>
  <cp:lastModifiedBy>Mdawi AL-Jameel</cp:lastModifiedBy>
  <cp:revision>2</cp:revision>
  <dcterms:created xsi:type="dcterms:W3CDTF">2026-06-20T10:05:15Z</dcterms:created>
  <dcterms:modified xsi:type="dcterms:W3CDTF">2026-07-02T05:20:00Z</dcterms:modified>
</cp:coreProperties>
</file>